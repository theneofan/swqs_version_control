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0" r:id="rId5"/>
    <p:sldId id="259" r:id="rId6"/>
    <p:sldId id="261" r:id="rId7"/>
    <p:sldId id="262" r:id="rId8"/>
    <p:sldId id="263" r:id="rId9"/>
    <p:sldId id="269" r:id="rId10"/>
    <p:sldId id="264" r:id="rId11"/>
    <p:sldId id="265" r:id="rId12"/>
    <p:sldId id="266" r:id="rId13"/>
    <p:sldId id="267" r:id="rId14"/>
    <p:sldId id="26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C1DE80-53CF-4A72-884A-7A8152EF750D}" v="3" dt="2026-08-11T02:48:55.040"/>
    <p1510:client id="{DD54F4F6-CB6F-99C7-4943-F812185C5B62}" v="36" dt="2026-08-11T02:53:39.6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spChg chg="del">
          <ac:chgData name="Zef Ewart" userId="S::ewa0005@wantirnacollege.vic.edu.au::d55df615-e487-427e-b122-1eec8308b830" providerId="AD" clId="Web-{DD54F4F6-CB6F-99C7-4943-F812185C5B62}" dt="2026-08-11T02:52:36.625" v="11"/>
          <ac:spMkLst>
            <pc:docMk/>
            <pc:sldMk cId="4147191571" sldId="269"/>
            <ac:spMk id="3" creationId="{B6CF88D6-2783-E09C-7E6D-E36DE7DE1D14}"/>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del">
          <ac:chgData name="Zef Ewart" userId="S::ewa0005@wantirnacollege.vic.edu.au::d55df615-e487-427e-b122-1eec8308b830" providerId="AD" clId="Web-{DD54F4F6-CB6F-99C7-4943-F812185C5B62}" dt="2026-08-11T02:52:53.610" v="13"/>
          <ac:inkMkLst>
            <pc:docMk/>
            <pc:sldMk cId="4147191571" sldId="269"/>
            <ac:inkMk id="5" creationId="{76FB5FCC-E466-60B7-704E-02911C47565E}"/>
          </ac:inkMkLst>
        </pc:inkChg>
        <pc:inkChg chg="add del">
          <ac:chgData name="Zef Ewart" userId="S::ewa0005@wantirnacollege.vic.edu.au::d55df615-e487-427e-b122-1eec8308b830" providerId="AD" clId="Web-{DD54F4F6-CB6F-99C7-4943-F812185C5B62}" dt="2026-08-11T02:52:57.875" v="15"/>
          <ac:inkMkLst>
            <pc:docMk/>
            <pc:sldMk cId="4147191571" sldId="269"/>
            <ac:inkMk id="6" creationId="{49ADFCBF-34F7-D1DF-D142-D259FDEE95C2}"/>
          </ac:inkMkLst>
        </pc:ink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del">
          <ac:chgData name="Zef Ewart" userId="S::ewa0005@wantirnacollege.vic.edu.au::d55df615-e487-427e-b122-1eec8308b830" providerId="AD" clId="Web-{DD54F4F6-CB6F-99C7-4943-F812185C5B62}" dt="2026-08-11T02:53:09.329" v="24"/>
          <ac:inkMkLst>
            <pc:docMk/>
            <pc:sldMk cId="4147191571" sldId="269"/>
            <ac:inkMk id="12" creationId="{87807D8F-CCDB-E9F4-23E8-EE29614737E3}"/>
          </ac:inkMkLst>
        </pc:inkChg>
        <pc:inkChg chg="add del">
          <ac:chgData name="Zef Ewart" userId="S::ewa0005@wantirnacollege.vic.edu.au::d55df615-e487-427e-b122-1eec8308b830" providerId="AD" clId="Web-{DD54F4F6-CB6F-99C7-4943-F812185C5B62}" dt="2026-08-11T02:53:09.016" v="23"/>
          <ac:inkMkLst>
            <pc:docMk/>
            <pc:sldMk cId="4147191571" sldId="269"/>
            <ac:inkMk id="13" creationId="{50D10EEB-CABB-23E6-84EA-DB9F67120F74}"/>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del">
          <ac:chgData name="Zef Ewart" userId="S::ewa0005@wantirnacollege.vic.edu.au::d55df615-e487-427e-b122-1eec8308b830" providerId="AD" clId="Web-{DD54F4F6-CB6F-99C7-4943-F812185C5B62}" dt="2026-08-11T02:53:16.282" v="27"/>
          <ac:inkMkLst>
            <pc:docMk/>
            <pc:sldMk cId="4147191571" sldId="269"/>
            <ac:inkMk id="15" creationId="{9037BBAC-D3A3-5952-A22A-2691DFDD15F5}"/>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del">
          <ac:chgData name="Zef Ewart" userId="S::ewa0005@wantirnacollege.vic.edu.au::d55df615-e487-427e-b122-1eec8308b830" providerId="AD" clId="Web-{DD54F4F6-CB6F-99C7-4943-F812185C5B62}" dt="2026-08-11T02:53:26.220" v="32"/>
          <ac:inkMkLst>
            <pc:docMk/>
            <pc:sldMk cId="4147191571" sldId="269"/>
            <ac:inkMk id="19" creationId="{57DD97A8-CDE6-15EF-931F-47ADF691ED6C}"/>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docChgLst>
    <pc:chgData name="Oscar Glaister" userId="e6f16566-ea0c-4df4-8ebb-5765e438d351" providerId="ADAL" clId="{252C8254-46BD-4598-B285-E6EC582ADBF0}"/>
    <pc:docChg chg="addSld modSld">
      <pc:chgData name="Oscar Glaister" userId="e6f16566-ea0c-4df4-8ebb-5765e438d351" providerId="ADAL" clId="{252C8254-46BD-4598-B285-E6EC582ADBF0}" dt="2026-08-11T02:48:55.025" v="2"/>
      <pc:docMkLst>
        <pc:docMk/>
      </pc:docMkLst>
      <pc:sldChg chg="modSp">
        <pc:chgData name="Oscar Glaister" userId="e6f16566-ea0c-4df4-8ebb-5765e438d351" providerId="ADAL" clId="{252C8254-46BD-4598-B285-E6EC582ADBF0}" dt="2026-08-11T02:48:30.023" v="1"/>
        <pc:sldMkLst>
          <pc:docMk/>
          <pc:sldMk cId="1388250180" sldId="256"/>
        </pc:sldMkLst>
        <pc:spChg chg="mod">
          <ac:chgData name="Oscar Glaister" userId="e6f16566-ea0c-4df4-8ebb-5765e438d351" providerId="ADAL" clId="{252C8254-46BD-4598-B285-E6EC582ADBF0}" dt="2026-08-11T02:48:30.023" v="1"/>
          <ac:spMkLst>
            <pc:docMk/>
            <pc:sldMk cId="1388250180" sldId="256"/>
            <ac:spMk id="2" creationId="{6DB75583-8F97-757A-3D9C-B459F698BB0E}"/>
          </ac:spMkLst>
        </pc:spChg>
        <pc:spChg chg="mod">
          <ac:chgData name="Oscar Glaister" userId="e6f16566-ea0c-4df4-8ebb-5765e438d351" providerId="ADAL" clId="{252C8254-46BD-4598-B285-E6EC582ADBF0}" dt="2026-08-11T02:48:30.023" v="1"/>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modSp add">
        <pc:chgData name="Oscar Glaister" userId="e6f16566-ea0c-4df4-8ebb-5765e438d351" providerId="ADAL" clId="{252C8254-46BD-4598-B285-E6EC582ADBF0}" dt="2026-08-11T02:48:30.023" v="1"/>
        <pc:sldMkLst>
          <pc:docMk/>
          <pc:sldMk cId="2596983293" sldId="258"/>
        </pc:sldMkLst>
        <pc:spChg chg="mod">
          <ac:chgData name="Oscar Glaister" userId="e6f16566-ea0c-4df4-8ebb-5765e438d351" providerId="ADAL" clId="{252C8254-46BD-4598-B285-E6EC582ADBF0}" dt="2026-08-11T02:48:30.023" v="1"/>
          <ac:spMkLst>
            <pc:docMk/>
            <pc:sldMk cId="2596983293" sldId="258"/>
            <ac:spMk id="2" creationId="{2AA11678-84F7-92FE-126E-23DE7FB8F1F9}"/>
          </ac:spMkLst>
        </pc:spChg>
      </pc:sldChg>
      <pc:sldChg chg="add">
        <pc:chgData name="Oscar Glaister" userId="e6f16566-ea0c-4df4-8ebb-5765e438d351" providerId="ADAL" clId="{252C8254-46BD-4598-B285-E6EC582ADBF0}" dt="2026-08-11T02:47:52.888" v="0"/>
        <pc:sldMkLst>
          <pc:docMk/>
          <pc:sldMk cId="3022893737" sldId="259"/>
        </pc:sldMkLst>
      </pc:sldChg>
      <pc:sldChg chg="delSp add setBg">
        <pc:chgData name="Oscar Glaister" userId="e6f16566-ea0c-4df4-8ebb-5765e438d351" providerId="ADAL" clId="{252C8254-46BD-4598-B285-E6EC582ADBF0}" dt="2026-08-11T02:47:52.888" v="0"/>
        <pc:sldMkLst>
          <pc:docMk/>
          <pc:sldMk cId="2897359550" sldId="260"/>
        </pc:sldMkLst>
        <pc:spChg chg="del">
          <ac:chgData name="Oscar Glaister" userId="e6f16566-ea0c-4df4-8ebb-5765e438d351" providerId="ADAL" clId="{252C8254-46BD-4598-B285-E6EC582ADBF0}" dt="2026-08-11T02:47:52.888" v="0"/>
          <ac:spMkLst>
            <pc:docMk/>
            <pc:sldMk cId="2897359550" sldId="260"/>
            <ac:spMk id="13" creationId="{B8144315-1C5A-4185-A952-25D98D303D46}"/>
          </ac:spMkLst>
        </pc:spChg>
        <pc:spChg chg="del">
          <ac:chgData name="Oscar Glaister" userId="e6f16566-ea0c-4df4-8ebb-5765e438d351" providerId="ADAL" clId="{252C8254-46BD-4598-B285-E6EC582ADBF0}" dt="2026-08-11T02:47:52.888" v="0"/>
          <ac:spMkLst>
            <pc:docMk/>
            <pc:sldMk cId="2897359550" sldId="260"/>
            <ac:spMk id="15" creationId="{31D248D0-90D8-4EAF-84EE-DA3868518829}"/>
          </ac:spMkLst>
        </pc:spChg>
        <pc:spChg chg="del">
          <ac:chgData name="Oscar Glaister" userId="e6f16566-ea0c-4df4-8ebb-5765e438d351" providerId="ADAL" clId="{252C8254-46BD-4598-B285-E6EC582ADBF0}" dt="2026-08-11T02:47:52.888" v="0"/>
          <ac:spMkLst>
            <pc:docMk/>
            <pc:sldMk cId="2897359550" sldId="260"/>
            <ac:spMk id="17" creationId="{0775805F-9E56-4330-9EA3-04D38DCEC3F1}"/>
          </ac:spMkLst>
        </pc:spChg>
        <pc:grpChg chg="del">
          <ac:chgData name="Oscar Glaister" userId="e6f16566-ea0c-4df4-8ebb-5765e438d351" providerId="ADAL" clId="{252C8254-46BD-4598-B285-E6EC582ADBF0}" dt="2026-08-11T02:47:52.888" v="0"/>
          <ac:grpSpMkLst>
            <pc:docMk/>
            <pc:sldMk cId="2897359550" sldId="260"/>
            <ac:grpSpMk id="9" creationId="{4091D54B-59AB-4A5E-8E9E-0421BD66D4FB}"/>
          </ac:grpSpMkLst>
        </pc:grpChg>
      </pc:sldChg>
      <pc:sldChg chg="delSp add setBg">
        <pc:chgData name="Oscar Glaister" userId="e6f16566-ea0c-4df4-8ebb-5765e438d351" providerId="ADAL" clId="{252C8254-46BD-4598-B285-E6EC582ADBF0}" dt="2026-08-11T02:47:52.888" v="0"/>
        <pc:sldMkLst>
          <pc:docMk/>
          <pc:sldMk cId="4094592511" sldId="261"/>
        </pc:sldMkLst>
        <pc:spChg chg="del">
          <ac:chgData name="Oscar Glaister" userId="e6f16566-ea0c-4df4-8ebb-5765e438d351" providerId="ADAL" clId="{252C8254-46BD-4598-B285-E6EC582ADBF0}" dt="2026-08-11T02:47:52.888" v="0"/>
          <ac:spMkLst>
            <pc:docMk/>
            <pc:sldMk cId="4094592511" sldId="261"/>
            <ac:spMk id="80" creationId="{F70C2B8F-6B1B-46D5-86E6-40F36C695FC2}"/>
          </ac:spMkLst>
        </pc:spChg>
        <pc:spChg chg="del">
          <ac:chgData name="Oscar Glaister" userId="e6f16566-ea0c-4df4-8ebb-5765e438d351" providerId="ADAL" clId="{252C8254-46BD-4598-B285-E6EC582ADBF0}" dt="2026-08-11T02:47:52.888" v="0"/>
          <ac:spMkLst>
            <pc:docMk/>
            <pc:sldMk cId="4094592511" sldId="261"/>
            <ac:spMk id="81" creationId="{DB521824-592C-476A-AB0A-CA0C6D1F3407}"/>
          </ac:spMkLst>
        </pc:spChg>
        <pc:spChg chg="del">
          <ac:chgData name="Oscar Glaister" userId="e6f16566-ea0c-4df4-8ebb-5765e438d351" providerId="ADAL" clId="{252C8254-46BD-4598-B285-E6EC582ADBF0}" dt="2026-08-11T02:47:52.888" v="0"/>
          <ac:spMkLst>
            <pc:docMk/>
            <pc:sldMk cId="4094592511" sldId="261"/>
            <ac:spMk id="82" creationId="{A2749EFA-8EE4-4EB8-9424-8E593B9320AD}"/>
          </ac:spMkLst>
        </pc:spChg>
        <pc:spChg chg="del">
          <ac:chgData name="Oscar Glaister" userId="e6f16566-ea0c-4df4-8ebb-5765e438d351" providerId="ADAL" clId="{252C8254-46BD-4598-B285-E6EC582ADBF0}" dt="2026-08-11T02:47:52.888" v="0"/>
          <ac:spMkLst>
            <pc:docMk/>
            <pc:sldMk cId="4094592511" sldId="261"/>
            <ac:spMk id="83" creationId="{B5C860C9-D4F9-4350-80DA-0D1CD36C7741}"/>
          </ac:spMkLst>
        </pc:spChg>
        <pc:spChg chg="del">
          <ac:chgData name="Oscar Glaister" userId="e6f16566-ea0c-4df4-8ebb-5765e438d351" providerId="ADAL" clId="{252C8254-46BD-4598-B285-E6EC582ADBF0}" dt="2026-08-11T02:47:52.888" v="0"/>
          <ac:spMkLst>
            <pc:docMk/>
            <pc:sldMk cId="4094592511" sldId="261"/>
            <ac:spMk id="84" creationId="{538A90C8-AE0E-4EBA-9AF8-EEDB206020E0}"/>
          </ac:spMkLst>
        </pc:spChg>
      </pc:sldChg>
      <pc:sldChg chg="add">
        <pc:chgData name="Oscar Glaister" userId="e6f16566-ea0c-4df4-8ebb-5765e438d351" providerId="ADAL" clId="{252C8254-46BD-4598-B285-E6EC582ADBF0}" dt="2026-08-11T02:48:55.025" v="2"/>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2"/>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3"/>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4"/>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5"/>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6"/>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7"/>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8"/>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79"/>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80"/>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81"/>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82"/>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3:51.283"/>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p:txBody>
          <a:bodyPr/>
          <a:lstStyle/>
          <a:p>
            <a:r>
              <a:rPr lang="en-AU"/>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p:txBody>
          <a:bodyPr/>
          <a:lstStyle/>
          <a:p>
            <a:endParaRPr lang="en-AU"/>
          </a:p>
        </p:txBody>
      </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285241" y="1008993"/>
            <a:ext cx="9231410" cy="3542045"/>
          </a:xfrm>
        </p:spPr>
        <p:txBody>
          <a:bodyPr anchor="b">
            <a:normAutofit/>
          </a:bodyPr>
          <a:lstStyle/>
          <a:p>
            <a:pPr algn="l"/>
            <a:r>
              <a:rPr lang="en-US" sz="11500"/>
              <a:t>Analysis stage</a:t>
            </a:r>
          </a:p>
        </p:txBody>
      </p:sp>
      <p:sp>
        <p:nvSpPr>
          <p:cNvPr id="3" name="Subtitle 2">
            <a:extLst>
              <a:ext uri="{FF2B5EF4-FFF2-40B4-BE49-F238E27FC236}">
                <a16:creationId xmlns:a16="http://schemas.microsoft.com/office/drawing/2014/main" id="{7DA0C8D1-30FF-CA11-C6A3-5312A2BF0038}"/>
              </a:ext>
            </a:extLst>
          </p:cNvPr>
          <p:cNvSpPr>
            <a:spLocks noGrp="1"/>
          </p:cNvSpPr>
          <p:nvPr>
            <p:ph type="subTitle" idx="1"/>
          </p:nvPr>
        </p:nvSpPr>
        <p:spPr>
          <a:xfrm>
            <a:off x="1285241" y="4582814"/>
            <a:ext cx="7132335" cy="1312657"/>
          </a:xfrm>
        </p:spPr>
        <p:txBody>
          <a:bodyPr anchor="t">
            <a:normAutofit/>
          </a:bodyPr>
          <a:lstStyle/>
          <a:p>
            <a:pPr algn="l"/>
            <a:endParaRPr lang="en-US"/>
          </a:p>
        </p:txBody>
      </p: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11678-84F7-92FE-126E-23DE7FB8F1F9}"/>
              </a:ext>
            </a:extLst>
          </p:cNvPr>
          <p:cNvSpPr>
            <a:spLocks noGrp="1"/>
          </p:cNvSpPr>
          <p:nvPr>
            <p:ph type="title"/>
          </p:nvPr>
        </p:nvSpPr>
        <p:spPr/>
        <p:txBody>
          <a:bodyPr/>
          <a:lstStyle/>
          <a:p>
            <a:pPr algn="ctr"/>
            <a:r>
              <a:rPr lang="en-US"/>
              <a:t>Empathy map</a:t>
            </a:r>
          </a:p>
        </p:txBody>
      </p:sp>
      <p:graphicFrame>
        <p:nvGraphicFramePr>
          <p:cNvPr id="4" name="Content Placeholder 3">
            <a:extLst>
              <a:ext uri="{FF2B5EF4-FFF2-40B4-BE49-F238E27FC236}">
                <a16:creationId xmlns:a16="http://schemas.microsoft.com/office/drawing/2014/main" id="{B4E32D4C-3AF5-423B-B98B-54221626BC17}"/>
              </a:ext>
            </a:extLst>
          </p:cNvPr>
          <p:cNvGraphicFramePr>
            <a:graphicFrameLocks noGrp="1"/>
          </p:cNvGraphicFramePr>
          <p:nvPr>
            <p:ph idx="1"/>
          </p:nvPr>
        </p:nvGraphicFramePr>
        <p:xfrm>
          <a:off x="725658" y="2319613"/>
          <a:ext cx="10515600" cy="2164080"/>
        </p:xfrm>
        <a:graphic>
          <a:graphicData uri="http://schemas.openxmlformats.org/drawingml/2006/table">
            <a:tbl>
              <a:tblPr/>
              <a:tblGrid>
                <a:gridCol w="5257800">
                  <a:extLst>
                    <a:ext uri="{9D8B030D-6E8A-4147-A177-3AD203B41FA5}">
                      <a16:colId xmlns:a16="http://schemas.microsoft.com/office/drawing/2014/main" val="1929922298"/>
                    </a:ext>
                  </a:extLst>
                </a:gridCol>
                <a:gridCol w="5257800">
                  <a:extLst>
                    <a:ext uri="{9D8B030D-6E8A-4147-A177-3AD203B41FA5}">
                      <a16:colId xmlns:a16="http://schemas.microsoft.com/office/drawing/2014/main" val="1992437001"/>
                    </a:ext>
                  </a:extLst>
                </a:gridCol>
              </a:tblGrid>
              <a:tr h="0">
                <a:tc>
                  <a:txBody>
                    <a:bodyPr/>
                    <a:lstStyle/>
                    <a:p>
                      <a:pPr>
                        <a:buNone/>
                      </a:pPr>
                      <a:r>
                        <a:rPr lang="en-AU" sz="1600" b="1"/>
                        <a:t>SAYS</a:t>
                      </a:r>
                      <a:endParaRPr lang="en-AU" sz="1600"/>
                    </a:p>
                  </a:txBody>
                  <a:tcPr anchor="ctr">
                    <a:lnL>
                      <a:noFill/>
                    </a:lnL>
                    <a:lnR>
                      <a:noFill/>
                    </a:lnR>
                    <a:lnT>
                      <a:noFill/>
                    </a:lnT>
                    <a:lnB>
                      <a:noFill/>
                    </a:lnB>
                    <a:noFill/>
                  </a:tcPr>
                </a:tc>
                <a:tc>
                  <a:txBody>
                    <a:bodyPr/>
                    <a:lstStyle/>
                    <a:p>
                      <a:pPr>
                        <a:buNone/>
                      </a:pPr>
                      <a:r>
                        <a:rPr lang="en-AU" sz="1600" b="1"/>
                        <a:t>THINKS</a:t>
                      </a:r>
                      <a:endParaRPr lang="en-AU" sz="1600"/>
                    </a:p>
                  </a:txBody>
                  <a:tcPr anchor="ctr">
                    <a:lnL>
                      <a:noFill/>
                    </a:lnL>
                    <a:lnR>
                      <a:noFill/>
                    </a:lnR>
                    <a:lnT>
                      <a:noFill/>
                    </a:lnT>
                    <a:lnB>
                      <a:noFill/>
                    </a:lnB>
                    <a:noFill/>
                  </a:tcPr>
                </a:tc>
                <a:extLst>
                  <a:ext uri="{0D108BD9-81ED-4DB2-BD59-A6C34878D82A}">
                    <a16:rowId xmlns:a16="http://schemas.microsoft.com/office/drawing/2014/main" val="4055772235"/>
                  </a:ext>
                </a:extLst>
              </a:tr>
              <a:tr h="0">
                <a:tc>
                  <a:txBody>
                    <a:bodyPr/>
                    <a:lstStyle/>
                    <a:p>
                      <a:pPr>
                        <a:buNone/>
                      </a:pPr>
                      <a:r>
                        <a:rPr lang="en-AU" sz="1600"/>
                        <a:t>"Is this tap water actually safe?"</a:t>
                      </a:r>
                    </a:p>
                  </a:txBody>
                  <a:tcPr anchor="ctr">
                    <a:lnL>
                      <a:noFill/>
                    </a:lnL>
                    <a:lnR>
                      <a:noFill/>
                    </a:lnR>
                    <a:lnT>
                      <a:noFill/>
                    </a:lnT>
                    <a:lnB>
                      <a:noFill/>
                    </a:lnB>
                    <a:noFill/>
                  </a:tcPr>
                </a:tc>
                <a:tc>
                  <a:txBody>
                    <a:bodyPr/>
                    <a:lstStyle/>
                    <a:p>
                      <a:pPr>
                        <a:buNone/>
                      </a:pPr>
                      <a:r>
                        <a:rPr lang="en-AU" sz="1600"/>
                        <a:t>"I don't want to ruin my trip by getting sick."</a:t>
                      </a:r>
                    </a:p>
                  </a:txBody>
                  <a:tcPr anchor="ctr">
                    <a:lnL>
                      <a:noFill/>
                    </a:lnL>
                    <a:lnR>
                      <a:noFill/>
                    </a:lnR>
                    <a:lnT>
                      <a:noFill/>
                    </a:lnT>
                    <a:lnB>
                      <a:noFill/>
                    </a:lnB>
                    <a:noFill/>
                  </a:tcPr>
                </a:tc>
                <a:extLst>
                  <a:ext uri="{0D108BD9-81ED-4DB2-BD59-A6C34878D82A}">
                    <a16:rowId xmlns:a16="http://schemas.microsoft.com/office/drawing/2014/main" val="1517148282"/>
                  </a:ext>
                </a:extLst>
              </a:tr>
              <a:tr h="0">
                <a:tc>
                  <a:txBody>
                    <a:bodyPr/>
                    <a:lstStyle/>
                    <a:p>
                      <a:pPr>
                        <a:buNone/>
                      </a:pPr>
                      <a:r>
                        <a:rPr lang="en-AU" sz="1600"/>
                        <a:t>"Should I buy bottled water instead?"</a:t>
                      </a:r>
                    </a:p>
                  </a:txBody>
                  <a:tcPr anchor="ctr">
                    <a:lnL>
                      <a:noFill/>
                    </a:lnL>
                    <a:lnR>
                      <a:noFill/>
                    </a:lnR>
                    <a:lnT>
                      <a:noFill/>
                    </a:lnT>
                    <a:lnB>
                      <a:noFill/>
                    </a:lnB>
                    <a:noFill/>
                  </a:tcPr>
                </a:tc>
                <a:tc>
                  <a:txBody>
                    <a:bodyPr/>
                    <a:lstStyle/>
                    <a:p>
                      <a:pPr>
                        <a:buNone/>
                      </a:pPr>
                      <a:r>
                        <a:rPr lang="en-AU" sz="1600"/>
                        <a:t>"I wish there was an easy way to know if this water is clean."</a:t>
                      </a:r>
                    </a:p>
                  </a:txBody>
                  <a:tcPr anchor="ctr">
                    <a:lnL>
                      <a:noFill/>
                    </a:lnL>
                    <a:lnR>
                      <a:noFill/>
                    </a:lnR>
                    <a:lnT>
                      <a:noFill/>
                    </a:lnT>
                    <a:lnB>
                      <a:noFill/>
                    </a:lnB>
                    <a:noFill/>
                  </a:tcPr>
                </a:tc>
                <a:extLst>
                  <a:ext uri="{0D108BD9-81ED-4DB2-BD59-A6C34878D82A}">
                    <a16:rowId xmlns:a16="http://schemas.microsoft.com/office/drawing/2014/main" val="1657141894"/>
                  </a:ext>
                </a:extLst>
              </a:tr>
              <a:tr h="0">
                <a:tc>
                  <a:txBody>
                    <a:bodyPr/>
                    <a:lstStyle/>
                    <a:p>
                      <a:pPr>
                        <a:buNone/>
                      </a:pPr>
                      <a:r>
                        <a:rPr lang="en-AU" sz="1600"/>
                        <a:t>"The locals drink it, but can I?"</a:t>
                      </a:r>
                    </a:p>
                  </a:txBody>
                  <a:tcPr anchor="ctr">
                    <a:lnL>
                      <a:noFill/>
                    </a:lnL>
                    <a:lnR>
                      <a:noFill/>
                    </a:lnR>
                    <a:lnT>
                      <a:noFill/>
                    </a:lnT>
                    <a:lnB>
                      <a:noFill/>
                    </a:lnB>
                    <a:noFill/>
                  </a:tcPr>
                </a:tc>
                <a:tc>
                  <a:txBody>
                    <a:bodyPr/>
                    <a:lstStyle/>
                    <a:p>
                      <a:pPr>
                        <a:buNone/>
                      </a:pPr>
                      <a:r>
                        <a:rPr lang="en-AU" sz="1600"/>
                        <a:t>"Can I trust what people are telling me?"</a:t>
                      </a:r>
                    </a:p>
                  </a:txBody>
                  <a:tcPr anchor="ctr">
                    <a:lnL>
                      <a:noFill/>
                    </a:lnL>
                    <a:lnR>
                      <a:noFill/>
                    </a:lnR>
                    <a:lnT>
                      <a:noFill/>
                    </a:lnT>
                    <a:lnB>
                      <a:noFill/>
                    </a:lnB>
                    <a:noFill/>
                  </a:tcPr>
                </a:tc>
                <a:extLst>
                  <a:ext uri="{0D108BD9-81ED-4DB2-BD59-A6C34878D82A}">
                    <a16:rowId xmlns:a16="http://schemas.microsoft.com/office/drawing/2014/main" val="971163828"/>
                  </a:ext>
                </a:extLst>
              </a:tr>
              <a:tr h="0">
                <a:tc>
                  <a:txBody>
                    <a:bodyPr/>
                    <a:lstStyle/>
                    <a:p>
                      <a:pPr>
                        <a:buNone/>
                      </a:pPr>
                      <a:r>
                        <a:rPr lang="en-AU" sz="1600"/>
                        <a:t>"I don't want to waste money on bottled water if I don't have to."</a:t>
                      </a:r>
                    </a:p>
                  </a:txBody>
                  <a:tcPr anchor="ctr">
                    <a:lnL>
                      <a:noFill/>
                    </a:lnL>
                    <a:lnR>
                      <a:noFill/>
                    </a:lnR>
                    <a:lnT>
                      <a:noFill/>
                    </a:lnT>
                    <a:lnB>
                      <a:noFill/>
                    </a:lnB>
                    <a:noFill/>
                  </a:tcPr>
                </a:tc>
                <a:tc>
                  <a:txBody>
                    <a:bodyPr/>
                    <a:lstStyle/>
                    <a:p>
                      <a:pPr>
                        <a:buNone/>
                      </a:pPr>
                      <a:r>
                        <a:rPr lang="en-AU" sz="1600"/>
                        <a:t>"What if the water looks clean but still has harmful bacteria?"</a:t>
                      </a:r>
                    </a:p>
                  </a:txBody>
                  <a:tcPr anchor="ctr">
                    <a:lnL>
                      <a:noFill/>
                    </a:lnL>
                    <a:lnR>
                      <a:noFill/>
                    </a:lnR>
                    <a:lnT>
                      <a:noFill/>
                    </a:lnT>
                    <a:lnB>
                      <a:noFill/>
                    </a:lnB>
                    <a:noFill/>
                  </a:tcPr>
                </a:tc>
                <a:extLst>
                  <a:ext uri="{0D108BD9-81ED-4DB2-BD59-A6C34878D82A}">
                    <a16:rowId xmlns:a16="http://schemas.microsoft.com/office/drawing/2014/main" val="2371277635"/>
                  </a:ext>
                </a:extLst>
              </a:tr>
            </a:tbl>
          </a:graphicData>
        </a:graphic>
      </p:graphicFrame>
      <p:graphicFrame>
        <p:nvGraphicFramePr>
          <p:cNvPr id="5" name="Table 4">
            <a:extLst>
              <a:ext uri="{FF2B5EF4-FFF2-40B4-BE49-F238E27FC236}">
                <a16:creationId xmlns:a16="http://schemas.microsoft.com/office/drawing/2014/main" id="{6B30A68A-6D32-2387-F1F6-EA03EC8D51B1}"/>
              </a:ext>
            </a:extLst>
          </p:cNvPr>
          <p:cNvGraphicFramePr>
            <a:graphicFrameLocks noGrp="1"/>
          </p:cNvGraphicFramePr>
          <p:nvPr/>
        </p:nvGraphicFramePr>
        <p:xfrm>
          <a:off x="725658" y="4521995"/>
          <a:ext cx="10515600" cy="2011680"/>
        </p:xfrm>
        <a:graphic>
          <a:graphicData uri="http://schemas.openxmlformats.org/drawingml/2006/table">
            <a:tbl>
              <a:tblPr/>
              <a:tblGrid>
                <a:gridCol w="5257800">
                  <a:extLst>
                    <a:ext uri="{9D8B030D-6E8A-4147-A177-3AD203B41FA5}">
                      <a16:colId xmlns:a16="http://schemas.microsoft.com/office/drawing/2014/main" val="2483616483"/>
                    </a:ext>
                  </a:extLst>
                </a:gridCol>
                <a:gridCol w="5257800">
                  <a:extLst>
                    <a:ext uri="{9D8B030D-6E8A-4147-A177-3AD203B41FA5}">
                      <a16:colId xmlns:a16="http://schemas.microsoft.com/office/drawing/2014/main" val="3883998508"/>
                    </a:ext>
                  </a:extLst>
                </a:gridCol>
              </a:tblGrid>
              <a:tr h="0">
                <a:tc>
                  <a:txBody>
                    <a:bodyPr/>
                    <a:lstStyle/>
                    <a:p>
                      <a:pPr>
                        <a:buNone/>
                      </a:pPr>
                      <a:r>
                        <a:rPr lang="en-AU" sz="1600" b="1"/>
                        <a:t>DOES</a:t>
                      </a:r>
                      <a:endParaRPr lang="en-AU" sz="1600"/>
                    </a:p>
                  </a:txBody>
                  <a:tcPr anchor="ctr">
                    <a:lnL>
                      <a:noFill/>
                    </a:lnL>
                    <a:lnR>
                      <a:noFill/>
                    </a:lnR>
                    <a:lnT>
                      <a:noFill/>
                    </a:lnT>
                    <a:lnB>
                      <a:noFill/>
                    </a:lnB>
                    <a:noFill/>
                  </a:tcPr>
                </a:tc>
                <a:tc>
                  <a:txBody>
                    <a:bodyPr/>
                    <a:lstStyle/>
                    <a:p>
                      <a:pPr>
                        <a:buNone/>
                      </a:pPr>
                      <a:r>
                        <a:rPr lang="en-AU" sz="1600" b="1"/>
                        <a:t>FEELS</a:t>
                      </a:r>
                      <a:endParaRPr lang="en-AU" sz="1600"/>
                    </a:p>
                  </a:txBody>
                  <a:tcPr anchor="ctr">
                    <a:lnL>
                      <a:noFill/>
                    </a:lnL>
                    <a:lnR>
                      <a:noFill/>
                    </a:lnR>
                    <a:lnT>
                      <a:noFill/>
                    </a:lnT>
                    <a:lnB>
                      <a:noFill/>
                    </a:lnB>
                    <a:noFill/>
                  </a:tcPr>
                </a:tc>
                <a:extLst>
                  <a:ext uri="{0D108BD9-81ED-4DB2-BD59-A6C34878D82A}">
                    <a16:rowId xmlns:a16="http://schemas.microsoft.com/office/drawing/2014/main" val="2993197264"/>
                  </a:ext>
                </a:extLst>
              </a:tr>
              <a:tr h="0">
                <a:tc>
                  <a:txBody>
                    <a:bodyPr/>
                    <a:lstStyle/>
                    <a:p>
                      <a:pPr>
                        <a:buNone/>
                      </a:pPr>
                      <a:r>
                        <a:rPr lang="en-AU" sz="1600"/>
                        <a:t>Buys bottled water whenever possible.</a:t>
                      </a:r>
                    </a:p>
                  </a:txBody>
                  <a:tcPr anchor="ctr">
                    <a:lnL>
                      <a:noFill/>
                    </a:lnL>
                    <a:lnR>
                      <a:noFill/>
                    </a:lnR>
                    <a:lnT>
                      <a:noFill/>
                    </a:lnT>
                    <a:lnB>
                      <a:noFill/>
                    </a:lnB>
                    <a:noFill/>
                  </a:tcPr>
                </a:tc>
                <a:tc>
                  <a:txBody>
                    <a:bodyPr/>
                    <a:lstStyle/>
                    <a:p>
                      <a:pPr>
                        <a:buNone/>
                      </a:pPr>
                      <a:r>
                        <a:rPr lang="en-AU" sz="1600"/>
                        <a:t>Anxious about drinking unfamiliar water.</a:t>
                      </a:r>
                    </a:p>
                  </a:txBody>
                  <a:tcPr anchor="ctr">
                    <a:lnL>
                      <a:noFill/>
                    </a:lnL>
                    <a:lnR>
                      <a:noFill/>
                    </a:lnR>
                    <a:lnT>
                      <a:noFill/>
                    </a:lnT>
                    <a:lnB>
                      <a:noFill/>
                    </a:lnB>
                    <a:noFill/>
                  </a:tcPr>
                </a:tc>
                <a:extLst>
                  <a:ext uri="{0D108BD9-81ED-4DB2-BD59-A6C34878D82A}">
                    <a16:rowId xmlns:a16="http://schemas.microsoft.com/office/drawing/2014/main" val="235529131"/>
                  </a:ext>
                </a:extLst>
              </a:tr>
              <a:tr h="0">
                <a:tc>
                  <a:txBody>
                    <a:bodyPr/>
                    <a:lstStyle/>
                    <a:p>
                      <a:pPr>
                        <a:buNone/>
                      </a:pPr>
                      <a:r>
                        <a:rPr lang="en-AU" sz="1600"/>
                        <a:t>Asks locals or hotel staff if the water is safe.</a:t>
                      </a:r>
                    </a:p>
                  </a:txBody>
                  <a:tcPr anchor="ctr">
                    <a:lnL>
                      <a:noFill/>
                    </a:lnL>
                    <a:lnR>
                      <a:noFill/>
                    </a:lnR>
                    <a:lnT>
                      <a:noFill/>
                    </a:lnT>
                    <a:lnB>
                      <a:noFill/>
                    </a:lnB>
                    <a:noFill/>
                  </a:tcPr>
                </a:tc>
                <a:tc>
                  <a:txBody>
                    <a:bodyPr/>
                    <a:lstStyle/>
                    <a:p>
                      <a:pPr>
                        <a:buNone/>
                      </a:pPr>
                      <a:r>
                        <a:rPr lang="en-AU" sz="1600"/>
                        <a:t>Uncertain because there is no clear evidence.</a:t>
                      </a:r>
                    </a:p>
                  </a:txBody>
                  <a:tcPr anchor="ctr">
                    <a:lnL>
                      <a:noFill/>
                    </a:lnL>
                    <a:lnR>
                      <a:noFill/>
                    </a:lnR>
                    <a:lnT>
                      <a:noFill/>
                    </a:lnT>
                    <a:lnB>
                      <a:noFill/>
                    </a:lnB>
                    <a:noFill/>
                  </a:tcPr>
                </a:tc>
                <a:extLst>
                  <a:ext uri="{0D108BD9-81ED-4DB2-BD59-A6C34878D82A}">
                    <a16:rowId xmlns:a16="http://schemas.microsoft.com/office/drawing/2014/main" val="3092885551"/>
                  </a:ext>
                </a:extLst>
              </a:tr>
              <a:tr h="0">
                <a:tc>
                  <a:txBody>
                    <a:bodyPr/>
                    <a:lstStyle/>
                    <a:p>
                      <a:pPr>
                        <a:buNone/>
                      </a:pPr>
                      <a:r>
                        <a:rPr lang="en-AU" sz="1600"/>
                        <a:t>Boils water before drinking when possible.</a:t>
                      </a:r>
                    </a:p>
                  </a:txBody>
                  <a:tcPr anchor="ctr">
                    <a:lnL>
                      <a:noFill/>
                    </a:lnL>
                    <a:lnR>
                      <a:noFill/>
                    </a:lnR>
                    <a:lnT>
                      <a:noFill/>
                    </a:lnT>
                    <a:lnB>
                      <a:noFill/>
                    </a:lnB>
                    <a:noFill/>
                  </a:tcPr>
                </a:tc>
                <a:tc>
                  <a:txBody>
                    <a:bodyPr/>
                    <a:lstStyle/>
                    <a:p>
                      <a:pPr>
                        <a:buNone/>
                      </a:pPr>
                      <a:r>
                        <a:rPr lang="en-AU" sz="1600"/>
                        <a:t>Frustrated by conflicting advice.</a:t>
                      </a:r>
                    </a:p>
                  </a:txBody>
                  <a:tcPr anchor="ctr">
                    <a:lnL>
                      <a:noFill/>
                    </a:lnL>
                    <a:lnR>
                      <a:noFill/>
                    </a:lnR>
                    <a:lnT>
                      <a:noFill/>
                    </a:lnT>
                    <a:lnB>
                      <a:noFill/>
                    </a:lnB>
                    <a:noFill/>
                  </a:tcPr>
                </a:tc>
                <a:extLst>
                  <a:ext uri="{0D108BD9-81ED-4DB2-BD59-A6C34878D82A}">
                    <a16:rowId xmlns:a16="http://schemas.microsoft.com/office/drawing/2014/main" val="2156582930"/>
                  </a:ext>
                </a:extLst>
              </a:tr>
              <a:tr h="0">
                <a:tc>
                  <a:txBody>
                    <a:bodyPr/>
                    <a:lstStyle/>
                    <a:p>
                      <a:pPr>
                        <a:buNone/>
                      </a:pPr>
                      <a:r>
                        <a:rPr lang="en-AU" sz="1600"/>
                        <a:t>Avoids drinking as much water as possible.</a:t>
                      </a:r>
                    </a:p>
                  </a:txBody>
                  <a:tcPr anchor="ctr">
                    <a:lnL>
                      <a:noFill/>
                    </a:lnL>
                    <a:lnR>
                      <a:noFill/>
                    </a:lnR>
                    <a:lnT>
                      <a:noFill/>
                    </a:lnT>
                    <a:lnB>
                      <a:noFill/>
                    </a:lnB>
                    <a:noFill/>
                  </a:tcPr>
                </a:tc>
                <a:tc>
                  <a:txBody>
                    <a:bodyPr/>
                    <a:lstStyle/>
                    <a:p>
                      <a:pPr>
                        <a:buNone/>
                      </a:pPr>
                      <a:r>
                        <a:rPr lang="en-AU" sz="1600"/>
                        <a:t>Relieved when they know the water is safe.</a:t>
                      </a:r>
                    </a:p>
                  </a:txBody>
                  <a:tcPr anchor="ctr">
                    <a:lnL>
                      <a:noFill/>
                    </a:lnL>
                    <a:lnR>
                      <a:noFill/>
                    </a:lnR>
                    <a:lnT>
                      <a:noFill/>
                    </a:lnT>
                    <a:lnB>
                      <a:noFill/>
                    </a:lnB>
                    <a:noFill/>
                  </a:tcPr>
                </a:tc>
                <a:extLst>
                  <a:ext uri="{0D108BD9-81ED-4DB2-BD59-A6C34878D82A}">
                    <a16:rowId xmlns:a16="http://schemas.microsoft.com/office/drawing/2014/main" val="3261220261"/>
                  </a:ext>
                </a:extLst>
              </a:tr>
              <a:tr h="0">
                <a:tc>
                  <a:txBody>
                    <a:bodyPr/>
                    <a:lstStyle/>
                    <a:p>
                      <a:pPr>
                        <a:buNone/>
                      </a:pPr>
                      <a:r>
                        <a:rPr lang="en-AU" sz="1600"/>
                        <a:t>Avoids drinking tap water in unfamiliar places.</a:t>
                      </a:r>
                    </a:p>
                  </a:txBody>
                  <a:tcPr anchor="ctr">
                    <a:lnL>
                      <a:noFill/>
                    </a:lnL>
                    <a:lnR>
                      <a:noFill/>
                    </a:lnR>
                    <a:lnT>
                      <a:noFill/>
                    </a:lnT>
                    <a:lnB>
                      <a:noFill/>
                    </a:lnB>
                    <a:noFill/>
                  </a:tcPr>
                </a:tc>
                <a:tc>
                  <a:txBody>
                    <a:bodyPr/>
                    <a:lstStyle/>
                    <a:p>
                      <a:pPr>
                        <a:buNone/>
                      </a:pPr>
                      <a:r>
                        <a:rPr lang="en-AU" sz="1600"/>
                        <a:t>Worried about food poisoning or stomach illnesses.</a:t>
                      </a:r>
                    </a:p>
                  </a:txBody>
                  <a:tcPr anchor="ctr">
                    <a:lnL>
                      <a:noFill/>
                    </a:lnL>
                    <a:lnR>
                      <a:noFill/>
                    </a:lnR>
                    <a:lnT>
                      <a:noFill/>
                    </a:lnT>
                    <a:lnB>
                      <a:noFill/>
                    </a:lnB>
                    <a:noFill/>
                  </a:tcPr>
                </a:tc>
                <a:extLst>
                  <a:ext uri="{0D108BD9-81ED-4DB2-BD59-A6C34878D82A}">
                    <a16:rowId xmlns:a16="http://schemas.microsoft.com/office/drawing/2014/main" val="783062090"/>
                  </a:ext>
                </a:extLst>
              </a:tr>
            </a:tbl>
          </a:graphicData>
        </a:graphic>
      </p:graphicFrame>
    </p:spTree>
    <p:extLst>
      <p:ext uri="{BB962C8B-B14F-4D97-AF65-F5344CB8AC3E}">
        <p14:creationId xmlns:p14="http://schemas.microsoft.com/office/powerpoint/2010/main" val="2596983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649976" y="3739568"/>
            <a:ext cx="10893094" cy="1915940"/>
          </a:xfrm>
        </p:spPr>
        <p:txBody>
          <a:bodyPr vert="horz" lIns="91440" tIns="45720" rIns="91440" bIns="45720" rtlCol="0" anchor="b">
            <a:normAutofit/>
          </a:bodyPr>
          <a:lstStyle/>
          <a:p>
            <a:pPr algn="ctr"/>
            <a:r>
              <a:rPr lang="en-US" sz="6600" b="0" i="0" kern="1200">
                <a:solidFill>
                  <a:srgbClr val="EBEBEB"/>
                </a:solidFill>
                <a:latin typeface="+mj-lt"/>
                <a:ea typeface="+mj-ea"/>
                <a:cs typeface="+mj-cs"/>
              </a:rPr>
              <a:t>Ideate</a:t>
            </a:r>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826857" y="1746852"/>
            <a:ext cx="10538285" cy="2476497"/>
          </a:xfrm>
          <a:prstGeom prst="roundRect">
            <a:avLst>
              <a:gd name="adj" fmla="val 1858"/>
            </a:avLst>
          </a:prstGeom>
          <a:effectLst>
            <a:outerShdw blurRad="50800" dist="50800" dir="5400000" algn="tl" rotWithShape="0">
              <a:srgbClr val="000000">
                <a:alpha val="43000"/>
              </a:srgbClr>
            </a:outerShdw>
          </a:effectLst>
        </p:spPr>
      </p:pic>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506437" y="973668"/>
            <a:ext cx="11197883" cy="706964"/>
          </a:xfrm>
        </p:spPr>
        <p:txBody>
          <a:bodyPr/>
          <a:lstStyle/>
          <a:p>
            <a:pPr algn="ctr"/>
            <a:r>
              <a:rPr lang="en-US"/>
              <a:t>Filter </a:t>
            </a:r>
          </a:p>
        </p:txBody>
      </p:sp>
      <p:sp>
        <p:nvSpPr>
          <p:cNvPr id="3" name="Content Placeholder 2">
            <a:extLst>
              <a:ext uri="{FF2B5EF4-FFF2-40B4-BE49-F238E27FC236}">
                <a16:creationId xmlns:a16="http://schemas.microsoft.com/office/drawing/2014/main" id="{A93FD72C-62C1-8E0C-CE00-C81D7304C1AC}"/>
              </a:ext>
            </a:extLst>
          </p:cNvPr>
          <p:cNvSpPr>
            <a:spLocks noGrp="1"/>
          </p:cNvSpPr>
          <p:nvPr>
            <p:ph idx="1"/>
          </p:nvPr>
        </p:nvSpPr>
        <p:spPr>
          <a:xfrm>
            <a:off x="1154954" y="2278966"/>
            <a:ext cx="9803778" cy="4037428"/>
          </a:xfrm>
        </p:spPr>
        <p:txBody>
          <a:bodyPr>
            <a:normAutofit/>
          </a:bodyPr>
          <a:lstStyle/>
          <a:p>
            <a:r>
              <a:rPr lang="en-US" sz="2800" b="1"/>
              <a:t>Our choices </a:t>
            </a:r>
          </a:p>
          <a:p>
            <a:r>
              <a:rPr lang="en-US" sz="1600" b="1"/>
              <a:t>Creating a device that detects the cleanliness of bodies of water </a:t>
            </a:r>
          </a:p>
          <a:p>
            <a:pPr>
              <a:buFontTx/>
              <a:buChar char="-"/>
            </a:pPr>
            <a:r>
              <a:rPr lang="en-AU" sz="1400"/>
              <a:t>It directly addresses the concerns people have about water  safety.</a:t>
            </a:r>
          </a:p>
          <a:p>
            <a:pPr>
              <a:buFontTx/>
              <a:buChar char="-"/>
            </a:pPr>
            <a:r>
              <a:rPr lang="en-AU" sz="1400"/>
              <a:t>It helps reduce the risk of drinking contaminated water.</a:t>
            </a:r>
          </a:p>
          <a:p>
            <a:pPr>
              <a:buFontTx/>
              <a:buChar char="-"/>
            </a:pPr>
            <a:r>
              <a:rPr lang="en-AU" sz="1400"/>
              <a:t>The device can detect contamination that cannot be seen with the naked eye.</a:t>
            </a:r>
            <a:endParaRPr lang="en-US" sz="1400"/>
          </a:p>
          <a:p>
            <a:r>
              <a:rPr lang="en-US" sz="1600" b="1"/>
              <a:t>Creating a portable </a:t>
            </a:r>
            <a:r>
              <a:rPr lang="en-AU" sz="1600" b="1"/>
              <a:t>submersible water quality surveyance probe.</a:t>
            </a:r>
          </a:p>
          <a:p>
            <a:pPr>
              <a:buFontTx/>
              <a:buChar char="-"/>
            </a:pPr>
            <a:r>
              <a:rPr lang="en-AU" sz="1400"/>
              <a:t>It allows people to test water quickly and accurately wherever they are.</a:t>
            </a:r>
          </a:p>
          <a:p>
            <a:pPr>
              <a:buFontTx/>
              <a:buChar char="-"/>
            </a:pPr>
            <a:r>
              <a:rPr lang="en-AU" sz="1400"/>
              <a:t>Because it is portable, it is ideal for travellers, campers, hikers, emergency workers, and people living in areas where water quality is uncertain.</a:t>
            </a:r>
          </a:p>
          <a:p>
            <a:pPr>
              <a:buFontTx/>
              <a:buChar char="-"/>
            </a:pPr>
            <a:r>
              <a:rPr lang="en-AU" sz="1400"/>
              <a:t>Overall, the probe improves health and safety, provides reliable information, and helps people make informed decisions about the water they use.</a:t>
            </a:r>
          </a:p>
          <a:p>
            <a:pPr marL="0" indent="0">
              <a:buNone/>
            </a:pPr>
            <a:endParaRPr lang="en-US" sz="1600"/>
          </a:p>
        </p:txBody>
      </p:sp>
    </p:spTree>
    <p:extLst>
      <p:ext uri="{BB962C8B-B14F-4D97-AF65-F5344CB8AC3E}">
        <p14:creationId xmlns:p14="http://schemas.microsoft.com/office/powerpoint/2010/main" val="30228937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31028" y="331839"/>
            <a:ext cx="5132438" cy="1622322"/>
          </a:xfrm>
        </p:spPr>
        <p:txBody>
          <a:bodyPr vert="horz" lIns="91440" tIns="45720" rIns="91440" bIns="45720" rtlCol="0" anchor="ctr">
            <a:normAutofit/>
          </a:bodyPr>
          <a:lstStyle/>
          <a:p>
            <a:r>
              <a:rPr lang="en-US" b="0" i="0" kern="1200">
                <a:solidFill>
                  <a:srgbClr val="EBEBEB"/>
                </a:solidFill>
                <a:latin typeface="+mj-lt"/>
                <a:ea typeface="+mj-ea"/>
                <a:cs typeface="+mj-cs"/>
              </a:rPr>
              <a:t>Final decision </a:t>
            </a:r>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6714836" y="2013322"/>
            <a:ext cx="4828707" cy="2848936"/>
          </a:xfrm>
          <a:prstGeom prst="rect">
            <a:avLst/>
          </a:prstGeom>
        </p:spPr>
      </p:pic>
      <p:sp>
        <p:nvSpPr>
          <p:cNvPr id="8" name="TextBox 7">
            <a:extLst>
              <a:ext uri="{FF2B5EF4-FFF2-40B4-BE49-F238E27FC236}">
                <a16:creationId xmlns:a16="http://schemas.microsoft.com/office/drawing/2014/main" id="{E5BE8265-4C5F-67BB-6A15-D068CDB22A3C}"/>
              </a:ext>
            </a:extLst>
          </p:cNvPr>
          <p:cNvSpPr txBox="1"/>
          <p:nvPr/>
        </p:nvSpPr>
        <p:spPr>
          <a:xfrm>
            <a:off x="648457" y="1469572"/>
            <a:ext cx="5132439" cy="5143675"/>
          </a:xfrm>
          <a:prstGeom prst="rect">
            <a:avLst/>
          </a:prstGeom>
        </p:spPr>
        <p:txBody>
          <a:bodyPr vert="horz" lIns="91440" tIns="45720" rIns="91440" bIns="45720" rtlCol="0" anchor="ctr">
            <a:normAutofit/>
          </a:bodyPr>
          <a:lstStyle/>
          <a:p>
            <a:pPr>
              <a:lnSpc>
                <a:spcPct val="90000"/>
              </a:lnSpc>
              <a:spcBef>
                <a:spcPts val="1000"/>
              </a:spcBef>
              <a:buClr>
                <a:schemeClr val="accent1"/>
              </a:buClr>
              <a:buSzPct val="80000"/>
            </a:pPr>
            <a:r>
              <a:rPr lang="en-US" sz="1000">
                <a:solidFill>
                  <a:srgbClr val="FFFFFF"/>
                </a:solidFill>
              </a:rPr>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a:lnSpc>
                <a:spcPct val="90000"/>
              </a:lnSpc>
              <a:spcBef>
                <a:spcPts val="1000"/>
              </a:spcBef>
              <a:buClr>
                <a:schemeClr val="accent1"/>
              </a:buClr>
              <a:buSzPct val="80000"/>
            </a:pPr>
            <a:r>
              <a:rPr lang="en-US" sz="1000">
                <a:solidFill>
                  <a:srgbClr val="FFFFFF"/>
                </a:solidFill>
              </a:rPr>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a:lnSpc>
                <a:spcPct val="90000"/>
              </a:lnSpc>
              <a:spcBef>
                <a:spcPts val="1000"/>
              </a:spcBef>
              <a:buClr>
                <a:schemeClr val="accent1"/>
              </a:buClr>
              <a:buSzPct val="80000"/>
            </a:pPr>
            <a:r>
              <a:rPr lang="en-US" sz="1000" b="1">
                <a:solidFill>
                  <a:srgbClr val="FFFFFF"/>
                </a:solidFill>
              </a:rPr>
              <a:t>Functional Requirements:</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Detect Water Purity </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Detect Water Temperature</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Dashboard</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Be able to function in remote communities</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Waterproof</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Must record all data to a </a:t>
            </a:r>
            <a:r>
              <a:rPr lang="en-US" sz="1000" err="1">
                <a:solidFill>
                  <a:srgbClr val="FFFFFF"/>
                </a:solidFill>
              </a:rPr>
              <a:t>sd</a:t>
            </a:r>
            <a:r>
              <a:rPr lang="en-US" sz="1000">
                <a:solidFill>
                  <a:srgbClr val="FFFFFF"/>
                </a:solidFill>
              </a:rPr>
              <a:t> card</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Water safety ranking system</a:t>
            </a:r>
          </a:p>
          <a:p>
            <a:pPr>
              <a:lnSpc>
                <a:spcPct val="90000"/>
              </a:lnSpc>
              <a:spcBef>
                <a:spcPts val="1000"/>
              </a:spcBef>
              <a:buClr>
                <a:schemeClr val="accent1"/>
              </a:buClr>
              <a:buSzPct val="80000"/>
            </a:pPr>
            <a:r>
              <a:rPr lang="en-US" sz="1000" b="1">
                <a:solidFill>
                  <a:srgbClr val="FFFFFF"/>
                </a:solidFill>
              </a:rPr>
              <a:t>Non-Functional Requirements:</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Work Online and Offline</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Wireless Communication</a:t>
            </a:r>
          </a:p>
          <a:p>
            <a:pPr marL="171450" indent="-171450">
              <a:lnSpc>
                <a:spcPct val="90000"/>
              </a:lnSpc>
              <a:spcBef>
                <a:spcPts val="1000"/>
              </a:spcBef>
              <a:buClr>
                <a:schemeClr val="accent1"/>
              </a:buClr>
              <a:buSzPct val="80000"/>
              <a:buFont typeface="Wingdings 3" charset="2"/>
              <a:buChar char=""/>
            </a:pPr>
            <a:r>
              <a:rPr lang="en-US" sz="1000">
                <a:solidFill>
                  <a:srgbClr val="FFFFFF"/>
                </a:solidFill>
              </a:rPr>
              <a:t>Long battery life</a:t>
            </a:r>
          </a:p>
          <a:p>
            <a:pPr marL="171450" indent="-171450">
              <a:lnSpc>
                <a:spcPct val="90000"/>
              </a:lnSpc>
              <a:spcBef>
                <a:spcPts val="1000"/>
              </a:spcBef>
              <a:buClr>
                <a:schemeClr val="accent1"/>
              </a:buClr>
              <a:buSzPct val="80000"/>
              <a:buFont typeface="Wingdings 3" charset="2"/>
              <a:buChar char=""/>
            </a:pPr>
            <a:endParaRPr lang="en-US" sz="900">
              <a:solidFill>
                <a:srgbClr val="FFFFFF"/>
              </a:solidFill>
            </a:endParaRPr>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p:txBody>
          <a:bodyPr/>
          <a:lstStyle/>
          <a:p>
            <a:r>
              <a:rPr lang="en-US"/>
              <a:t>Design</a:t>
            </a:r>
          </a:p>
        </p:txBody>
      </p:sp>
      <p:sp>
        <p:nvSpPr>
          <p:cNvPr id="3" name="Subtitle 2">
            <a:extLst>
              <a:ext uri="{FF2B5EF4-FFF2-40B4-BE49-F238E27FC236}">
                <a16:creationId xmlns:a16="http://schemas.microsoft.com/office/drawing/2014/main" id="{64BF9F3F-08EA-51AC-D121-EB79EA68277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p:txBody>
          <a:bodyPr/>
          <a:lstStyle/>
          <a:p>
            <a:r>
              <a:rPr lang="en-US"/>
              <a:t>Oscar's 3d Mockup</a:t>
            </a:r>
          </a:p>
        </p:txBody>
      </p:sp>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p:txBody>
          <a:bodyPr/>
          <a:lstStyle/>
          <a:p>
            <a:r>
              <a:rPr lang="en-US"/>
              <a:t>Zef's 3D mockup</a:t>
            </a:r>
          </a:p>
        </p:txBody>
      </p:sp>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p:txBody>
          <a:bodyPr/>
          <a:lstStyle/>
          <a:p>
            <a:r>
              <a:rPr lang="en-US"/>
              <a:t>Zef's Website Mockup</a:t>
            </a:r>
          </a:p>
        </p:txBody>
      </p:sp>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spTree>
    <p:extLst>
      <p:ext uri="{BB962C8B-B14F-4D97-AF65-F5344CB8AC3E}">
        <p14:creationId xmlns:p14="http://schemas.microsoft.com/office/powerpoint/2010/main" val="1366860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p:txBody>
          <a:bodyPr/>
          <a:lstStyle/>
          <a:p>
            <a:r>
              <a:rPr lang="en-US"/>
              <a:t>Oscar's Website Mockup</a:t>
            </a:r>
          </a:p>
        </p:txBody>
      </p:sp>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spTree>
    <p:extLst>
      <p:ext uri="{BB962C8B-B14F-4D97-AF65-F5344CB8AC3E}">
        <p14:creationId xmlns:p14="http://schemas.microsoft.com/office/powerpoint/2010/main" val="3107933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p:txBody>
          <a:bodyPr/>
          <a:lstStyle/>
          <a:p>
            <a:r>
              <a:rPr lang="en-US"/>
              <a:t>Zef's Logo Mockup</a:t>
            </a:r>
          </a:p>
        </p:txBody>
      </p:sp>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spTree>
    <p:extLst>
      <p:ext uri="{BB962C8B-B14F-4D97-AF65-F5344CB8AC3E}">
        <p14:creationId xmlns:p14="http://schemas.microsoft.com/office/powerpoint/2010/main" val="28538550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p:txBody>
          <a:bodyPr/>
          <a:lstStyle/>
          <a:p>
            <a:r>
              <a:rPr lang="en-US"/>
              <a:t>Oscar's Logo Mockup</a:t>
            </a:r>
          </a:p>
        </p:txBody>
      </p:sp>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spTree>
    <p:extLst>
      <p:ext uri="{BB962C8B-B14F-4D97-AF65-F5344CB8AC3E}">
        <p14:creationId xmlns:p14="http://schemas.microsoft.com/office/powerpoint/2010/main" val="1380321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p:txBody>
          <a:bodyPr/>
          <a:lstStyle/>
          <a:p>
            <a:r>
              <a:rPr lang="en-US"/>
              <a:t>Taliah's logo Mockup</a:t>
            </a:r>
          </a:p>
        </p:txBody>
      </p:sp>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333170" y="2272908"/>
            <a:ext cx="5244027" cy="4585092"/>
          </a:xfrm>
          <a:prstGeom prst="rect">
            <a:avLst/>
          </a:prstGeom>
        </p:spPr>
      </p:pic>
    </p:spTree>
    <p:extLst>
      <p:ext uri="{BB962C8B-B14F-4D97-AF65-F5344CB8AC3E}">
        <p14:creationId xmlns:p14="http://schemas.microsoft.com/office/powerpoint/2010/main" val="13189327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504</Words>
  <Application>Microsoft Office PowerPoint</Application>
  <PresentationFormat>Widescreen</PresentationFormat>
  <Paragraphs>60</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Wingdings 3</vt:lpstr>
      <vt:lpstr>Office Theme</vt:lpstr>
      <vt:lpstr>SWQS</vt:lpstr>
      <vt:lpstr>Analysis stage</vt:lpstr>
      <vt:lpstr>Empathy map</vt:lpstr>
      <vt:lpstr>Ideate</vt:lpstr>
      <vt:lpstr>Filter </vt:lpstr>
      <vt:lpstr>Final decision </vt:lpstr>
      <vt:lpstr>Design</vt:lpstr>
      <vt:lpstr>Oscar's 3d Mockup</vt:lpstr>
      <vt:lpstr>Zef's 3D mockup</vt:lpstr>
      <vt:lpstr>Zef's Website Mockup</vt:lpstr>
      <vt:lpstr>Oscar's Website Mockup</vt:lpstr>
      <vt:lpstr>Zef's Logo Mockup</vt:lpstr>
      <vt:lpstr>Oscar's Logo Mockup</vt:lpstr>
      <vt:lpstr>Taliah's logo Mockup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2026-08-11T02:53:51Z</dcterms:modified>
</cp:coreProperties>
</file>