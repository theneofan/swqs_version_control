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9" r:id="rId4"/>
    <p:sldId id="260" r:id="rId5"/>
    <p:sldId id="276" r:id="rId6"/>
    <p:sldId id="261" r:id="rId7"/>
    <p:sldId id="262" r:id="rId8"/>
    <p:sldId id="263" r:id="rId9"/>
    <p:sldId id="269" r:id="rId10"/>
    <p:sldId id="271" r:id="rId11"/>
    <p:sldId id="264" r:id="rId12"/>
    <p:sldId id="265" r:id="rId13"/>
    <p:sldId id="272" r:id="rId14"/>
    <p:sldId id="266" r:id="rId15"/>
    <p:sldId id="267" r:id="rId16"/>
    <p:sldId id="268" r:id="rId17"/>
    <p:sldId id="270" r:id="rId18"/>
    <p:sldId id="273" r:id="rId19"/>
    <p:sldId id="274" r:id="rId20"/>
    <p:sldId id="277"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C57ACAD-9E3B-FF41-A5C1-B474DC49A7AD}" v="23" dt="2026-08-24T02:36:53.395"/>
    <p1510:client id="{D19DF884-7728-4B50-9CFA-D64B76504FB0}" v="72" dt="2026-08-24T02:37:44.67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6/11/relationships/changesInfo" Target="changesInfos/changesInfo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 Id="rId2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aliah Kassaby" userId="S::kas0005@wantirnacollege.vic.edu.au::23d269d0-e02c-425d-bfba-881a989e0172" providerId="AD" clId="Web-{00000000-0000-0000-0000-000000000000}"/>
    <pc:docChg chg="addSld modSld sldOrd">
      <pc:chgData name="Taliah Kassaby" userId="S::kas0005@wantirnacollege.vic.edu.au::23d269d0-e02c-425d-bfba-881a989e0172" providerId="AD" clId="Web-{00000000-0000-0000-0000-000000000000}" dt="2026-08-13T23:34:51.436" v="429" actId="1076"/>
      <pc:docMkLst>
        <pc:docMk/>
      </pc:docMkLst>
      <pc:sldChg chg="modSp">
        <pc:chgData name="Taliah Kassaby" userId="S::kas0005@wantirnacollege.vic.edu.au::23d269d0-e02c-425d-bfba-881a989e0172" providerId="AD" clId="Web-{00000000-0000-0000-0000-000000000000}" dt="2026-08-13T22:58:50.429" v="35" actId="1076"/>
        <pc:sldMkLst>
          <pc:docMk/>
          <pc:sldMk cId="1318932797" sldId="268"/>
        </pc:sldMkLst>
        <pc:picChg chg="mod">
          <ac:chgData name="Taliah Kassaby" userId="S::kas0005@wantirnacollege.vic.edu.au::23d269d0-e02c-425d-bfba-881a989e0172" providerId="AD" clId="Web-{00000000-0000-0000-0000-000000000000}" dt="2026-08-13T22:58:50.429" v="35" actId="1076"/>
          <ac:picMkLst>
            <pc:docMk/>
            <pc:sldMk cId="1318932797" sldId="268"/>
            <ac:picMk id="5" creationId="{E5450514-D7F2-2BB6-89C5-113A6524D56D}"/>
          </ac:picMkLst>
        </pc:picChg>
      </pc:sldChg>
      <pc:sldChg chg="addSp delSp modSp new ord">
        <pc:chgData name="Taliah Kassaby" userId="S::kas0005@wantirnacollege.vic.edu.au::23d269d0-e02c-425d-bfba-881a989e0172" providerId="AD" clId="Web-{00000000-0000-0000-0000-000000000000}" dt="2026-08-13T23:34:51.436" v="429" actId="1076"/>
        <pc:sldMkLst>
          <pc:docMk/>
          <pc:sldMk cId="2149723290" sldId="271"/>
        </pc:sldMkLst>
        <pc:spChg chg="mod">
          <ac:chgData name="Taliah Kassaby" userId="S::kas0005@wantirnacollege.vic.edu.au::23d269d0-e02c-425d-bfba-881a989e0172" providerId="AD" clId="Web-{00000000-0000-0000-0000-000000000000}" dt="2026-08-13T23:29:06.399" v="351" actId="20577"/>
          <ac:spMkLst>
            <pc:docMk/>
            <pc:sldMk cId="2149723290" sldId="271"/>
            <ac:spMk id="2" creationId="{9E00B712-F478-3D2F-6FB3-DFD07B0CE486}"/>
          </ac:spMkLst>
        </pc:spChg>
        <pc:spChg chg="add mod">
          <ac:chgData name="Taliah Kassaby" userId="S::kas0005@wantirnacollege.vic.edu.au::23d269d0-e02c-425d-bfba-881a989e0172" providerId="AD" clId="Web-{00000000-0000-0000-0000-000000000000}" dt="2026-08-13T23:33:51.963" v="374" actId="1076"/>
          <ac:spMkLst>
            <pc:docMk/>
            <pc:sldMk cId="2149723290" sldId="271"/>
            <ac:spMk id="28" creationId="{8C9A14B5-788B-221F-12D5-709CF3500FD7}"/>
          </ac:spMkLst>
        </pc:spChg>
        <pc:spChg chg="add mod">
          <ac:chgData name="Taliah Kassaby" userId="S::kas0005@wantirnacollege.vic.edu.au::23d269d0-e02c-425d-bfba-881a989e0172" providerId="AD" clId="Web-{00000000-0000-0000-0000-000000000000}" dt="2026-08-13T23:34:14.527" v="402" actId="20577"/>
          <ac:spMkLst>
            <pc:docMk/>
            <pc:sldMk cId="2149723290" sldId="271"/>
            <ac:spMk id="29" creationId="{227F652D-B0AC-B1DD-3150-D818EBAACA94}"/>
          </ac:spMkLst>
        </pc:spChg>
        <pc:spChg chg="add mod">
          <ac:chgData name="Taliah Kassaby" userId="S::kas0005@wantirnacollege.vic.edu.au::23d269d0-e02c-425d-bfba-881a989e0172" providerId="AD" clId="Web-{00000000-0000-0000-0000-000000000000}" dt="2026-08-13T23:34:51.436" v="429" actId="1076"/>
          <ac:spMkLst>
            <pc:docMk/>
            <pc:sldMk cId="2149723290" sldId="271"/>
            <ac:spMk id="30" creationId="{E3F63929-B519-BC47-0876-AEC72E415CD6}"/>
          </ac:spMkLst>
        </pc:spChg>
        <pc:spChg chg="add mod">
          <ac:chgData name="Taliah Kassaby" userId="S::kas0005@wantirnacollege.vic.edu.au::23d269d0-e02c-425d-bfba-881a989e0172" providerId="AD" clId="Web-{00000000-0000-0000-0000-000000000000}" dt="2026-08-13T23:34:41.982" v="427" actId="20577"/>
          <ac:spMkLst>
            <pc:docMk/>
            <pc:sldMk cId="2149723290" sldId="271"/>
            <ac:spMk id="31" creationId="{FCA63AC3-8831-EB6C-322F-BFEFB1947719}"/>
          </ac:spMkLst>
        </pc:spChg>
        <pc:picChg chg="add mod">
          <ac:chgData name="Taliah Kassaby" userId="S::kas0005@wantirnacollege.vic.edu.au::23d269d0-e02c-425d-bfba-881a989e0172" providerId="AD" clId="Web-{00000000-0000-0000-0000-000000000000}" dt="2026-08-13T23:31:54.566" v="356" actId="1076"/>
          <ac:picMkLst>
            <pc:docMk/>
            <pc:sldMk cId="2149723290" sldId="271"/>
            <ac:picMk id="22" creationId="{A31A787D-A890-5EAD-46FA-26AC0E9C12AE}"/>
          </ac:picMkLst>
        </pc:picChg>
        <pc:inkChg chg="add">
          <ac:chgData name="Taliah Kassaby" userId="S::kas0005@wantirnacollege.vic.edu.au::23d269d0-e02c-425d-bfba-881a989e0172" providerId="AD" clId="Web-{00000000-0000-0000-0000-000000000000}" dt="2026-08-13T23:10:45.894" v="82"/>
          <ac:inkMkLst>
            <pc:docMk/>
            <pc:sldMk cId="2149723290" sldId="271"/>
            <ac:inkMk id="15" creationId="{909F68AC-4533-5933-236C-3E8C64B7139B}"/>
          </ac:inkMkLst>
        </pc:inkChg>
        <pc:inkChg chg="add">
          <ac:chgData name="Taliah Kassaby" userId="S::kas0005@wantirnacollege.vic.edu.au::23d269d0-e02c-425d-bfba-881a989e0172" providerId="AD" clId="Web-{00000000-0000-0000-0000-000000000000}" dt="2026-08-13T23:12:10.056" v="84"/>
          <ac:inkMkLst>
            <pc:docMk/>
            <pc:sldMk cId="2149723290" sldId="271"/>
            <ac:inkMk id="17" creationId="{9D4E803E-C957-72AB-1BA1-FB3A08757C8F}"/>
          </ac:inkMkLst>
        </pc:inkChg>
        <pc:inkChg chg="add">
          <ac:chgData name="Taliah Kassaby" userId="S::kas0005@wantirnacollege.vic.edu.au::23d269d0-e02c-425d-bfba-881a989e0172" providerId="AD" clId="Web-{00000000-0000-0000-0000-000000000000}" dt="2026-08-13T23:12:10.759" v="85"/>
          <ac:inkMkLst>
            <pc:docMk/>
            <pc:sldMk cId="2149723290" sldId="271"/>
            <ac:inkMk id="18" creationId="{D845F142-7145-4B13-0DF0-D0D519116F4C}"/>
          </ac:inkMkLst>
        </pc:inkChg>
      </pc:sldChg>
      <pc:sldChg chg="addSp delSp modSp new ord">
        <pc:chgData name="Taliah Kassaby" userId="S::kas0005@wantirnacollege.vic.edu.au::23d269d0-e02c-425d-bfba-881a989e0172" providerId="AD" clId="Web-{00000000-0000-0000-0000-000000000000}" dt="2026-08-13T23:28:58.243" v="345"/>
        <pc:sldMkLst>
          <pc:docMk/>
          <pc:sldMk cId="4196453157" sldId="272"/>
        </pc:sldMkLst>
        <pc:spChg chg="mod">
          <ac:chgData name="Taliah Kassaby" userId="S::kas0005@wantirnacollege.vic.edu.au::23d269d0-e02c-425d-bfba-881a989e0172" providerId="AD" clId="Web-{00000000-0000-0000-0000-000000000000}" dt="2026-08-13T23:28:55.477" v="344" actId="20577"/>
          <ac:spMkLst>
            <pc:docMk/>
            <pc:sldMk cId="4196453157" sldId="272"/>
            <ac:spMk id="2" creationId="{DECC06B4-3A01-A656-443F-0A54FBECDA36}"/>
          </ac:spMkLst>
        </pc:spChg>
        <pc:spChg chg="add mod">
          <ac:chgData name="Taliah Kassaby" userId="S::kas0005@wantirnacollege.vic.edu.au::23d269d0-e02c-425d-bfba-881a989e0172" providerId="AD" clId="Web-{00000000-0000-0000-0000-000000000000}" dt="2026-08-13T23:27:10.736" v="196" actId="1076"/>
          <ac:spMkLst>
            <pc:docMk/>
            <pc:sldMk cId="4196453157" sldId="272"/>
            <ac:spMk id="16" creationId="{24FEF3ED-F281-D4E7-22C3-88CFF0405EB0}"/>
          </ac:spMkLst>
        </pc:spChg>
        <pc:spChg chg="add mod">
          <ac:chgData name="Taliah Kassaby" userId="S::kas0005@wantirnacollege.vic.edu.au::23d269d0-e02c-425d-bfba-881a989e0172" providerId="AD" clId="Web-{00000000-0000-0000-0000-000000000000}" dt="2026-08-13T23:27:44.426" v="237" actId="1076"/>
          <ac:spMkLst>
            <pc:docMk/>
            <pc:sldMk cId="4196453157" sldId="272"/>
            <ac:spMk id="22" creationId="{50409287-EF5B-CF5B-A14E-2C5D39440B15}"/>
          </ac:spMkLst>
        </pc:spChg>
        <pc:spChg chg="add mod">
          <ac:chgData name="Taliah Kassaby" userId="S::kas0005@wantirnacollege.vic.edu.au::23d269d0-e02c-425d-bfba-881a989e0172" providerId="AD" clId="Web-{00000000-0000-0000-0000-000000000000}" dt="2026-08-13T23:28:28.116" v="315" actId="1076"/>
          <ac:spMkLst>
            <pc:docMk/>
            <pc:sldMk cId="4196453157" sldId="272"/>
            <ac:spMk id="23" creationId="{4FF51D3C-6667-07BD-0EBF-46440DDD405A}"/>
          </ac:spMkLst>
        </pc:spChg>
        <pc:picChg chg="add mod ord">
          <ac:chgData name="Taliah Kassaby" userId="S::kas0005@wantirnacollege.vic.edu.au::23d269d0-e02c-425d-bfba-881a989e0172" providerId="AD" clId="Web-{00000000-0000-0000-0000-000000000000}" dt="2026-08-13T23:26:42.703" v="189" actId="1076"/>
          <ac:picMkLst>
            <pc:docMk/>
            <pc:sldMk cId="4196453157" sldId="272"/>
            <ac:picMk id="4" creationId="{6EB7D4B0-5233-EF46-C5FB-4067893490FB}"/>
          </ac:picMkLst>
        </pc:picChg>
        <pc:inkChg chg="add mod">
          <ac:chgData name="Taliah Kassaby" userId="S::kas0005@wantirnacollege.vic.edu.au::23d269d0-e02c-425d-bfba-881a989e0172" providerId="AD" clId="Web-{00000000-0000-0000-0000-000000000000}" dt="2026-08-13T23:26:50.750" v="192" actId="14100"/>
          <ac:inkMkLst>
            <pc:docMk/>
            <pc:sldMk cId="4196453157" sldId="272"/>
            <ac:inkMk id="5" creationId="{291E65B1-4420-81D5-05F8-C0FF12741F77}"/>
          </ac:inkMkLst>
        </pc:inkChg>
        <pc:inkChg chg="add">
          <ac:chgData name="Taliah Kassaby" userId="S::kas0005@wantirnacollege.vic.edu.au::23d269d0-e02c-425d-bfba-881a989e0172" providerId="AD" clId="Web-{00000000-0000-0000-0000-000000000000}" dt="2026-08-13T23:24:31.242" v="118"/>
          <ac:inkMkLst>
            <pc:docMk/>
            <pc:sldMk cId="4196453157" sldId="272"/>
            <ac:inkMk id="11" creationId="{53A11908-C8F3-228A-2A42-64DCE78996A9}"/>
          </ac:inkMkLst>
        </pc:inkChg>
        <pc:inkChg chg="add">
          <ac:chgData name="Taliah Kassaby" userId="S::kas0005@wantirnacollege.vic.edu.au::23d269d0-e02c-425d-bfba-881a989e0172" providerId="AD" clId="Web-{00000000-0000-0000-0000-000000000000}" dt="2026-08-13T23:24:35.804" v="119"/>
          <ac:inkMkLst>
            <pc:docMk/>
            <pc:sldMk cId="4196453157" sldId="272"/>
            <ac:inkMk id="12" creationId="{AB26A816-7054-250C-2DD5-14C1B01A714F}"/>
          </ac:inkMkLst>
        </pc:inkChg>
        <pc:inkChg chg="add">
          <ac:chgData name="Taliah Kassaby" userId="S::kas0005@wantirnacollege.vic.edu.au::23d269d0-e02c-425d-bfba-881a989e0172" providerId="AD" clId="Web-{00000000-0000-0000-0000-000000000000}" dt="2026-08-13T23:24:37.992" v="120"/>
          <ac:inkMkLst>
            <pc:docMk/>
            <pc:sldMk cId="4196453157" sldId="272"/>
            <ac:inkMk id="13" creationId="{0D5BF425-7455-5047-8B5B-95729688C396}"/>
          </ac:inkMkLst>
        </pc:inkChg>
        <pc:inkChg chg="add">
          <ac:chgData name="Taliah Kassaby" userId="S::kas0005@wantirnacollege.vic.edu.au::23d269d0-e02c-425d-bfba-881a989e0172" providerId="AD" clId="Web-{00000000-0000-0000-0000-000000000000}" dt="2026-08-13T23:24:41.648" v="121"/>
          <ac:inkMkLst>
            <pc:docMk/>
            <pc:sldMk cId="4196453157" sldId="272"/>
            <ac:inkMk id="14" creationId="{2221E05B-8385-4427-59AE-C55D3918076B}"/>
          </ac:inkMkLst>
        </pc:inkChg>
        <pc:inkChg chg="add">
          <ac:chgData name="Taliah Kassaby" userId="S::kas0005@wantirnacollege.vic.edu.au::23d269d0-e02c-425d-bfba-881a989e0172" providerId="AD" clId="Web-{00000000-0000-0000-0000-000000000000}" dt="2026-08-13T23:24:46.602" v="122"/>
          <ac:inkMkLst>
            <pc:docMk/>
            <pc:sldMk cId="4196453157" sldId="272"/>
            <ac:inkMk id="15" creationId="{E139891A-B456-ABC2-8311-60B3B4D12537}"/>
          </ac:inkMkLst>
        </pc:inkChg>
      </pc:sldChg>
    </pc:docChg>
  </pc:docChgLst>
  <pc:docChgLst>
    <pc:chgData name="Zef Ewart" userId="d55df615-e487-427e-b122-1eec8308b830" providerId="ADAL" clId="{D15140D9-557F-41C2-BE64-520539F8E8F3}"/>
    <pc:docChg chg="undo custSel addSld modSld">
      <pc:chgData name="Zef Ewart" userId="d55df615-e487-427e-b122-1eec8308b830" providerId="ADAL" clId="{D15140D9-557F-41C2-BE64-520539F8E8F3}" dt="2026-08-24T02:37:44.676" v="133" actId="2161"/>
      <pc:docMkLst>
        <pc:docMk/>
      </pc:docMkLst>
      <pc:sldChg chg="modSp mod">
        <pc:chgData name="Zef Ewart" userId="d55df615-e487-427e-b122-1eec8308b830" providerId="ADAL" clId="{D15140D9-557F-41C2-BE64-520539F8E8F3}" dt="2026-08-18T02:33:01.702" v="21" actId="1076"/>
        <pc:sldMkLst>
          <pc:docMk/>
          <pc:sldMk cId="4094592511" sldId="261"/>
        </pc:sldMkLst>
        <pc:spChg chg="mod">
          <ac:chgData name="Zef Ewart" userId="d55df615-e487-427e-b122-1eec8308b830" providerId="ADAL" clId="{D15140D9-557F-41C2-BE64-520539F8E8F3}" dt="2026-08-18T02:33:01.702" v="21" actId="1076"/>
          <ac:spMkLst>
            <pc:docMk/>
            <pc:sldMk cId="4094592511" sldId="261"/>
            <ac:spMk id="3" creationId="{69689C90-6221-A1FF-3431-0941A890942C}"/>
          </ac:spMkLst>
        </pc:spChg>
        <pc:spChg chg="mod">
          <ac:chgData name="Zef Ewart" userId="d55df615-e487-427e-b122-1eec8308b830" providerId="ADAL" clId="{D15140D9-557F-41C2-BE64-520539F8E8F3}" dt="2026-08-18T02:32:42.551" v="18" actId="1076"/>
          <ac:spMkLst>
            <pc:docMk/>
            <pc:sldMk cId="4094592511" sldId="261"/>
            <ac:spMk id="8" creationId="{E5BE8265-4C5F-67BB-6A15-D068CDB22A3C}"/>
          </ac:spMkLst>
        </pc:spChg>
      </pc:sldChg>
      <pc:sldChg chg="modSp mod">
        <pc:chgData name="Zef Ewart" userId="d55df615-e487-427e-b122-1eec8308b830" providerId="ADAL" clId="{D15140D9-557F-41C2-BE64-520539F8E8F3}" dt="2026-08-20T23:32:44.457" v="61" actId="20577"/>
        <pc:sldMkLst>
          <pc:docMk/>
          <pc:sldMk cId="3457692963" sldId="270"/>
        </pc:sldMkLst>
        <pc:spChg chg="mod">
          <ac:chgData name="Zef Ewart" userId="d55df615-e487-427e-b122-1eec8308b830" providerId="ADAL" clId="{D15140D9-557F-41C2-BE64-520539F8E8F3}" dt="2026-08-20T23:32:44.457" v="61" actId="20577"/>
          <ac:spMkLst>
            <pc:docMk/>
            <pc:sldMk cId="3457692963" sldId="270"/>
            <ac:spMk id="3" creationId="{C999C599-B8CA-EE81-4840-2B23F0BFE06D}"/>
          </ac:spMkLst>
        </pc:spChg>
      </pc:sldChg>
      <pc:sldChg chg="addSp delSp modSp new mod">
        <pc:chgData name="Zef Ewart" userId="d55df615-e487-427e-b122-1eec8308b830" providerId="ADAL" clId="{D15140D9-557F-41C2-BE64-520539F8E8F3}" dt="2026-08-24T02:37:44.676" v="133" actId="2161"/>
        <pc:sldMkLst>
          <pc:docMk/>
          <pc:sldMk cId="1098657898" sldId="277"/>
        </pc:sldMkLst>
        <pc:spChg chg="mod">
          <ac:chgData name="Zef Ewart" userId="d55df615-e487-427e-b122-1eec8308b830" providerId="ADAL" clId="{D15140D9-557F-41C2-BE64-520539F8E8F3}" dt="2026-08-18T02:36:34.273" v="34" actId="20577"/>
          <ac:spMkLst>
            <pc:docMk/>
            <pc:sldMk cId="1098657898" sldId="277"/>
            <ac:spMk id="2" creationId="{A60C07A3-0361-52C0-FF89-FE53253FC367}"/>
          </ac:spMkLst>
        </pc:spChg>
        <pc:spChg chg="del mod">
          <ac:chgData name="Zef Ewart" userId="d55df615-e487-427e-b122-1eec8308b830" providerId="ADAL" clId="{D15140D9-557F-41C2-BE64-520539F8E8F3}" dt="2026-08-24T02:35:08.701" v="62" actId="3680"/>
          <ac:spMkLst>
            <pc:docMk/>
            <pc:sldMk cId="1098657898" sldId="277"/>
            <ac:spMk id="3" creationId="{FBDB3519-0AA1-2B1E-B871-936C4F975A08}"/>
          </ac:spMkLst>
        </pc:spChg>
        <pc:graphicFrameChg chg="add mod ord modGraphic">
          <ac:chgData name="Zef Ewart" userId="d55df615-e487-427e-b122-1eec8308b830" providerId="ADAL" clId="{D15140D9-557F-41C2-BE64-520539F8E8F3}" dt="2026-08-24T02:37:44.676" v="133" actId="2161"/>
          <ac:graphicFrameMkLst>
            <pc:docMk/>
            <pc:sldMk cId="1098657898" sldId="277"/>
            <ac:graphicFrameMk id="4" creationId="{6955F883-FA0F-A64C-4AB0-6B28D02855B6}"/>
          </ac:graphicFrameMkLst>
        </pc:graphicFrameChg>
      </pc:sldChg>
    </pc:docChg>
  </pc:docChgLst>
  <pc:docChgLst>
    <pc:chgData name="Zef Ewart" userId="S::ewa0005@wantirnacollege.vic.edu.au::d55df615-e487-427e-b122-1eec8308b830" providerId="AD" clId="Web-{F06FBC25-D5A1-B4B9-830D-DD9FA3322021}"/>
    <pc:docChg chg="addSld modSld">
      <pc:chgData name="Zef Ewart" userId="S::ewa0005@wantirnacollege.vic.edu.au::d55df615-e487-427e-b122-1eec8308b830" providerId="AD" clId="Web-{F06FBC25-D5A1-B4B9-830D-DD9FA3322021}" dt="2026-08-13T23:16:32.548" v="614" actId="20577"/>
      <pc:docMkLst>
        <pc:docMk/>
      </pc:docMkLst>
      <pc:sldChg chg="modSp new">
        <pc:chgData name="Zef Ewart" userId="S::ewa0005@wantirnacollege.vic.edu.au::d55df615-e487-427e-b122-1eec8308b830" providerId="AD" clId="Web-{F06FBC25-D5A1-B4B9-830D-DD9FA3322021}" dt="2026-08-13T23:16:32.548" v="614" actId="20577"/>
        <pc:sldMkLst>
          <pc:docMk/>
          <pc:sldMk cId="3457692963" sldId="270"/>
        </pc:sldMkLst>
        <pc:spChg chg="mod">
          <ac:chgData name="Zef Ewart" userId="S::ewa0005@wantirnacollege.vic.edu.au::d55df615-e487-427e-b122-1eec8308b830" providerId="AD" clId="Web-{F06FBC25-D5A1-B4B9-830D-DD9FA3322021}" dt="2026-08-13T22:54:38.886" v="23" actId="20577"/>
          <ac:spMkLst>
            <pc:docMk/>
            <pc:sldMk cId="3457692963" sldId="270"/>
            <ac:spMk id="2" creationId="{9A6D4E23-7F5E-FFF1-E437-7D524E9B201B}"/>
          </ac:spMkLst>
        </pc:spChg>
        <pc:spChg chg="mod">
          <ac:chgData name="Zef Ewart" userId="S::ewa0005@wantirnacollege.vic.edu.au::d55df615-e487-427e-b122-1eec8308b830" providerId="AD" clId="Web-{F06FBC25-D5A1-B4B9-830D-DD9FA3322021}" dt="2026-08-13T23:16:32.548" v="614" actId="20577"/>
          <ac:spMkLst>
            <pc:docMk/>
            <pc:sldMk cId="3457692963" sldId="270"/>
            <ac:spMk id="3" creationId="{C999C599-B8CA-EE81-4840-2B23F0BFE06D}"/>
          </ac:spMkLst>
        </pc:spChg>
      </pc:sldChg>
    </pc:docChg>
  </pc:docChgLst>
  <pc:docChgLst>
    <pc:chgData name="Zef Ewart" userId="S::ewa0005@wantirnacollege.vic.edu.au::d55df615-e487-427e-b122-1eec8308b830" providerId="AD" clId="Web-{8C8B2183-FF6F-EF0C-B057-6277FEC65D75}"/>
    <pc:docChg chg="modSld">
      <pc:chgData name="Zef Ewart" userId="S::ewa0005@wantirnacollege.vic.edu.au::d55df615-e487-427e-b122-1eec8308b830" providerId="AD" clId="Web-{8C8B2183-FF6F-EF0C-B057-6277FEC65D75}" dt="2026-08-18T02:23:45.756" v="613" actId="1076"/>
      <pc:docMkLst>
        <pc:docMk/>
      </pc:docMkLst>
      <pc:sldChg chg="addSp modSp">
        <pc:chgData name="Zef Ewart" userId="S::ewa0005@wantirnacollege.vic.edu.au::d55df615-e487-427e-b122-1eec8308b830" providerId="AD" clId="Web-{8C8B2183-FF6F-EF0C-B057-6277FEC65D75}" dt="2026-08-18T02:23:45.756" v="613" actId="1076"/>
        <pc:sldMkLst>
          <pc:docMk/>
          <pc:sldMk cId="4094592511" sldId="261"/>
        </pc:sldMkLst>
        <pc:spChg chg="add mod">
          <ac:chgData name="Zef Ewart" userId="S::ewa0005@wantirnacollege.vic.edu.au::d55df615-e487-427e-b122-1eec8308b830" providerId="AD" clId="Web-{8C8B2183-FF6F-EF0C-B057-6277FEC65D75}" dt="2026-08-18T02:23:45.756" v="613" actId="1076"/>
          <ac:spMkLst>
            <pc:docMk/>
            <pc:sldMk cId="4094592511" sldId="261"/>
            <ac:spMk id="3" creationId="{69689C90-6221-A1FF-3431-0941A890942C}"/>
          </ac:spMkLst>
        </pc:spChg>
        <pc:spChg chg="mod">
          <ac:chgData name="Zef Ewart" userId="S::ewa0005@wantirnacollege.vic.edu.au::d55df615-e487-427e-b122-1eec8308b830" providerId="AD" clId="Web-{8C8B2183-FF6F-EF0C-B057-6277FEC65D75}" dt="2026-08-18T02:23:25.114" v="610" actId="20577"/>
          <ac:spMkLst>
            <pc:docMk/>
            <pc:sldMk cId="4094592511" sldId="261"/>
            <ac:spMk id="8" creationId="{E5BE8265-4C5F-67BB-6A15-D068CDB22A3C}"/>
          </ac:spMkLst>
        </pc:spChg>
        <pc:spChg chg="mod">
          <ac:chgData name="Zef Ewart" userId="S::ewa0005@wantirnacollege.vic.edu.au::d55df615-e487-427e-b122-1eec8308b830" providerId="AD" clId="Web-{8C8B2183-FF6F-EF0C-B057-6277FEC65D75}" dt="2026-08-18T02:21:09.085" v="518" actId="20577"/>
          <ac:spMkLst>
            <pc:docMk/>
            <pc:sldMk cId="4094592511" sldId="261"/>
            <ac:spMk id="13" creationId="{DBC6133C-0615-4CE4-9132-37E609A9BDFA}"/>
          </ac:spMkLst>
        </pc:spChg>
      </pc:sldChg>
      <pc:sldChg chg="modSp">
        <pc:chgData name="Zef Ewart" userId="S::ewa0005@wantirnacollege.vic.edu.au::d55df615-e487-427e-b122-1eec8308b830" providerId="AD" clId="Web-{8C8B2183-FF6F-EF0C-B057-6277FEC65D75}" dt="2026-08-18T02:18:34.720" v="503" actId="20577"/>
        <pc:sldMkLst>
          <pc:docMk/>
          <pc:sldMk cId="3457692963" sldId="270"/>
        </pc:sldMkLst>
        <pc:spChg chg="mod">
          <ac:chgData name="Zef Ewart" userId="S::ewa0005@wantirnacollege.vic.edu.au::d55df615-e487-427e-b122-1eec8308b830" providerId="AD" clId="Web-{8C8B2183-FF6F-EF0C-B057-6277FEC65D75}" dt="2026-08-18T02:18:34.720" v="503" actId="20577"/>
          <ac:spMkLst>
            <pc:docMk/>
            <pc:sldMk cId="3457692963" sldId="270"/>
            <ac:spMk id="3" creationId="{C999C599-B8CA-EE81-4840-2B23F0BFE06D}"/>
          </ac:spMkLst>
        </pc:spChg>
      </pc:sldChg>
    </pc:docChg>
  </pc:docChgLst>
  <pc:docChgLst>
    <pc:chgData name="Taliah Kassaby" userId="S::kas0005@wantirnacollege.vic.edu.au::23d269d0-e02c-425d-bfba-881a989e0172" providerId="AD" clId="Web-{A2F432F4-37D5-A3D0-114A-1D305E73D865}"/>
    <pc:docChg chg="addSld delSld modSld sldOrd">
      <pc:chgData name="Taliah Kassaby" userId="S::kas0005@wantirnacollege.vic.edu.au::23d269d0-e02c-425d-bfba-881a989e0172" providerId="AD" clId="Web-{A2F432F4-37D5-A3D0-114A-1D305E73D865}" dt="2026-08-18T02:58:59.388" v="539" actId="1076"/>
      <pc:docMkLst>
        <pc:docMk/>
      </pc:docMkLst>
      <pc:sldChg chg="addSp delSp modSp mod setBg">
        <pc:chgData name="Taliah Kassaby" userId="S::kas0005@wantirnacollege.vic.edu.au::23d269d0-e02c-425d-bfba-881a989e0172" providerId="AD" clId="Web-{A2F432F4-37D5-A3D0-114A-1D305E73D865}" dt="2026-08-18T02:30:46.010" v="399"/>
        <pc:sldMkLst>
          <pc:docMk/>
          <pc:sldMk cId="1388250180" sldId="256"/>
        </pc:sldMkLst>
        <pc:spChg chg="mod">
          <ac:chgData name="Taliah Kassaby" userId="S::kas0005@wantirnacollege.vic.edu.au::23d269d0-e02c-425d-bfba-881a989e0172" providerId="AD" clId="Web-{A2F432F4-37D5-A3D0-114A-1D305E73D865}" dt="2026-08-18T02:30:46.010" v="399"/>
          <ac:spMkLst>
            <pc:docMk/>
            <pc:sldMk cId="1388250180" sldId="256"/>
            <ac:spMk id="2" creationId="{6DB75583-8F97-757A-3D9C-B459F698BB0E}"/>
          </ac:spMkLst>
        </pc:spChg>
        <pc:spChg chg="mod">
          <ac:chgData name="Taliah Kassaby" userId="S::kas0005@wantirnacollege.vic.edu.au::23d269d0-e02c-425d-bfba-881a989e0172" providerId="AD" clId="Web-{A2F432F4-37D5-A3D0-114A-1D305E73D865}" dt="2026-08-18T02:30:46.010" v="399"/>
          <ac:spMkLst>
            <pc:docMk/>
            <pc:sldMk cId="1388250180" sldId="256"/>
            <ac:spMk id="3" creationId="{D6761061-F77B-C890-18C0-41105821CB02}"/>
          </ac:spMkLst>
        </pc:spChg>
        <pc:spChg chg="add del">
          <ac:chgData name="Taliah Kassaby" userId="S::kas0005@wantirnacollege.vic.edu.au::23d269d0-e02c-425d-bfba-881a989e0172" providerId="AD" clId="Web-{A2F432F4-37D5-A3D0-114A-1D305E73D865}" dt="2026-08-17T02:54:31.672" v="82"/>
          <ac:spMkLst>
            <pc:docMk/>
            <pc:sldMk cId="1388250180" sldId="256"/>
            <ac:spMk id="8" creationId="{C7D023E4-8DE1-436E-9847-ED6A4B4B04FD}"/>
          </ac:spMkLst>
        </pc:spChg>
        <pc:spChg chg="add del">
          <ac:chgData name="Taliah Kassaby" userId="S::kas0005@wantirnacollege.vic.edu.au::23d269d0-e02c-425d-bfba-881a989e0172" providerId="AD" clId="Web-{A2F432F4-37D5-A3D0-114A-1D305E73D865}" dt="2026-08-17T02:54:24.578" v="77"/>
          <ac:spMkLst>
            <pc:docMk/>
            <pc:sldMk cId="1388250180" sldId="256"/>
            <ac:spMk id="26" creationId="{3677BAFB-3BD3-41BB-9107-FAE224AE21C4}"/>
          </ac:spMkLst>
        </pc:spChg>
        <pc:spChg chg="add del">
          <ac:chgData name="Taliah Kassaby" userId="S::kas0005@wantirnacollege.vic.edu.au::23d269d0-e02c-425d-bfba-881a989e0172" providerId="AD" clId="Web-{A2F432F4-37D5-A3D0-114A-1D305E73D865}" dt="2026-08-17T02:54:24.578" v="77"/>
          <ac:spMkLst>
            <pc:docMk/>
            <pc:sldMk cId="1388250180" sldId="256"/>
            <ac:spMk id="30" creationId="{34B557F3-1A0C-4749-A6DB-EAC082DF390B}"/>
          </ac:spMkLst>
        </pc:spChg>
        <pc:spChg chg="add del">
          <ac:chgData name="Taliah Kassaby" userId="S::kas0005@wantirnacollege.vic.edu.au::23d269d0-e02c-425d-bfba-881a989e0172" providerId="AD" clId="Web-{A2F432F4-37D5-A3D0-114A-1D305E73D865}" dt="2026-08-17T02:54:24.578" v="77"/>
          <ac:spMkLst>
            <pc:docMk/>
            <pc:sldMk cId="1388250180" sldId="256"/>
            <ac:spMk id="32" creationId="{55D55AA6-3751-494F-868A-DCEDC5CE82BF}"/>
          </ac:spMkLst>
        </pc:spChg>
        <pc:spChg chg="add del">
          <ac:chgData name="Taliah Kassaby" userId="S::kas0005@wantirnacollege.vic.edu.au::23d269d0-e02c-425d-bfba-881a989e0172" providerId="AD" clId="Web-{A2F432F4-37D5-A3D0-114A-1D305E73D865}" dt="2026-08-17T02:54:24.578" v="77"/>
          <ac:spMkLst>
            <pc:docMk/>
            <pc:sldMk cId="1388250180" sldId="256"/>
            <ac:spMk id="34" creationId="{4D4C00DC-4DC6-4CD2-9E31-F17E6CEBC5A6}"/>
          </ac:spMkLst>
        </pc:spChg>
        <pc:spChg chg="add del">
          <ac:chgData name="Taliah Kassaby" userId="S::kas0005@wantirnacollege.vic.edu.au::23d269d0-e02c-425d-bfba-881a989e0172" providerId="AD" clId="Web-{A2F432F4-37D5-A3D0-114A-1D305E73D865}" dt="2026-08-17T02:54:24.578" v="77"/>
          <ac:spMkLst>
            <pc:docMk/>
            <pc:sldMk cId="1388250180" sldId="256"/>
            <ac:spMk id="36" creationId="{D82AB1B2-7970-42CF-8BF5-567C69E9FFFB}"/>
          </ac:spMkLst>
        </pc:spChg>
        <pc:spChg chg="add del">
          <ac:chgData name="Taliah Kassaby" userId="S::kas0005@wantirnacollege.vic.edu.au::23d269d0-e02c-425d-bfba-881a989e0172" providerId="AD" clId="Web-{A2F432F4-37D5-A3D0-114A-1D305E73D865}" dt="2026-08-17T02:54:24.578" v="77"/>
          <ac:spMkLst>
            <pc:docMk/>
            <pc:sldMk cId="1388250180" sldId="256"/>
            <ac:spMk id="42" creationId="{C10FB9CA-E7FA-462C-B537-F1224ED1ACF4}"/>
          </ac:spMkLst>
        </pc:spChg>
        <pc:spChg chg="add del">
          <ac:chgData name="Taliah Kassaby" userId="S::kas0005@wantirnacollege.vic.edu.au::23d269d0-e02c-425d-bfba-881a989e0172" providerId="AD" clId="Web-{A2F432F4-37D5-A3D0-114A-1D305E73D865}" dt="2026-08-17T02:54:24.578" v="77"/>
          <ac:spMkLst>
            <pc:docMk/>
            <pc:sldMk cId="1388250180" sldId="256"/>
            <ac:spMk id="44" creationId="{D8469AE7-A75B-4F37-850B-EF5974ABED2C}"/>
          </ac:spMkLst>
        </pc:spChg>
        <pc:spChg chg="add del">
          <ac:chgData name="Taliah Kassaby" userId="S::kas0005@wantirnacollege.vic.edu.au::23d269d0-e02c-425d-bfba-881a989e0172" providerId="AD" clId="Web-{A2F432F4-37D5-A3D0-114A-1D305E73D865}" dt="2026-08-17T02:54:26.281" v="79"/>
          <ac:spMkLst>
            <pc:docMk/>
            <pc:sldMk cId="1388250180" sldId="256"/>
            <ac:spMk id="217" creationId="{8C790BE2-4E4F-4AAF-81A2-4A6F4885EBE6}"/>
          </ac:spMkLst>
        </pc:spChg>
        <pc:spChg chg="add del">
          <ac:chgData name="Taliah Kassaby" userId="S::kas0005@wantirnacollege.vic.edu.au::23d269d0-e02c-425d-bfba-881a989e0172" providerId="AD" clId="Web-{A2F432F4-37D5-A3D0-114A-1D305E73D865}" dt="2026-08-17T02:54:26.281" v="79"/>
          <ac:spMkLst>
            <pc:docMk/>
            <pc:sldMk cId="1388250180" sldId="256"/>
            <ac:spMk id="218" creationId="{D28B54C3-B57B-472A-B96E-1FCB67093DC2}"/>
          </ac:spMkLst>
        </pc:spChg>
        <pc:spChg chg="add del">
          <ac:chgData name="Taliah Kassaby" userId="S::kas0005@wantirnacollege.vic.edu.au::23d269d0-e02c-425d-bfba-881a989e0172" providerId="AD" clId="Web-{A2F432F4-37D5-A3D0-114A-1D305E73D865}" dt="2026-08-17T02:54:26.281" v="79"/>
          <ac:spMkLst>
            <pc:docMk/>
            <pc:sldMk cId="1388250180" sldId="256"/>
            <ac:spMk id="219" creationId="{7DB3C429-F8DA-49B9-AF84-21996FCF78B5}"/>
          </ac:spMkLst>
        </pc:spChg>
        <pc:spChg chg="add del">
          <ac:chgData name="Taliah Kassaby" userId="S::kas0005@wantirnacollege.vic.edu.au::23d269d0-e02c-425d-bfba-881a989e0172" providerId="AD" clId="Web-{A2F432F4-37D5-A3D0-114A-1D305E73D865}" dt="2026-08-17T02:54:26.281" v="79"/>
          <ac:spMkLst>
            <pc:docMk/>
            <pc:sldMk cId="1388250180" sldId="256"/>
            <ac:spMk id="220" creationId="{E12088DD-B1AD-40E0-8B86-1D87A2CCD9BE}"/>
          </ac:spMkLst>
        </pc:spChg>
        <pc:spChg chg="add del">
          <ac:chgData name="Taliah Kassaby" userId="S::kas0005@wantirnacollege.vic.edu.au::23d269d0-e02c-425d-bfba-881a989e0172" providerId="AD" clId="Web-{A2F432F4-37D5-A3D0-114A-1D305E73D865}" dt="2026-08-17T02:54:26.281" v="79"/>
          <ac:spMkLst>
            <pc:docMk/>
            <pc:sldMk cId="1388250180" sldId="256"/>
            <ac:spMk id="221" creationId="{C4C9F2B0-1044-46EB-8AEB-C3BFFDE6C2CC}"/>
          </ac:spMkLst>
        </pc:spChg>
        <pc:spChg chg="add del">
          <ac:chgData name="Taliah Kassaby" userId="S::kas0005@wantirnacollege.vic.edu.au::23d269d0-e02c-425d-bfba-881a989e0172" providerId="AD" clId="Web-{A2F432F4-37D5-A3D0-114A-1D305E73D865}" dt="2026-08-17T02:54:26.281" v="79"/>
          <ac:spMkLst>
            <pc:docMk/>
            <pc:sldMk cId="1388250180" sldId="256"/>
            <ac:spMk id="222" creationId="{0C395952-4E26-45A2-8756-2ADFD6E53C6E}"/>
          </ac:spMkLst>
        </pc:spChg>
        <pc:spChg chg="add del">
          <ac:chgData name="Taliah Kassaby" userId="S::kas0005@wantirnacollege.vic.edu.au::23d269d0-e02c-425d-bfba-881a989e0172" providerId="AD" clId="Web-{A2F432F4-37D5-A3D0-114A-1D305E73D865}" dt="2026-08-17T02:54:26.281" v="79"/>
          <ac:spMkLst>
            <pc:docMk/>
            <pc:sldMk cId="1388250180" sldId="256"/>
            <ac:spMk id="223" creationId="{4734BADF-9461-4621-B112-2D7BABEA7DD0}"/>
          </ac:spMkLst>
        </pc:spChg>
        <pc:spChg chg="add del">
          <ac:chgData name="Taliah Kassaby" userId="S::kas0005@wantirnacollege.vic.edu.au::23d269d0-e02c-425d-bfba-881a989e0172" providerId="AD" clId="Web-{A2F432F4-37D5-A3D0-114A-1D305E73D865}" dt="2026-08-17T02:54:31.562" v="81"/>
          <ac:spMkLst>
            <pc:docMk/>
            <pc:sldMk cId="1388250180" sldId="256"/>
            <ac:spMk id="226" creationId="{E6823A9B-C188-42D4-847C-3AD928DB145C}"/>
          </ac:spMkLst>
        </pc:spChg>
        <pc:spChg chg="add del">
          <ac:chgData name="Taliah Kassaby" userId="S::kas0005@wantirnacollege.vic.edu.au::23d269d0-e02c-425d-bfba-881a989e0172" providerId="AD" clId="Web-{A2F432F4-37D5-A3D0-114A-1D305E73D865}" dt="2026-08-17T02:54:31.562" v="81"/>
          <ac:spMkLst>
            <pc:docMk/>
            <pc:sldMk cId="1388250180" sldId="256"/>
            <ac:spMk id="227" creationId="{34B557F3-1A0C-4749-A6DB-EAC082DF390B}"/>
          </ac:spMkLst>
        </pc:spChg>
        <pc:spChg chg="add del">
          <ac:chgData name="Taliah Kassaby" userId="S::kas0005@wantirnacollege.vic.edu.au::23d269d0-e02c-425d-bfba-881a989e0172" providerId="AD" clId="Web-{A2F432F4-37D5-A3D0-114A-1D305E73D865}" dt="2026-08-17T02:54:31.562" v="81"/>
          <ac:spMkLst>
            <pc:docMk/>
            <pc:sldMk cId="1388250180" sldId="256"/>
            <ac:spMk id="228" creationId="{55D55AA6-3751-494F-868A-DCEDC5CE82BF}"/>
          </ac:spMkLst>
        </pc:spChg>
        <pc:spChg chg="add del">
          <ac:chgData name="Taliah Kassaby" userId="S::kas0005@wantirnacollege.vic.edu.au::23d269d0-e02c-425d-bfba-881a989e0172" providerId="AD" clId="Web-{A2F432F4-37D5-A3D0-114A-1D305E73D865}" dt="2026-08-17T02:54:31.562" v="81"/>
          <ac:spMkLst>
            <pc:docMk/>
            <pc:sldMk cId="1388250180" sldId="256"/>
            <ac:spMk id="229" creationId="{4D4C00DC-4DC6-4CD2-9E31-F17E6CEBC5A6}"/>
          </ac:spMkLst>
        </pc:spChg>
        <pc:spChg chg="add del">
          <ac:chgData name="Taliah Kassaby" userId="S::kas0005@wantirnacollege.vic.edu.au::23d269d0-e02c-425d-bfba-881a989e0172" providerId="AD" clId="Web-{A2F432F4-37D5-A3D0-114A-1D305E73D865}" dt="2026-08-17T02:54:31.562" v="81"/>
          <ac:spMkLst>
            <pc:docMk/>
            <pc:sldMk cId="1388250180" sldId="256"/>
            <ac:spMk id="230" creationId="{D82AB1B2-7970-42CF-8BF5-567C69E9FFFB}"/>
          </ac:spMkLst>
        </pc:spChg>
        <pc:spChg chg="add del">
          <ac:chgData name="Taliah Kassaby" userId="S::kas0005@wantirnacollege.vic.edu.au::23d269d0-e02c-425d-bfba-881a989e0172" providerId="AD" clId="Web-{A2F432F4-37D5-A3D0-114A-1D305E73D865}" dt="2026-08-17T02:54:31.562" v="81"/>
          <ac:spMkLst>
            <pc:docMk/>
            <pc:sldMk cId="1388250180" sldId="256"/>
            <ac:spMk id="232" creationId="{C10FB9CA-E7FA-462C-B537-F1224ED1ACF4}"/>
          </ac:spMkLst>
        </pc:spChg>
        <pc:spChg chg="add del">
          <ac:chgData name="Taliah Kassaby" userId="S::kas0005@wantirnacollege.vic.edu.au::23d269d0-e02c-425d-bfba-881a989e0172" providerId="AD" clId="Web-{A2F432F4-37D5-A3D0-114A-1D305E73D865}" dt="2026-08-17T02:54:31.562" v="81"/>
          <ac:spMkLst>
            <pc:docMk/>
            <pc:sldMk cId="1388250180" sldId="256"/>
            <ac:spMk id="233" creationId="{D8469AE7-A75B-4F37-850B-EF5974ABED2C}"/>
          </ac:spMkLst>
        </pc:spChg>
        <pc:spChg chg="add del">
          <ac:chgData name="Taliah Kassaby" userId="S::kas0005@wantirnacollege.vic.edu.au::23d269d0-e02c-425d-bfba-881a989e0172" providerId="AD" clId="Web-{A2F432F4-37D5-A3D0-114A-1D305E73D865}" dt="2026-08-17T02:55:09.612" v="87"/>
          <ac:spMkLst>
            <pc:docMk/>
            <pc:sldMk cId="1388250180" sldId="256"/>
            <ac:spMk id="236" creationId="{C7D023E4-8DE1-436E-9847-ED6A4B4B04FD}"/>
          </ac:spMkLst>
        </pc:spChg>
        <pc:spChg chg="add del">
          <ac:chgData name="Taliah Kassaby" userId="S::kas0005@wantirnacollege.vic.edu.au::23d269d0-e02c-425d-bfba-881a989e0172" providerId="AD" clId="Web-{A2F432F4-37D5-A3D0-114A-1D305E73D865}" dt="2026-08-17T02:57:11.714" v="108"/>
          <ac:spMkLst>
            <pc:docMk/>
            <pc:sldMk cId="1388250180" sldId="256"/>
            <ac:spMk id="247" creationId="{6F5A5072-7B47-4D32-B52A-4EBBF590B8A5}"/>
          </ac:spMkLst>
        </pc:spChg>
        <pc:spChg chg="add del">
          <ac:chgData name="Taliah Kassaby" userId="S::kas0005@wantirnacollege.vic.edu.au::23d269d0-e02c-425d-bfba-881a989e0172" providerId="AD" clId="Web-{A2F432F4-37D5-A3D0-114A-1D305E73D865}" dt="2026-08-17T02:57:11.714" v="108"/>
          <ac:spMkLst>
            <pc:docMk/>
            <pc:sldMk cId="1388250180" sldId="256"/>
            <ac:spMk id="249" creationId="{9715DAF0-AE1B-46C9-8A6B-DB2AA05AB91D}"/>
          </ac:spMkLst>
        </pc:spChg>
        <pc:spChg chg="add del">
          <ac:chgData name="Taliah Kassaby" userId="S::kas0005@wantirnacollege.vic.edu.au::23d269d0-e02c-425d-bfba-881a989e0172" providerId="AD" clId="Web-{A2F432F4-37D5-A3D0-114A-1D305E73D865}" dt="2026-08-17T02:57:11.714" v="108"/>
          <ac:spMkLst>
            <pc:docMk/>
            <pc:sldMk cId="1388250180" sldId="256"/>
            <ac:spMk id="251" creationId="{6016219D-510E-4184-9090-6D5578A87BD1}"/>
          </ac:spMkLst>
        </pc:spChg>
        <pc:spChg chg="add del">
          <ac:chgData name="Taliah Kassaby" userId="S::kas0005@wantirnacollege.vic.edu.au::23d269d0-e02c-425d-bfba-881a989e0172" providerId="AD" clId="Web-{A2F432F4-37D5-A3D0-114A-1D305E73D865}" dt="2026-08-17T02:57:11.714" v="108"/>
          <ac:spMkLst>
            <pc:docMk/>
            <pc:sldMk cId="1388250180" sldId="256"/>
            <ac:spMk id="253" creationId="{AFF4A713-7B75-4B21-90D7-5AB19547C728}"/>
          </ac:spMkLst>
        </pc:spChg>
        <pc:spChg chg="add del">
          <ac:chgData name="Taliah Kassaby" userId="S::kas0005@wantirnacollege.vic.edu.au::23d269d0-e02c-425d-bfba-881a989e0172" providerId="AD" clId="Web-{A2F432F4-37D5-A3D0-114A-1D305E73D865}" dt="2026-08-17T02:57:11.714" v="108"/>
          <ac:spMkLst>
            <pc:docMk/>
            <pc:sldMk cId="1388250180" sldId="256"/>
            <ac:spMk id="255" creationId="{DC631C0B-6DA6-4E57-8231-CE32B3434A7E}"/>
          </ac:spMkLst>
        </pc:spChg>
        <pc:spChg chg="add del">
          <ac:chgData name="Taliah Kassaby" userId="S::kas0005@wantirnacollege.vic.edu.au::23d269d0-e02c-425d-bfba-881a989e0172" providerId="AD" clId="Web-{A2F432F4-37D5-A3D0-114A-1D305E73D865}" dt="2026-08-17T02:57:11.714" v="108"/>
          <ac:spMkLst>
            <pc:docMk/>
            <pc:sldMk cId="1388250180" sldId="256"/>
            <ac:spMk id="257" creationId="{C29501E6-A978-4A61-9689-9085AF97A53A}"/>
          </ac:spMkLst>
        </pc:spChg>
        <pc:spChg chg="del">
          <ac:chgData name="Taliah Kassaby" userId="S::kas0005@wantirnacollege.vic.edu.au::23d269d0-e02c-425d-bfba-881a989e0172" providerId="AD" clId="Web-{A2F432F4-37D5-A3D0-114A-1D305E73D865}" dt="2026-08-18T02:26:39.489" v="359"/>
          <ac:spMkLst>
            <pc:docMk/>
            <pc:sldMk cId="1388250180" sldId="256"/>
            <ac:spMk id="262" creationId="{934F1179-B481-4F9E-BCA3-AFB972070F83}"/>
          </ac:spMkLst>
        </pc:spChg>
        <pc:spChg chg="add del">
          <ac:chgData name="Taliah Kassaby" userId="S::kas0005@wantirnacollege.vic.edu.au::23d269d0-e02c-425d-bfba-881a989e0172" providerId="AD" clId="Web-{A2F432F4-37D5-A3D0-114A-1D305E73D865}" dt="2026-08-18T02:26:39.489" v="359"/>
          <ac:spMkLst>
            <pc:docMk/>
            <pc:sldMk cId="1388250180" sldId="256"/>
            <ac:spMk id="264" creationId="{827DC2C4-B485-428A-BF4A-472D2967F47F}"/>
          </ac:spMkLst>
        </pc:spChg>
        <pc:spChg chg="add del">
          <ac:chgData name="Taliah Kassaby" userId="S::kas0005@wantirnacollege.vic.edu.au::23d269d0-e02c-425d-bfba-881a989e0172" providerId="AD" clId="Web-{A2F432F4-37D5-A3D0-114A-1D305E73D865}" dt="2026-08-18T02:26:39.489" v="359"/>
          <ac:spMkLst>
            <pc:docMk/>
            <pc:sldMk cId="1388250180" sldId="256"/>
            <ac:spMk id="266" creationId="{EE04B5EB-F158-4507-90DD-BD23620C7CC9}"/>
          </ac:spMkLst>
        </pc:spChg>
        <pc:spChg chg="add del">
          <ac:chgData name="Taliah Kassaby" userId="S::kas0005@wantirnacollege.vic.edu.au::23d269d0-e02c-425d-bfba-881a989e0172" providerId="AD" clId="Web-{A2F432F4-37D5-A3D0-114A-1D305E73D865}" dt="2026-08-18T02:30:46.010" v="399"/>
          <ac:spMkLst>
            <pc:docMk/>
            <pc:sldMk cId="1388250180" sldId="256"/>
            <ac:spMk id="271" creationId="{1A3C89F8-0D2F-47FF-B903-151248265F47}"/>
          </ac:spMkLst>
        </pc:spChg>
        <pc:spChg chg="add del">
          <ac:chgData name="Taliah Kassaby" userId="S::kas0005@wantirnacollege.vic.edu.au::23d269d0-e02c-425d-bfba-881a989e0172" providerId="AD" clId="Web-{A2F432F4-37D5-A3D0-114A-1D305E73D865}" dt="2026-08-18T02:30:46.010" v="399"/>
          <ac:spMkLst>
            <pc:docMk/>
            <pc:sldMk cId="1388250180" sldId="256"/>
            <ac:spMk id="273" creationId="{C5CB530E-515E-412C-9DF1-5F8FFBD6F383}"/>
          </ac:spMkLst>
        </pc:spChg>
        <pc:spChg chg="add del">
          <ac:chgData name="Taliah Kassaby" userId="S::kas0005@wantirnacollege.vic.edu.au::23d269d0-e02c-425d-bfba-881a989e0172" providerId="AD" clId="Web-{A2F432F4-37D5-A3D0-114A-1D305E73D865}" dt="2026-08-18T02:30:46.010" v="399"/>
          <ac:spMkLst>
            <pc:docMk/>
            <pc:sldMk cId="1388250180" sldId="256"/>
            <ac:spMk id="275" creationId="{712D4376-A578-4FF1-94FC-245E7A6A489F}"/>
          </ac:spMkLst>
        </pc:spChg>
        <pc:spChg chg="add del">
          <ac:chgData name="Taliah Kassaby" userId="S::kas0005@wantirnacollege.vic.edu.au::23d269d0-e02c-425d-bfba-881a989e0172" providerId="AD" clId="Web-{A2F432F4-37D5-A3D0-114A-1D305E73D865}" dt="2026-08-18T02:30:46.010" v="399"/>
          <ac:spMkLst>
            <pc:docMk/>
            <pc:sldMk cId="1388250180" sldId="256"/>
            <ac:spMk id="281" creationId="{508BEF50-7B1E-49A4-BC19-5F4F1D755E64}"/>
          </ac:spMkLst>
        </pc:spChg>
        <pc:spChg chg="add del">
          <ac:chgData name="Taliah Kassaby" userId="S::kas0005@wantirnacollege.vic.edu.au::23d269d0-e02c-425d-bfba-881a989e0172" providerId="AD" clId="Web-{A2F432F4-37D5-A3D0-114A-1D305E73D865}" dt="2026-08-18T02:30:45.979" v="398"/>
          <ac:spMkLst>
            <pc:docMk/>
            <pc:sldMk cId="1388250180" sldId="256"/>
            <ac:spMk id="283" creationId="{3FBAD350-5664-4811-A208-657FB882D350}"/>
          </ac:spMkLst>
        </pc:spChg>
        <pc:spChg chg="add del">
          <ac:chgData name="Taliah Kassaby" userId="S::kas0005@wantirnacollege.vic.edu.au::23d269d0-e02c-425d-bfba-881a989e0172" providerId="AD" clId="Web-{A2F432F4-37D5-A3D0-114A-1D305E73D865}" dt="2026-08-18T02:30:46.010" v="399"/>
          <ac:spMkLst>
            <pc:docMk/>
            <pc:sldMk cId="1388250180" sldId="256"/>
            <ac:spMk id="285" creationId="{C39ADB8F-D187-49D7-BDCF-C1B6DC727068}"/>
          </ac:spMkLst>
        </pc:spChg>
        <pc:spChg chg="add del">
          <ac:chgData name="Taliah Kassaby" userId="S::kas0005@wantirnacollege.vic.edu.au::23d269d0-e02c-425d-bfba-881a989e0172" providerId="AD" clId="Web-{A2F432F4-37D5-A3D0-114A-1D305E73D865}" dt="2026-08-18T02:30:45.979" v="398"/>
          <ac:spMkLst>
            <pc:docMk/>
            <pc:sldMk cId="1388250180" sldId="256"/>
            <ac:spMk id="290" creationId="{489B7BFD-8F45-4093-AD9C-91B15B0503D9}"/>
          </ac:spMkLst>
        </pc:spChg>
        <pc:spChg chg="add">
          <ac:chgData name="Taliah Kassaby" userId="S::kas0005@wantirnacollege.vic.edu.au::23d269d0-e02c-425d-bfba-881a989e0172" providerId="AD" clId="Web-{A2F432F4-37D5-A3D0-114A-1D305E73D865}" dt="2026-08-18T02:30:46.010" v="399"/>
          <ac:spMkLst>
            <pc:docMk/>
            <pc:sldMk cId="1388250180" sldId="256"/>
            <ac:spMk id="294" creationId="{2BE67753-EA0E-4819-8D22-0B6600CF7231}"/>
          </ac:spMkLst>
        </pc:spChg>
        <pc:spChg chg="add del">
          <ac:chgData name="Taliah Kassaby" userId="S::kas0005@wantirnacollege.vic.edu.au::23d269d0-e02c-425d-bfba-881a989e0172" providerId="AD" clId="Web-{A2F432F4-37D5-A3D0-114A-1D305E73D865}" dt="2026-08-18T02:30:45.979" v="398"/>
          <ac:spMkLst>
            <pc:docMk/>
            <pc:sldMk cId="1388250180" sldId="256"/>
            <ac:spMk id="296" creationId="{498F8FF6-43B4-494A-AF8F-123A4983EDF7}"/>
          </ac:spMkLst>
        </pc:spChg>
        <pc:spChg chg="add del">
          <ac:chgData name="Taliah Kassaby" userId="S::kas0005@wantirnacollege.vic.edu.au::23d269d0-e02c-425d-bfba-881a989e0172" providerId="AD" clId="Web-{A2F432F4-37D5-A3D0-114A-1D305E73D865}" dt="2026-08-18T02:30:45.979" v="398"/>
          <ac:spMkLst>
            <pc:docMk/>
            <pc:sldMk cId="1388250180" sldId="256"/>
            <ac:spMk id="298" creationId="{2B06059C-C357-4011-82B9-9C0106301384}"/>
          </ac:spMkLst>
        </pc:spChg>
        <pc:spChg chg="add del">
          <ac:chgData name="Taliah Kassaby" userId="S::kas0005@wantirnacollege.vic.edu.au::23d269d0-e02c-425d-bfba-881a989e0172" providerId="AD" clId="Web-{A2F432F4-37D5-A3D0-114A-1D305E73D865}" dt="2026-08-18T02:30:45.979" v="398"/>
          <ac:spMkLst>
            <pc:docMk/>
            <pc:sldMk cId="1388250180" sldId="256"/>
            <ac:spMk id="302" creationId="{279CAF82-0ECF-42BE-8F37-F71941E5D410}"/>
          </ac:spMkLst>
        </pc:spChg>
        <pc:spChg chg="add del">
          <ac:chgData name="Taliah Kassaby" userId="S::kas0005@wantirnacollege.vic.edu.au::23d269d0-e02c-425d-bfba-881a989e0172" providerId="AD" clId="Web-{A2F432F4-37D5-A3D0-114A-1D305E73D865}" dt="2026-08-18T02:30:45.979" v="398"/>
          <ac:spMkLst>
            <pc:docMk/>
            <pc:sldMk cId="1388250180" sldId="256"/>
            <ac:spMk id="313" creationId="{033BC44A-0661-43B4-9C14-FD5963C226AE}"/>
          </ac:spMkLst>
        </pc:spChg>
        <pc:spChg chg="add del">
          <ac:chgData name="Taliah Kassaby" userId="S::kas0005@wantirnacollege.vic.edu.au::23d269d0-e02c-425d-bfba-881a989e0172" providerId="AD" clId="Web-{A2F432F4-37D5-A3D0-114A-1D305E73D865}" dt="2026-08-18T02:30:45.979" v="398"/>
          <ac:spMkLst>
            <pc:docMk/>
            <pc:sldMk cId="1388250180" sldId="256"/>
            <ac:spMk id="317" creationId="{FFD3887D-244B-4EC4-9208-E304984C5D0F}"/>
          </ac:spMkLst>
        </pc:spChg>
        <pc:spChg chg="add">
          <ac:chgData name="Taliah Kassaby" userId="S::kas0005@wantirnacollege.vic.edu.au::23d269d0-e02c-425d-bfba-881a989e0172" providerId="AD" clId="Web-{A2F432F4-37D5-A3D0-114A-1D305E73D865}" dt="2026-08-18T02:30:46.010" v="399"/>
          <ac:spMkLst>
            <pc:docMk/>
            <pc:sldMk cId="1388250180" sldId="256"/>
            <ac:spMk id="321" creationId="{5A292AEA-2528-46C0-B426-95822B6141FB}"/>
          </ac:spMkLst>
        </pc:spChg>
        <pc:spChg chg="add">
          <ac:chgData name="Taliah Kassaby" userId="S::kas0005@wantirnacollege.vic.edu.au::23d269d0-e02c-425d-bfba-881a989e0172" providerId="AD" clId="Web-{A2F432F4-37D5-A3D0-114A-1D305E73D865}" dt="2026-08-18T02:30:46.010" v="399"/>
          <ac:spMkLst>
            <pc:docMk/>
            <pc:sldMk cId="1388250180" sldId="256"/>
            <ac:spMk id="322" creationId="{D8B7B198-E4DF-43CD-AD8C-199884323745}"/>
          </ac:spMkLst>
        </pc:spChg>
        <pc:grpChg chg="add del">
          <ac:chgData name="Taliah Kassaby" userId="S::kas0005@wantirnacollege.vic.edu.au::23d269d0-e02c-425d-bfba-881a989e0172" providerId="AD" clId="Web-{A2F432F4-37D5-A3D0-114A-1D305E73D865}" dt="2026-08-17T02:54:31.672" v="82"/>
          <ac:grpSpMkLst>
            <pc:docMk/>
            <pc:sldMk cId="1388250180" sldId="256"/>
            <ac:grpSpMk id="10" creationId="{1FEC590B-3306-47E9-BD67-97F3F76169A4}"/>
          </ac:grpSpMkLst>
        </pc:grpChg>
        <pc:grpChg chg="add del">
          <ac:chgData name="Taliah Kassaby" userId="S::kas0005@wantirnacollege.vic.edu.au::23d269d0-e02c-425d-bfba-881a989e0172" providerId="AD" clId="Web-{A2F432F4-37D5-A3D0-114A-1D305E73D865}" dt="2026-08-17T02:54:31.672" v="82"/>
          <ac:grpSpMkLst>
            <pc:docMk/>
            <pc:sldMk cId="1388250180" sldId="256"/>
            <ac:grpSpMk id="14" creationId="{A47AAF5E-1692-48C9-98FB-6432BF0BC4F7}"/>
          </ac:grpSpMkLst>
        </pc:grpChg>
        <pc:grpChg chg="add del">
          <ac:chgData name="Taliah Kassaby" userId="S::kas0005@wantirnacollege.vic.edu.au::23d269d0-e02c-425d-bfba-881a989e0172" providerId="AD" clId="Web-{A2F432F4-37D5-A3D0-114A-1D305E73D865}" dt="2026-08-17T02:55:09.612" v="87"/>
          <ac:grpSpMkLst>
            <pc:docMk/>
            <pc:sldMk cId="1388250180" sldId="256"/>
            <ac:grpSpMk id="237" creationId="{1FEC590B-3306-47E9-BD67-97F3F76169A4}"/>
          </ac:grpSpMkLst>
        </pc:grpChg>
        <pc:grpChg chg="add">
          <ac:chgData name="Taliah Kassaby" userId="S::kas0005@wantirnacollege.vic.edu.au::23d269d0-e02c-425d-bfba-881a989e0172" providerId="AD" clId="Web-{A2F432F4-37D5-A3D0-114A-1D305E73D865}" dt="2026-08-17T02:54:31.672" v="82"/>
          <ac:grpSpMkLst>
            <pc:docMk/>
            <pc:sldMk cId="1388250180" sldId="256"/>
            <ac:grpSpMk id="239" creationId="{A47AAF5E-1692-48C9-98FB-6432BF0BC4F7}"/>
          </ac:grpSpMkLst>
        </pc:grpChg>
      </pc:sldChg>
      <pc:sldChg chg="addSp delSp modSp mod setBg">
        <pc:chgData name="Taliah Kassaby" userId="S::kas0005@wantirnacollege.vic.edu.au::23d269d0-e02c-425d-bfba-881a989e0172" providerId="AD" clId="Web-{A2F432F4-37D5-A3D0-114A-1D305E73D865}" dt="2026-08-17T02:57:16.464" v="109"/>
        <pc:sldMkLst>
          <pc:docMk/>
          <pc:sldMk cId="2121627959" sldId="257"/>
        </pc:sldMkLst>
        <pc:spChg chg="mod">
          <ac:chgData name="Taliah Kassaby" userId="S::kas0005@wantirnacollege.vic.edu.au::23d269d0-e02c-425d-bfba-881a989e0172" providerId="AD" clId="Web-{A2F432F4-37D5-A3D0-114A-1D305E73D865}" dt="2026-08-17T02:57:16.464" v="109"/>
          <ac:spMkLst>
            <pc:docMk/>
            <pc:sldMk cId="2121627959" sldId="257"/>
            <ac:spMk id="2" creationId="{521F26B0-D3C6-35B1-EC55-6D3A318B5E22}"/>
          </ac:spMkLst>
        </pc:spChg>
        <pc:spChg chg="del mod">
          <ac:chgData name="Taliah Kassaby" userId="S::kas0005@wantirnacollege.vic.edu.au::23d269d0-e02c-425d-bfba-881a989e0172" providerId="AD" clId="Web-{A2F432F4-37D5-A3D0-114A-1D305E73D865}" dt="2026-08-17T02:50:32.813" v="3"/>
          <ac:spMkLst>
            <pc:docMk/>
            <pc:sldMk cId="2121627959" sldId="257"/>
            <ac:spMk id="3" creationId="{7DA0C8D1-30FF-CA11-C6A3-5312A2BF0038}"/>
          </ac:spMkLst>
        </pc:spChg>
        <pc:spChg chg="add del mod">
          <ac:chgData name="Taliah Kassaby" userId="S::kas0005@wantirnacollege.vic.edu.au::23d269d0-e02c-425d-bfba-881a989e0172" providerId="AD" clId="Web-{A2F432F4-37D5-A3D0-114A-1D305E73D865}" dt="2026-08-17T02:54:56.721" v="85"/>
          <ac:spMkLst>
            <pc:docMk/>
            <pc:sldMk cId="2121627959" sldId="257"/>
            <ac:spMk id="5" creationId="{DA27DDA4-9AAB-BB2C-2B56-785C457ABF0E}"/>
          </ac:spMkLst>
        </pc:spChg>
        <pc:spChg chg="add del">
          <ac:chgData name="Taliah Kassaby" userId="S::kas0005@wantirnacollege.vic.edu.au::23d269d0-e02c-425d-bfba-881a989e0172" providerId="AD" clId="Web-{A2F432F4-37D5-A3D0-114A-1D305E73D865}" dt="2026-08-17T02:55:05.221" v="86"/>
          <ac:spMkLst>
            <pc:docMk/>
            <pc:sldMk cId="2121627959" sldId="257"/>
            <ac:spMk id="8" creationId="{C7D023E4-8DE1-436E-9847-ED6A4B4B04FD}"/>
          </ac:spMkLst>
        </pc:spChg>
        <pc:spChg chg="add del">
          <ac:chgData name="Taliah Kassaby" userId="S::kas0005@wantirnacollege.vic.edu.au::23d269d0-e02c-425d-bfba-881a989e0172" providerId="AD" clId="Web-{A2F432F4-37D5-A3D0-114A-1D305E73D865}" dt="2026-08-17T02:57:16.464" v="109"/>
          <ac:spMkLst>
            <pc:docMk/>
            <pc:sldMk cId="2121627959" sldId="257"/>
            <ac:spMk id="26" creationId="{0E30439A-8A5B-46EC-8283-9B6B031D40D0}"/>
          </ac:spMkLst>
        </pc:spChg>
        <pc:spChg chg="add del">
          <ac:chgData name="Taliah Kassaby" userId="S::kas0005@wantirnacollege.vic.edu.au::23d269d0-e02c-425d-bfba-881a989e0172" providerId="AD" clId="Web-{A2F432F4-37D5-A3D0-114A-1D305E73D865}" dt="2026-08-17T02:57:16.464" v="109"/>
          <ac:spMkLst>
            <pc:docMk/>
            <pc:sldMk cId="2121627959" sldId="257"/>
            <ac:spMk id="28" creationId="{5CEAD642-85CF-4750-8432-7C80C901F001}"/>
          </ac:spMkLst>
        </pc:spChg>
        <pc:spChg chg="add del">
          <ac:chgData name="Taliah Kassaby" userId="S::kas0005@wantirnacollege.vic.edu.au::23d269d0-e02c-425d-bfba-881a989e0172" providerId="AD" clId="Web-{A2F432F4-37D5-A3D0-114A-1D305E73D865}" dt="2026-08-17T02:57:16.464" v="109"/>
          <ac:spMkLst>
            <pc:docMk/>
            <pc:sldMk cId="2121627959" sldId="257"/>
            <ac:spMk id="30" creationId="{FA33EEAE-15D5-4119-8C1E-89D943F911EF}"/>
          </ac:spMkLst>
        </pc:spChg>
        <pc:spChg chg="add del">
          <ac:chgData name="Taliah Kassaby" userId="S::kas0005@wantirnacollege.vic.edu.au::23d269d0-e02c-425d-bfba-881a989e0172" providerId="AD" clId="Web-{A2F432F4-37D5-A3D0-114A-1D305E73D865}" dt="2026-08-17T02:57:16.464" v="109"/>
          <ac:spMkLst>
            <pc:docMk/>
            <pc:sldMk cId="2121627959" sldId="257"/>
            <ac:spMk id="32" creationId="{730D8B3B-9B80-4025-B934-26DC7D7CD231}"/>
          </ac:spMkLst>
        </pc:spChg>
        <pc:spChg chg="add del">
          <ac:chgData name="Taliah Kassaby" userId="S::kas0005@wantirnacollege.vic.edu.au::23d269d0-e02c-425d-bfba-881a989e0172" providerId="AD" clId="Web-{A2F432F4-37D5-A3D0-114A-1D305E73D865}" dt="2026-08-17T02:57:16.464" v="109"/>
          <ac:spMkLst>
            <pc:docMk/>
            <pc:sldMk cId="2121627959" sldId="257"/>
            <ac:spMk id="34" creationId="{B5A1B09C-1565-46F8-B70F-621C5EB48A09}"/>
          </ac:spMkLst>
        </pc:spChg>
        <pc:spChg chg="add del">
          <ac:chgData name="Taliah Kassaby" userId="S::kas0005@wantirnacollege.vic.edu.au::23d269d0-e02c-425d-bfba-881a989e0172" providerId="AD" clId="Web-{A2F432F4-37D5-A3D0-114A-1D305E73D865}" dt="2026-08-17T02:57:16.464" v="109"/>
          <ac:spMkLst>
            <pc:docMk/>
            <pc:sldMk cId="2121627959" sldId="257"/>
            <ac:spMk id="36" creationId="{8C516CC8-80AC-446C-A56E-9F54B7210402}"/>
          </ac:spMkLst>
        </pc:spChg>
        <pc:spChg chg="add">
          <ac:chgData name="Taliah Kassaby" userId="S::kas0005@wantirnacollege.vic.edu.au::23d269d0-e02c-425d-bfba-881a989e0172" providerId="AD" clId="Web-{A2F432F4-37D5-A3D0-114A-1D305E73D865}" dt="2026-08-17T02:55:05.221" v="86"/>
          <ac:spMkLst>
            <pc:docMk/>
            <pc:sldMk cId="2121627959" sldId="257"/>
            <ac:spMk id="38" creationId="{53947E58-F088-49F1-A3D1-DEA690192E84}"/>
          </ac:spMkLst>
        </pc:spChg>
        <pc:spChg chg="add">
          <ac:chgData name="Taliah Kassaby" userId="S::kas0005@wantirnacollege.vic.edu.au::23d269d0-e02c-425d-bfba-881a989e0172" providerId="AD" clId="Web-{A2F432F4-37D5-A3D0-114A-1D305E73D865}" dt="2026-08-17T02:57:16.464" v="109"/>
          <ac:spMkLst>
            <pc:docMk/>
            <pc:sldMk cId="2121627959" sldId="257"/>
            <ac:spMk id="43" creationId="{4522B21E-B2B9-4C72-9A71-C87EFD137480}"/>
          </ac:spMkLst>
        </pc:spChg>
        <pc:spChg chg="add">
          <ac:chgData name="Taliah Kassaby" userId="S::kas0005@wantirnacollege.vic.edu.au::23d269d0-e02c-425d-bfba-881a989e0172" providerId="AD" clId="Web-{A2F432F4-37D5-A3D0-114A-1D305E73D865}" dt="2026-08-17T02:57:16.464" v="109"/>
          <ac:spMkLst>
            <pc:docMk/>
            <pc:sldMk cId="2121627959" sldId="257"/>
            <ac:spMk id="45" creationId="{5EB7D2A2-F448-44D4-938C-DC84CBCB3B1E}"/>
          </ac:spMkLst>
        </pc:spChg>
        <pc:spChg chg="add">
          <ac:chgData name="Taliah Kassaby" userId="S::kas0005@wantirnacollege.vic.edu.au::23d269d0-e02c-425d-bfba-881a989e0172" providerId="AD" clId="Web-{A2F432F4-37D5-A3D0-114A-1D305E73D865}" dt="2026-08-17T02:57:16.464" v="109"/>
          <ac:spMkLst>
            <pc:docMk/>
            <pc:sldMk cId="2121627959" sldId="257"/>
            <ac:spMk id="47" creationId="{871AEA07-1E14-44B4-8E55-64EF049CD66F}"/>
          </ac:spMkLst>
        </pc:spChg>
        <pc:grpChg chg="add">
          <ac:chgData name="Taliah Kassaby" userId="S::kas0005@wantirnacollege.vic.edu.au::23d269d0-e02c-425d-bfba-881a989e0172" providerId="AD" clId="Web-{A2F432F4-37D5-A3D0-114A-1D305E73D865}" dt="2026-08-17T02:50:25.218" v="1"/>
          <ac:grpSpMkLst>
            <pc:docMk/>
            <pc:sldMk cId="2121627959" sldId="257"/>
            <ac:grpSpMk id="10" creationId="{1FEC590B-3306-47E9-BD67-97F3F76169A4}"/>
          </ac:grpSpMkLst>
        </pc:grpChg>
        <pc:grpChg chg="add del">
          <ac:chgData name="Taliah Kassaby" userId="S::kas0005@wantirnacollege.vic.edu.au::23d269d0-e02c-425d-bfba-881a989e0172" providerId="AD" clId="Web-{A2F432F4-37D5-A3D0-114A-1D305E73D865}" dt="2026-08-17T02:55:05.221" v="86"/>
          <ac:grpSpMkLst>
            <pc:docMk/>
            <pc:sldMk cId="2121627959" sldId="257"/>
            <ac:grpSpMk id="14" creationId="{A47AAF5E-1692-48C9-98FB-6432BF0BC4F7}"/>
          </ac:grpSpMkLst>
        </pc:grpChg>
      </pc:sldChg>
      <pc:sldChg chg="del">
        <pc:chgData name="Taliah Kassaby" userId="S::kas0005@wantirnacollege.vic.edu.au::23d269d0-e02c-425d-bfba-881a989e0172" providerId="AD" clId="Web-{A2F432F4-37D5-A3D0-114A-1D305E73D865}" dt="2026-08-17T02:54:36.266" v="83"/>
        <pc:sldMkLst>
          <pc:docMk/>
          <pc:sldMk cId="2596983293" sldId="258"/>
        </pc:sldMkLst>
      </pc:sldChg>
      <pc:sldChg chg="addSp delSp modSp mod ord setBg">
        <pc:chgData name="Taliah Kassaby" userId="S::kas0005@wantirnacollege.vic.edu.au::23d269d0-e02c-425d-bfba-881a989e0172" providerId="AD" clId="Web-{A2F432F4-37D5-A3D0-114A-1D305E73D865}" dt="2026-08-18T02:11:11.157" v="220" actId="1076"/>
        <pc:sldMkLst>
          <pc:docMk/>
          <pc:sldMk cId="3022893737" sldId="259"/>
        </pc:sldMkLst>
        <pc:spChg chg="mod">
          <ac:chgData name="Taliah Kassaby" userId="S::kas0005@wantirnacollege.vic.edu.au::23d269d0-e02c-425d-bfba-881a989e0172" providerId="AD" clId="Web-{A2F432F4-37D5-A3D0-114A-1D305E73D865}" dt="2026-08-18T02:08:37.576" v="143" actId="20577"/>
          <ac:spMkLst>
            <pc:docMk/>
            <pc:sldMk cId="3022893737" sldId="259"/>
            <ac:spMk id="2" creationId="{87AA57E7-68CC-80F7-B972-7F8686A3B3B1}"/>
          </ac:spMkLst>
        </pc:spChg>
        <pc:spChg chg="add del">
          <ac:chgData name="Taliah Kassaby" userId="S::kas0005@wantirnacollege.vic.edu.au::23d269d0-e02c-425d-bfba-881a989e0172" providerId="AD" clId="Web-{A2F432F4-37D5-A3D0-114A-1D305E73D865}" dt="2026-08-17T02:56:53.228" v="105"/>
          <ac:spMkLst>
            <pc:docMk/>
            <pc:sldMk cId="3022893737" sldId="259"/>
            <ac:spMk id="3" creationId="{A93FD72C-62C1-8E0C-CE00-C81D7304C1AC}"/>
          </ac:spMkLst>
        </pc:spChg>
        <pc:spChg chg="add del">
          <ac:chgData name="Taliah Kassaby" userId="S::kas0005@wantirnacollege.vic.edu.au::23d269d0-e02c-425d-bfba-881a989e0172" providerId="AD" clId="Web-{A2F432F4-37D5-A3D0-114A-1D305E73D865}" dt="2026-08-18T02:09:01.357" v="152"/>
          <ac:spMkLst>
            <pc:docMk/>
            <pc:sldMk cId="3022893737" sldId="259"/>
            <ac:spMk id="4" creationId="{7BE20312-9CD4-4BCC-D342-8F105833FB95}"/>
          </ac:spMkLst>
        </pc:spChg>
        <pc:spChg chg="add del mod">
          <ac:chgData name="Taliah Kassaby" userId="S::kas0005@wantirnacollege.vic.edu.au::23d269d0-e02c-425d-bfba-881a989e0172" providerId="AD" clId="Web-{A2F432F4-37D5-A3D0-114A-1D305E73D865}" dt="2026-08-18T02:09:06.248" v="153"/>
          <ac:spMkLst>
            <pc:docMk/>
            <pc:sldMk cId="3022893737" sldId="259"/>
            <ac:spMk id="7" creationId="{A93FD72C-62C1-8E0C-CE00-C81D7304C1AC}"/>
          </ac:spMkLst>
        </pc:spChg>
        <pc:spChg chg="add del">
          <ac:chgData name="Taliah Kassaby" userId="S::kas0005@wantirnacollege.vic.edu.au::23d269d0-e02c-425d-bfba-881a989e0172" providerId="AD" clId="Web-{A2F432F4-37D5-A3D0-114A-1D305E73D865}" dt="2026-08-18T02:09:06.264" v="154"/>
          <ac:spMkLst>
            <pc:docMk/>
            <pc:sldMk cId="3022893737" sldId="259"/>
            <ac:spMk id="8" creationId="{B6CDA21F-E7AF-4C75-8395-33F58D5B0E45}"/>
          </ac:spMkLst>
        </pc:spChg>
        <pc:spChg chg="add">
          <ac:chgData name="Taliah Kassaby" userId="S::kas0005@wantirnacollege.vic.edu.au::23d269d0-e02c-425d-bfba-881a989e0172" providerId="AD" clId="Web-{A2F432F4-37D5-A3D0-114A-1D305E73D865}" dt="2026-08-17T02:56:53.228" v="105"/>
          <ac:spMkLst>
            <pc:docMk/>
            <pc:sldMk cId="3022893737" sldId="259"/>
            <ac:spMk id="15" creationId="{D5B0017B-2ECA-49AF-B397-DC140825DF8D}"/>
          </ac:spMkLst>
        </pc:spChg>
        <pc:spChg chg="add del mod">
          <ac:chgData name="Taliah Kassaby" userId="S::kas0005@wantirnacollege.vic.edu.au::23d269d0-e02c-425d-bfba-881a989e0172" providerId="AD" clId="Web-{A2F432F4-37D5-A3D0-114A-1D305E73D865}" dt="2026-08-18T02:09:35.795" v="172"/>
          <ac:spMkLst>
            <pc:docMk/>
            <pc:sldMk cId="3022893737" sldId="259"/>
            <ac:spMk id="27" creationId="{72AE6D33-3BFF-A794-5F91-261FA6F47C50}"/>
          </ac:spMkLst>
        </pc:spChg>
        <pc:spChg chg="add del">
          <ac:chgData name="Taliah Kassaby" userId="S::kas0005@wantirnacollege.vic.edu.au::23d269d0-e02c-425d-bfba-881a989e0172" providerId="AD" clId="Web-{A2F432F4-37D5-A3D0-114A-1D305E73D865}" dt="2026-08-18T02:09:12.358" v="162"/>
          <ac:spMkLst>
            <pc:docMk/>
            <pc:sldMk cId="3022893737" sldId="259"/>
            <ac:spMk id="29" creationId="{00FEE4D7-A5A1-6B74-7E7A-B5504D463FEE}"/>
          </ac:spMkLst>
        </pc:spChg>
        <pc:spChg chg="add del">
          <ac:chgData name="Taliah Kassaby" userId="S::kas0005@wantirnacollege.vic.edu.au::23d269d0-e02c-425d-bfba-881a989e0172" providerId="AD" clId="Web-{A2F432F4-37D5-A3D0-114A-1D305E73D865}" dt="2026-08-18T02:09:25.077" v="171"/>
          <ac:spMkLst>
            <pc:docMk/>
            <pc:sldMk cId="3022893737" sldId="259"/>
            <ac:spMk id="44" creationId="{F95C198C-889B-5704-C109-302782F196C4}"/>
          </ac:spMkLst>
        </pc:spChg>
        <pc:grpChg chg="add">
          <ac:chgData name="Taliah Kassaby" userId="S::kas0005@wantirnacollege.vic.edu.au::23d269d0-e02c-425d-bfba-881a989e0172" providerId="AD" clId="Web-{A2F432F4-37D5-A3D0-114A-1D305E73D865}" dt="2026-08-17T02:56:53.228" v="105"/>
          <ac:grpSpMkLst>
            <pc:docMk/>
            <pc:sldMk cId="3022893737" sldId="259"/>
            <ac:grpSpMk id="10" creationId="{AE1C45F0-260A-458C-96ED-C1F6D2151219}"/>
          </ac:grpSpMkLst>
        </pc:grpChg>
        <pc:grpChg chg="add del">
          <ac:chgData name="Taliah Kassaby" userId="S::kas0005@wantirnacollege.vic.edu.au::23d269d0-e02c-425d-bfba-881a989e0172" providerId="AD" clId="Web-{A2F432F4-37D5-A3D0-114A-1D305E73D865}" dt="2026-08-18T02:09:01.357" v="151"/>
          <ac:grpSpMkLst>
            <pc:docMk/>
            <pc:sldMk cId="3022893737" sldId="259"/>
            <ac:grpSpMk id="21" creationId="{6B200906-6E90-9948-5A84-5DA6E10E7552}"/>
          </ac:grpSpMkLst>
        </pc:grpChg>
        <pc:grpChg chg="add del">
          <ac:chgData name="Taliah Kassaby" userId="S::kas0005@wantirnacollege.vic.edu.au::23d269d0-e02c-425d-bfba-881a989e0172" providerId="AD" clId="Web-{A2F432F4-37D5-A3D0-114A-1D305E73D865}" dt="2026-08-18T02:09:12.358" v="161"/>
          <ac:grpSpMkLst>
            <pc:docMk/>
            <pc:sldMk cId="3022893737" sldId="259"/>
            <ac:grpSpMk id="38" creationId="{F0AE185B-3B89-6B11-D857-775380F36AA3}"/>
          </ac:grpSpMkLst>
        </pc:grpChg>
        <pc:grpChg chg="add del">
          <ac:chgData name="Taliah Kassaby" userId="S::kas0005@wantirnacollege.vic.edu.au::23d269d0-e02c-425d-bfba-881a989e0172" providerId="AD" clId="Web-{A2F432F4-37D5-A3D0-114A-1D305E73D865}" dt="2026-08-18T02:09:25.077" v="170"/>
          <ac:grpSpMkLst>
            <pc:docMk/>
            <pc:sldMk cId="3022893737" sldId="259"/>
            <ac:grpSpMk id="53" creationId="{32D9F38F-2A85-60FD-92B7-121CDF9A4398}"/>
          </ac:grpSpMkLst>
        </pc:grpChg>
        <pc:graphicFrameChg chg="add del">
          <ac:chgData name="Taliah Kassaby" userId="S::kas0005@wantirnacollege.vic.edu.au::23d269d0-e02c-425d-bfba-881a989e0172" providerId="AD" clId="Web-{A2F432F4-37D5-A3D0-114A-1D305E73D865}" dt="2026-08-17T02:56:53.213" v="104"/>
          <ac:graphicFrameMkLst>
            <pc:docMk/>
            <pc:sldMk cId="3022893737" sldId="259"/>
            <ac:graphicFrameMk id="5" creationId="{BF9BEAAD-7616-86CB-12AC-4BADD8009273}"/>
          </ac:graphicFrameMkLst>
        </pc:graphicFrameChg>
        <pc:graphicFrameChg chg="add del">
          <ac:chgData name="Taliah Kassaby" userId="S::kas0005@wantirnacollege.vic.edu.au::23d269d0-e02c-425d-bfba-881a989e0172" providerId="AD" clId="Web-{A2F432F4-37D5-A3D0-114A-1D305E73D865}" dt="2026-08-18T02:09:01.357" v="150"/>
          <ac:graphicFrameMkLst>
            <pc:docMk/>
            <pc:sldMk cId="3022893737" sldId="259"/>
            <ac:graphicFrameMk id="23" creationId="{E2041164-9E79-DE2C-30BF-5A5D609F8BA3}"/>
          </ac:graphicFrameMkLst>
        </pc:graphicFrameChg>
        <pc:graphicFrameChg chg="add del">
          <ac:chgData name="Taliah Kassaby" userId="S::kas0005@wantirnacollege.vic.edu.au::23d269d0-e02c-425d-bfba-881a989e0172" providerId="AD" clId="Web-{A2F432F4-37D5-A3D0-114A-1D305E73D865}" dt="2026-08-18T02:09:01.357" v="149"/>
          <ac:graphicFrameMkLst>
            <pc:docMk/>
            <pc:sldMk cId="3022893737" sldId="259"/>
            <ac:graphicFrameMk id="25" creationId="{7E003982-75D4-ADEA-F9DF-0E32E219F719}"/>
          </ac:graphicFrameMkLst>
        </pc:graphicFrameChg>
        <pc:graphicFrameChg chg="add del">
          <ac:chgData name="Taliah Kassaby" userId="S::kas0005@wantirnacollege.vic.edu.au::23d269d0-e02c-425d-bfba-881a989e0172" providerId="AD" clId="Web-{A2F432F4-37D5-A3D0-114A-1D305E73D865}" dt="2026-08-18T02:09:12.358" v="160"/>
          <ac:graphicFrameMkLst>
            <pc:docMk/>
            <pc:sldMk cId="3022893737" sldId="259"/>
            <ac:graphicFrameMk id="40" creationId="{8C3CA026-A0D8-143D-E356-333E22DD516A}"/>
          </ac:graphicFrameMkLst>
        </pc:graphicFrameChg>
        <pc:graphicFrameChg chg="add del">
          <ac:chgData name="Taliah Kassaby" userId="S::kas0005@wantirnacollege.vic.edu.au::23d269d0-e02c-425d-bfba-881a989e0172" providerId="AD" clId="Web-{A2F432F4-37D5-A3D0-114A-1D305E73D865}" dt="2026-08-18T02:09:12.358" v="159"/>
          <ac:graphicFrameMkLst>
            <pc:docMk/>
            <pc:sldMk cId="3022893737" sldId="259"/>
            <ac:graphicFrameMk id="42" creationId="{AC48796A-2FBA-A80E-E3D8-DFE274306180}"/>
          </ac:graphicFrameMkLst>
        </pc:graphicFrameChg>
        <pc:graphicFrameChg chg="add del">
          <ac:chgData name="Taliah Kassaby" userId="S::kas0005@wantirnacollege.vic.edu.au::23d269d0-e02c-425d-bfba-881a989e0172" providerId="AD" clId="Web-{A2F432F4-37D5-A3D0-114A-1D305E73D865}" dt="2026-08-18T02:09:25.077" v="169"/>
          <ac:graphicFrameMkLst>
            <pc:docMk/>
            <pc:sldMk cId="3022893737" sldId="259"/>
            <ac:graphicFrameMk id="55" creationId="{33FF367A-D2BD-7DC6-C8BB-1B1201EAF0EF}"/>
          </ac:graphicFrameMkLst>
        </pc:graphicFrameChg>
        <pc:graphicFrameChg chg="add del">
          <ac:chgData name="Taliah Kassaby" userId="S::kas0005@wantirnacollege.vic.edu.au::23d269d0-e02c-425d-bfba-881a989e0172" providerId="AD" clId="Web-{A2F432F4-37D5-A3D0-114A-1D305E73D865}" dt="2026-08-18T02:09:25.077" v="168"/>
          <ac:graphicFrameMkLst>
            <pc:docMk/>
            <pc:sldMk cId="3022893737" sldId="259"/>
            <ac:graphicFrameMk id="57" creationId="{CA896626-A68D-4AA7-E5F9-29DA1B921545}"/>
          </ac:graphicFrameMkLst>
        </pc:graphicFrameChg>
        <pc:graphicFrameChg chg="add mod ord modGraphic">
          <ac:chgData name="Taliah Kassaby" userId="S::kas0005@wantirnacollege.vic.edu.au::23d269d0-e02c-425d-bfba-881a989e0172" providerId="AD" clId="Web-{A2F432F4-37D5-A3D0-114A-1D305E73D865}" dt="2026-08-18T02:11:11.157" v="220" actId="1076"/>
          <ac:graphicFrameMkLst>
            <pc:docMk/>
            <pc:sldMk cId="3022893737" sldId="259"/>
            <ac:graphicFrameMk id="59" creationId="{C04AA241-D4D8-4ED3-7A44-1CA89225DA6F}"/>
          </ac:graphicFrameMkLst>
        </pc:graphicFrameChg>
        <pc:graphicFrameChg chg="add mod modGraphic">
          <ac:chgData name="Taliah Kassaby" userId="S::kas0005@wantirnacollege.vic.edu.au::23d269d0-e02c-425d-bfba-881a989e0172" providerId="AD" clId="Web-{A2F432F4-37D5-A3D0-114A-1D305E73D865}" dt="2026-08-18T02:10:48.610" v="206"/>
          <ac:graphicFrameMkLst>
            <pc:docMk/>
            <pc:sldMk cId="3022893737" sldId="259"/>
            <ac:graphicFrameMk id="61" creationId="{A43B6AB0-3DA1-1C0B-3C5F-DBA82F8DBD83}"/>
          </ac:graphicFrameMkLst>
        </pc:graphicFrameChg>
        <pc:cxnChg chg="add">
          <ac:chgData name="Taliah Kassaby" userId="S::kas0005@wantirnacollege.vic.edu.au::23d269d0-e02c-425d-bfba-881a989e0172" providerId="AD" clId="Web-{A2F432F4-37D5-A3D0-114A-1D305E73D865}" dt="2026-08-17T02:56:53.228" v="105"/>
          <ac:cxnSpMkLst>
            <pc:docMk/>
            <pc:sldMk cId="3022893737" sldId="259"/>
            <ac:cxnSpMk id="17" creationId="{6CF1BAF6-AD41-4082-B212-8A1F9A2E8779}"/>
          </ac:cxnSpMkLst>
        </pc:cxnChg>
      </pc:sldChg>
      <pc:sldChg chg="addSp delSp modSp mod setBg">
        <pc:chgData name="Taliah Kassaby" userId="S::kas0005@wantirnacollege.vic.edu.au::23d269d0-e02c-425d-bfba-881a989e0172" providerId="AD" clId="Web-{A2F432F4-37D5-A3D0-114A-1D305E73D865}" dt="2026-08-17T02:57:05.948" v="107"/>
        <pc:sldMkLst>
          <pc:docMk/>
          <pc:sldMk cId="2897359550" sldId="260"/>
        </pc:sldMkLst>
        <pc:spChg chg="mod ord">
          <ac:chgData name="Taliah Kassaby" userId="S::kas0005@wantirnacollege.vic.edu.au::23d269d0-e02c-425d-bfba-881a989e0172" providerId="AD" clId="Web-{A2F432F4-37D5-A3D0-114A-1D305E73D865}" dt="2026-08-17T02:57:05.948" v="107"/>
          <ac:spMkLst>
            <pc:docMk/>
            <pc:sldMk cId="2897359550" sldId="260"/>
            <ac:spMk id="2" creationId="{81C16963-ECB7-19CB-C33A-B083B7563E37}"/>
          </ac:spMkLst>
        </pc:spChg>
        <pc:spChg chg="add del mod ord">
          <ac:chgData name="Taliah Kassaby" userId="S::kas0005@wantirnacollege.vic.edu.au::23d269d0-e02c-425d-bfba-881a989e0172" providerId="AD" clId="Web-{A2F432F4-37D5-A3D0-114A-1D305E73D865}" dt="2026-08-17T02:56:26.102" v="97"/>
          <ac:spMkLst>
            <pc:docMk/>
            <pc:sldMk cId="2897359550" sldId="260"/>
            <ac:spMk id="8" creationId="{63EE83D0-4532-3F2B-60E7-35050D5E2F71}"/>
          </ac:spMkLst>
        </pc:spChg>
        <pc:spChg chg="add del">
          <ac:chgData name="Taliah Kassaby" userId="S::kas0005@wantirnacollege.vic.edu.au::23d269d0-e02c-425d-bfba-881a989e0172" providerId="AD" clId="Web-{A2F432F4-37D5-A3D0-114A-1D305E73D865}" dt="2026-08-17T02:56:22.461" v="96"/>
          <ac:spMkLst>
            <pc:docMk/>
            <pc:sldMk cId="2897359550" sldId="260"/>
            <ac:spMk id="11" creationId="{058A14AF-9FB5-4CC7-BA35-E8E85D3EDF0E}"/>
          </ac:spMkLst>
        </pc:spChg>
        <pc:spChg chg="add del">
          <ac:chgData name="Taliah Kassaby" userId="S::kas0005@wantirnacollege.vic.edu.au::23d269d0-e02c-425d-bfba-881a989e0172" providerId="AD" clId="Web-{A2F432F4-37D5-A3D0-114A-1D305E73D865}" dt="2026-08-17T02:56:22.461" v="96"/>
          <ac:spMkLst>
            <pc:docMk/>
            <pc:sldMk cId="2897359550" sldId="260"/>
            <ac:spMk id="13" creationId="{3A9A4357-BD1D-4622-A4FE-766E6AB8DE84}"/>
          </ac:spMkLst>
        </pc:spChg>
        <pc:spChg chg="add del">
          <ac:chgData name="Taliah Kassaby" userId="S::kas0005@wantirnacollege.vic.edu.au::23d269d0-e02c-425d-bfba-881a989e0172" providerId="AD" clId="Web-{A2F432F4-37D5-A3D0-114A-1D305E73D865}" dt="2026-08-17T02:56:22.461" v="96"/>
          <ac:spMkLst>
            <pc:docMk/>
            <pc:sldMk cId="2897359550" sldId="260"/>
            <ac:spMk id="15" creationId="{E659831F-0D9A-4C63-9EBB-8435B85A440F}"/>
          </ac:spMkLst>
        </pc:spChg>
        <pc:spChg chg="add del">
          <ac:chgData name="Taliah Kassaby" userId="S::kas0005@wantirnacollege.vic.edu.au::23d269d0-e02c-425d-bfba-881a989e0172" providerId="AD" clId="Web-{A2F432F4-37D5-A3D0-114A-1D305E73D865}" dt="2026-08-17T02:56:22.445" v="95"/>
          <ac:spMkLst>
            <pc:docMk/>
            <pc:sldMk cId="2897359550" sldId="260"/>
            <ac:spMk id="17" creationId="{E6995CE5-F890-4ABA-82A2-26507CE8D2A3}"/>
          </ac:spMkLst>
        </pc:spChg>
        <pc:spChg chg="add del">
          <ac:chgData name="Taliah Kassaby" userId="S::kas0005@wantirnacollege.vic.edu.au::23d269d0-e02c-425d-bfba-881a989e0172" providerId="AD" clId="Web-{A2F432F4-37D5-A3D0-114A-1D305E73D865}" dt="2026-08-17T02:56:20.804" v="93"/>
          <ac:spMkLst>
            <pc:docMk/>
            <pc:sldMk cId="2897359550" sldId="260"/>
            <ac:spMk id="22" creationId="{D7A453D2-15D8-4403-815F-291FA16340D9}"/>
          </ac:spMkLst>
        </pc:spChg>
        <pc:spChg chg="add del">
          <ac:chgData name="Taliah Kassaby" userId="S::kas0005@wantirnacollege.vic.edu.au::23d269d0-e02c-425d-bfba-881a989e0172" providerId="AD" clId="Web-{A2F432F4-37D5-A3D0-114A-1D305E73D865}" dt="2026-08-17T02:56:39.493" v="102"/>
          <ac:spMkLst>
            <pc:docMk/>
            <pc:sldMk cId="2897359550" sldId="260"/>
            <ac:spMk id="28" creationId="{375E0459-6403-40CD-989D-56A4407CA12E}"/>
          </ac:spMkLst>
        </pc:spChg>
        <pc:spChg chg="add del">
          <ac:chgData name="Taliah Kassaby" userId="S::kas0005@wantirnacollege.vic.edu.au::23d269d0-e02c-425d-bfba-881a989e0172" providerId="AD" clId="Web-{A2F432F4-37D5-A3D0-114A-1D305E73D865}" dt="2026-08-17T02:56:39.493" v="102"/>
          <ac:spMkLst>
            <pc:docMk/>
            <pc:sldMk cId="2897359550" sldId="260"/>
            <ac:spMk id="30" creationId="{53E5B1A8-3AC9-4BD1-9BBC-78CA94F2D1BA}"/>
          </ac:spMkLst>
        </pc:spChg>
        <pc:spChg chg="add del">
          <ac:chgData name="Taliah Kassaby" userId="S::kas0005@wantirnacollege.vic.edu.au::23d269d0-e02c-425d-bfba-881a989e0172" providerId="AD" clId="Web-{A2F432F4-37D5-A3D0-114A-1D305E73D865}" dt="2026-08-17T02:56:20.804" v="93"/>
          <ac:spMkLst>
            <pc:docMk/>
            <pc:sldMk cId="2897359550" sldId="260"/>
            <ac:spMk id="34" creationId="{B8114C98-A349-4111-A123-E8EAB86ABE30}"/>
          </ac:spMkLst>
        </pc:spChg>
        <pc:spChg chg="add del">
          <ac:chgData name="Taliah Kassaby" userId="S::kas0005@wantirnacollege.vic.edu.au::23d269d0-e02c-425d-bfba-881a989e0172" providerId="AD" clId="Web-{A2F432F4-37D5-A3D0-114A-1D305E73D865}" dt="2026-08-17T02:56:20.804" v="93"/>
          <ac:spMkLst>
            <pc:docMk/>
            <pc:sldMk cId="2897359550" sldId="260"/>
            <ac:spMk id="42" creationId="{E2D3D3F2-ABBB-4453-B1C5-1BEBF7E4DD56}"/>
          </ac:spMkLst>
        </pc:spChg>
        <pc:spChg chg="add del">
          <ac:chgData name="Taliah Kassaby" userId="S::kas0005@wantirnacollege.vic.edu.au::23d269d0-e02c-425d-bfba-881a989e0172" providerId="AD" clId="Web-{A2F432F4-37D5-A3D0-114A-1D305E73D865}" dt="2026-08-17T02:56:20.804" v="93"/>
          <ac:spMkLst>
            <pc:docMk/>
            <pc:sldMk cId="2897359550" sldId="260"/>
            <ac:spMk id="56" creationId="{773AEA78-C03B-40B7-9D11-DC022119D577}"/>
          </ac:spMkLst>
        </pc:spChg>
        <pc:spChg chg="add del">
          <ac:chgData name="Taliah Kassaby" userId="S::kas0005@wantirnacollege.vic.edu.au::23d269d0-e02c-425d-bfba-881a989e0172" providerId="AD" clId="Web-{A2F432F4-37D5-A3D0-114A-1D305E73D865}" dt="2026-08-17T02:56:22.445" v="95"/>
          <ac:spMkLst>
            <pc:docMk/>
            <pc:sldMk cId="2897359550" sldId="260"/>
            <ac:spMk id="58" creationId="{2596F992-698C-48C0-9D89-70DA4CE927EF}"/>
          </ac:spMkLst>
        </pc:spChg>
        <pc:spChg chg="add del">
          <ac:chgData name="Taliah Kassaby" userId="S::kas0005@wantirnacollege.vic.edu.au::23d269d0-e02c-425d-bfba-881a989e0172" providerId="AD" clId="Web-{A2F432F4-37D5-A3D0-114A-1D305E73D865}" dt="2026-08-17T02:56:22.445" v="95"/>
          <ac:spMkLst>
            <pc:docMk/>
            <pc:sldMk cId="2897359550" sldId="260"/>
            <ac:spMk id="59" creationId="{E7BFF8DC-0AE7-4AD2-9B28-2E5F26D62C30}"/>
          </ac:spMkLst>
        </pc:spChg>
        <pc:spChg chg="add del">
          <ac:chgData name="Taliah Kassaby" userId="S::kas0005@wantirnacollege.vic.edu.au::23d269d0-e02c-425d-bfba-881a989e0172" providerId="AD" clId="Web-{A2F432F4-37D5-A3D0-114A-1D305E73D865}" dt="2026-08-17T02:56:22.445" v="95"/>
          <ac:spMkLst>
            <pc:docMk/>
            <pc:sldMk cId="2897359550" sldId="260"/>
            <ac:spMk id="60" creationId="{7E0162AD-C6E5-4BF8-A453-76ADB36877D3}"/>
          </ac:spMkLst>
        </pc:spChg>
        <pc:spChg chg="add del">
          <ac:chgData name="Taliah Kassaby" userId="S::kas0005@wantirnacollege.vic.edu.au::23d269d0-e02c-425d-bfba-881a989e0172" providerId="AD" clId="Web-{A2F432F4-37D5-A3D0-114A-1D305E73D865}" dt="2026-08-17T02:56:39.493" v="102"/>
          <ac:spMkLst>
            <pc:docMk/>
            <pc:sldMk cId="2897359550" sldId="260"/>
            <ac:spMk id="62" creationId="{1B15ED52-F352-441B-82BF-E0EA34836D08}"/>
          </ac:spMkLst>
        </pc:spChg>
        <pc:spChg chg="add del">
          <ac:chgData name="Taliah Kassaby" userId="S::kas0005@wantirnacollege.vic.edu.au::23d269d0-e02c-425d-bfba-881a989e0172" providerId="AD" clId="Web-{A2F432F4-37D5-A3D0-114A-1D305E73D865}" dt="2026-08-17T02:56:39.493" v="102"/>
          <ac:spMkLst>
            <pc:docMk/>
            <pc:sldMk cId="2897359550" sldId="260"/>
            <ac:spMk id="63" creationId="{3B2E3793-BFE6-45A2-9B7B-E18844431C99}"/>
          </ac:spMkLst>
        </pc:spChg>
        <pc:spChg chg="add del">
          <ac:chgData name="Taliah Kassaby" userId="S::kas0005@wantirnacollege.vic.edu.au::23d269d0-e02c-425d-bfba-881a989e0172" providerId="AD" clId="Web-{A2F432F4-37D5-A3D0-114A-1D305E73D865}" dt="2026-08-17T02:56:39.493" v="102"/>
          <ac:spMkLst>
            <pc:docMk/>
            <pc:sldMk cId="2897359550" sldId="260"/>
            <ac:spMk id="64" creationId="{BC4C4868-CB8F-4AF9-9CDB-8108F2C19B67}"/>
          </ac:spMkLst>
        </pc:spChg>
        <pc:spChg chg="add del">
          <ac:chgData name="Taliah Kassaby" userId="S::kas0005@wantirnacollege.vic.edu.au::23d269d0-e02c-425d-bfba-881a989e0172" providerId="AD" clId="Web-{A2F432F4-37D5-A3D0-114A-1D305E73D865}" dt="2026-08-17T02:57:05.948" v="107"/>
          <ac:spMkLst>
            <pc:docMk/>
            <pc:sldMk cId="2897359550" sldId="260"/>
            <ac:spMk id="69" creationId="{F0A604E4-7307-451C-93BE-F1F7E1BF3BF8}"/>
          </ac:spMkLst>
        </pc:spChg>
        <pc:spChg chg="add del">
          <ac:chgData name="Taliah Kassaby" userId="S::kas0005@wantirnacollege.vic.edu.au::23d269d0-e02c-425d-bfba-881a989e0172" providerId="AD" clId="Web-{A2F432F4-37D5-A3D0-114A-1D305E73D865}" dt="2026-08-17T02:57:05.948" v="107"/>
          <ac:spMkLst>
            <pc:docMk/>
            <pc:sldMk cId="2897359550" sldId="260"/>
            <ac:spMk id="71" creationId="{F7F3A0AA-35E5-4085-942B-737839030604}"/>
          </ac:spMkLst>
        </pc:spChg>
        <pc:spChg chg="add del">
          <ac:chgData name="Taliah Kassaby" userId="S::kas0005@wantirnacollege.vic.edu.au::23d269d0-e02c-425d-bfba-881a989e0172" providerId="AD" clId="Web-{A2F432F4-37D5-A3D0-114A-1D305E73D865}" dt="2026-08-17T02:57:05.948" v="107"/>
          <ac:spMkLst>
            <pc:docMk/>
            <pc:sldMk cId="2897359550" sldId="260"/>
            <ac:spMk id="73" creationId="{402F5C38-C747-4173-ABBF-656E39E82130}"/>
          </ac:spMkLst>
        </pc:spChg>
        <pc:spChg chg="add del">
          <ac:chgData name="Taliah Kassaby" userId="S::kas0005@wantirnacollege.vic.edu.au::23d269d0-e02c-425d-bfba-881a989e0172" providerId="AD" clId="Web-{A2F432F4-37D5-A3D0-114A-1D305E73D865}" dt="2026-08-17T02:57:05.948" v="107"/>
          <ac:spMkLst>
            <pc:docMk/>
            <pc:sldMk cId="2897359550" sldId="260"/>
            <ac:spMk id="75" creationId="{E37EECFC-A684-4391-AE85-4CDAF5565F61}"/>
          </ac:spMkLst>
        </pc:spChg>
        <pc:spChg chg="add">
          <ac:chgData name="Taliah Kassaby" userId="S::kas0005@wantirnacollege.vic.edu.au::23d269d0-e02c-425d-bfba-881a989e0172" providerId="AD" clId="Web-{A2F432F4-37D5-A3D0-114A-1D305E73D865}" dt="2026-08-17T02:57:05.948" v="107"/>
          <ac:spMkLst>
            <pc:docMk/>
            <pc:sldMk cId="2897359550" sldId="260"/>
            <ac:spMk id="80" creationId="{19D32F93-50AC-4C46-A5DB-291C60DDB7BD}"/>
          </ac:spMkLst>
        </pc:spChg>
        <pc:spChg chg="add">
          <ac:chgData name="Taliah Kassaby" userId="S::kas0005@wantirnacollege.vic.edu.au::23d269d0-e02c-425d-bfba-881a989e0172" providerId="AD" clId="Web-{A2F432F4-37D5-A3D0-114A-1D305E73D865}" dt="2026-08-17T02:57:05.948" v="107"/>
          <ac:spMkLst>
            <pc:docMk/>
            <pc:sldMk cId="2897359550" sldId="260"/>
            <ac:spMk id="82" creationId="{827DC2C4-B485-428A-BF4A-472D2967F47F}"/>
          </ac:spMkLst>
        </pc:spChg>
        <pc:spChg chg="add">
          <ac:chgData name="Taliah Kassaby" userId="S::kas0005@wantirnacollege.vic.edu.au::23d269d0-e02c-425d-bfba-881a989e0172" providerId="AD" clId="Web-{A2F432F4-37D5-A3D0-114A-1D305E73D865}" dt="2026-08-17T02:57:05.948" v="107"/>
          <ac:spMkLst>
            <pc:docMk/>
            <pc:sldMk cId="2897359550" sldId="260"/>
            <ac:spMk id="84" creationId="{EE04B5EB-F158-4507-90DD-BD23620C7CC9}"/>
          </ac:spMkLst>
        </pc:spChg>
        <pc:picChg chg="mod">
          <ac:chgData name="Taliah Kassaby" userId="S::kas0005@wantirnacollege.vic.edu.au::23d269d0-e02c-425d-bfba-881a989e0172" providerId="AD" clId="Web-{A2F432F4-37D5-A3D0-114A-1D305E73D865}" dt="2026-08-17T02:57:05.948" v="107"/>
          <ac:picMkLst>
            <pc:docMk/>
            <pc:sldMk cId="2897359550" sldId="260"/>
            <ac:picMk id="4" creationId="{659EA95B-100E-0446-4B7D-481A03839FB3}"/>
          </ac:picMkLst>
        </pc:picChg>
      </pc:sldChg>
      <pc:sldChg chg="addSp modSp mod setBg">
        <pc:chgData name="Taliah Kassaby" userId="S::kas0005@wantirnacollege.vic.edu.au::23d269d0-e02c-425d-bfba-881a989e0172" providerId="AD" clId="Web-{A2F432F4-37D5-A3D0-114A-1D305E73D865}" dt="2026-08-17T02:57:01.073" v="106"/>
        <pc:sldMkLst>
          <pc:docMk/>
          <pc:sldMk cId="4094592511" sldId="261"/>
        </pc:sldMkLst>
        <pc:spChg chg="mod">
          <ac:chgData name="Taliah Kassaby" userId="S::kas0005@wantirnacollege.vic.edu.au::23d269d0-e02c-425d-bfba-881a989e0172" providerId="AD" clId="Web-{A2F432F4-37D5-A3D0-114A-1D305E73D865}" dt="2026-08-17T02:57:01.073" v="106"/>
          <ac:spMkLst>
            <pc:docMk/>
            <pc:sldMk cId="4094592511" sldId="261"/>
            <ac:spMk id="2" creationId="{5BD4AA40-355A-C02C-B9AC-365B969BF878}"/>
          </ac:spMkLst>
        </pc:spChg>
        <pc:spChg chg="mod">
          <ac:chgData name="Taliah Kassaby" userId="S::kas0005@wantirnacollege.vic.edu.au::23d269d0-e02c-425d-bfba-881a989e0172" providerId="AD" clId="Web-{A2F432F4-37D5-A3D0-114A-1D305E73D865}" dt="2026-08-17T02:57:01.073" v="106"/>
          <ac:spMkLst>
            <pc:docMk/>
            <pc:sldMk cId="4094592511" sldId="261"/>
            <ac:spMk id="8" creationId="{E5BE8265-4C5F-67BB-6A15-D068CDB22A3C}"/>
          </ac:spMkLst>
        </pc:spChg>
        <pc:spChg chg="add">
          <ac:chgData name="Taliah Kassaby" userId="S::kas0005@wantirnacollege.vic.edu.au::23d269d0-e02c-425d-bfba-881a989e0172" providerId="AD" clId="Web-{A2F432F4-37D5-A3D0-114A-1D305E73D865}" dt="2026-08-17T02:57:01.073" v="106"/>
          <ac:spMkLst>
            <pc:docMk/>
            <pc:sldMk cId="4094592511" sldId="261"/>
            <ac:spMk id="13" creationId="{DBC6133C-0615-4CE4-9132-37E609A9BDFA}"/>
          </ac:spMkLst>
        </pc:spChg>
        <pc:spChg chg="add">
          <ac:chgData name="Taliah Kassaby" userId="S::kas0005@wantirnacollege.vic.edu.au::23d269d0-e02c-425d-bfba-881a989e0172" providerId="AD" clId="Web-{A2F432F4-37D5-A3D0-114A-1D305E73D865}" dt="2026-08-17T02:57:01.073" v="106"/>
          <ac:spMkLst>
            <pc:docMk/>
            <pc:sldMk cId="4094592511" sldId="261"/>
            <ac:spMk id="15" creationId="{169CC832-2974-4E8D-90ED-3E2941BA7336}"/>
          </ac:spMkLst>
        </pc:spChg>
        <pc:spChg chg="add">
          <ac:chgData name="Taliah Kassaby" userId="S::kas0005@wantirnacollege.vic.edu.au::23d269d0-e02c-425d-bfba-881a989e0172" providerId="AD" clId="Web-{A2F432F4-37D5-A3D0-114A-1D305E73D865}" dt="2026-08-17T02:57:01.073" v="106"/>
          <ac:spMkLst>
            <pc:docMk/>
            <pc:sldMk cId="4094592511" sldId="261"/>
            <ac:spMk id="17" creationId="{55222F96-971A-4F90-B841-6BAB416C7AC1}"/>
          </ac:spMkLst>
        </pc:spChg>
        <pc:spChg chg="add">
          <ac:chgData name="Taliah Kassaby" userId="S::kas0005@wantirnacollege.vic.edu.au::23d269d0-e02c-425d-bfba-881a989e0172" providerId="AD" clId="Web-{A2F432F4-37D5-A3D0-114A-1D305E73D865}" dt="2026-08-17T02:57:01.073" v="106"/>
          <ac:spMkLst>
            <pc:docMk/>
            <pc:sldMk cId="4094592511" sldId="261"/>
            <ac:spMk id="19" creationId="{08980754-6F4B-43C9-B9BE-127B6BED6586}"/>
          </ac:spMkLst>
        </pc:spChg>
        <pc:spChg chg="add">
          <ac:chgData name="Taliah Kassaby" userId="S::kas0005@wantirnacollege.vic.edu.au::23d269d0-e02c-425d-bfba-881a989e0172" providerId="AD" clId="Web-{A2F432F4-37D5-A3D0-114A-1D305E73D865}" dt="2026-08-17T02:57:01.073" v="106"/>
          <ac:spMkLst>
            <pc:docMk/>
            <pc:sldMk cId="4094592511" sldId="261"/>
            <ac:spMk id="21" creationId="{2C1BBA94-3F40-40AA-8BB9-E69E25E537C1}"/>
          </ac:spMkLst>
        </pc:spChg>
        <pc:picChg chg="mod ord">
          <ac:chgData name="Taliah Kassaby" userId="S::kas0005@wantirnacollege.vic.edu.au::23d269d0-e02c-425d-bfba-881a989e0172" providerId="AD" clId="Web-{A2F432F4-37D5-A3D0-114A-1D305E73D865}" dt="2026-08-17T02:57:01.073" v="106"/>
          <ac:picMkLst>
            <pc:docMk/>
            <pc:sldMk cId="4094592511" sldId="261"/>
            <ac:picMk id="5" creationId="{3BDD952C-E95A-AFD5-E3D3-F39F40925992}"/>
          </ac:picMkLst>
        </pc:picChg>
      </pc:sldChg>
      <pc:sldChg chg="addSp delSp modSp mod setBg">
        <pc:chgData name="Taliah Kassaby" userId="S::kas0005@wantirnacollege.vic.edu.au::23d269d0-e02c-425d-bfba-881a989e0172" providerId="AD" clId="Web-{A2F432F4-37D5-A3D0-114A-1D305E73D865}" dt="2026-08-18T02:19:19.178" v="286" actId="1076"/>
        <pc:sldMkLst>
          <pc:docMk/>
          <pc:sldMk cId="591232533" sldId="262"/>
        </pc:sldMkLst>
        <pc:spChg chg="mod">
          <ac:chgData name="Taliah Kassaby" userId="S::kas0005@wantirnacollege.vic.edu.au::23d269d0-e02c-425d-bfba-881a989e0172" providerId="AD" clId="Web-{A2F432F4-37D5-A3D0-114A-1D305E73D865}" dt="2026-08-18T02:13:50.270" v="226"/>
          <ac:spMkLst>
            <pc:docMk/>
            <pc:sldMk cId="591232533" sldId="262"/>
            <ac:spMk id="2" creationId="{5334C21F-1E61-5A28-E4F1-49A38C083C82}"/>
          </ac:spMkLst>
        </pc:spChg>
        <pc:spChg chg="add del">
          <ac:chgData name="Taliah Kassaby" userId="S::kas0005@wantirnacollege.vic.edu.au::23d269d0-e02c-425d-bfba-881a989e0172" providerId="AD" clId="Web-{A2F432F4-37D5-A3D0-114A-1D305E73D865}" dt="2026-08-18T02:15:13.634" v="242"/>
          <ac:spMkLst>
            <pc:docMk/>
            <pc:sldMk cId="591232533" sldId="262"/>
            <ac:spMk id="4" creationId="{C22741DD-C0E7-E2D8-B220-D736E549E87F}"/>
          </ac:spMkLst>
        </pc:spChg>
        <pc:spChg chg="add del">
          <ac:chgData name="Taliah Kassaby" userId="S::kas0005@wantirnacollege.vic.edu.au::23d269d0-e02c-425d-bfba-881a989e0172" providerId="AD" clId="Web-{A2F432F4-37D5-A3D0-114A-1D305E73D865}" dt="2026-08-18T02:15:58.152" v="253"/>
          <ac:spMkLst>
            <pc:docMk/>
            <pc:sldMk cId="591232533" sldId="262"/>
            <ac:spMk id="5" creationId="{75F2EE03-2CA1-2CCE-FE8B-F3AE5680ECCD}"/>
          </ac:spMkLst>
        </pc:spChg>
        <pc:spChg chg="add del">
          <ac:chgData name="Taliah Kassaby" userId="S::kas0005@wantirnacollege.vic.edu.au::23d269d0-e02c-425d-bfba-881a989e0172" providerId="AD" clId="Web-{A2F432F4-37D5-A3D0-114A-1D305E73D865}" dt="2026-08-18T02:12:47.769" v="223"/>
          <ac:spMkLst>
            <pc:docMk/>
            <pc:sldMk cId="591232533" sldId="262"/>
            <ac:spMk id="7" creationId="{5E7AA7E8-8006-4E1F-A566-FCF37EE6F35D}"/>
          </ac:spMkLst>
        </pc:spChg>
        <pc:spChg chg="mod">
          <ac:chgData name="Taliah Kassaby" userId="S::kas0005@wantirnacollege.vic.edu.au::23d269d0-e02c-425d-bfba-881a989e0172" providerId="AD" clId="Web-{A2F432F4-37D5-A3D0-114A-1D305E73D865}" dt="2026-08-18T02:15:29.401" v="247" actId="14100"/>
          <ac:spMkLst>
            <pc:docMk/>
            <pc:sldMk cId="591232533" sldId="262"/>
            <ac:spMk id="8" creationId="{2C1EA883-37B2-9EA5-F705-59C9E28B4C1F}"/>
          </ac:spMkLst>
        </pc:spChg>
        <pc:spChg chg="mod">
          <ac:chgData name="Taliah Kassaby" userId="S::kas0005@wantirnacollege.vic.edu.au::23d269d0-e02c-425d-bfba-881a989e0172" providerId="AD" clId="Web-{A2F432F4-37D5-A3D0-114A-1D305E73D865}" dt="2026-08-18T02:15:25.682" v="246" actId="14100"/>
          <ac:spMkLst>
            <pc:docMk/>
            <pc:sldMk cId="591232533" sldId="262"/>
            <ac:spMk id="10" creationId="{2B0BB27F-994C-567F-6D46-18539B7BDA3A}"/>
          </ac:spMkLst>
        </pc:spChg>
        <pc:spChg chg="add del">
          <ac:chgData name="Taliah Kassaby" userId="S::kas0005@wantirnacollege.vic.edu.au::23d269d0-e02c-425d-bfba-881a989e0172" providerId="AD" clId="Web-{A2F432F4-37D5-A3D0-114A-1D305E73D865}" dt="2026-08-18T02:13:26.941" v="225"/>
          <ac:spMkLst>
            <pc:docMk/>
            <pc:sldMk cId="591232533" sldId="262"/>
            <ac:spMk id="11" creationId="{2BE67753-EA0E-4819-8D22-0B6600CF7231}"/>
          </ac:spMkLst>
        </pc:spChg>
        <pc:spChg chg="add del">
          <ac:chgData name="Taliah Kassaby" userId="S::kas0005@wantirnacollege.vic.edu.au::23d269d0-e02c-425d-bfba-881a989e0172" providerId="AD" clId="Web-{A2F432F4-37D5-A3D0-114A-1D305E73D865}" dt="2026-08-18T02:13:26.941" v="225"/>
          <ac:spMkLst>
            <pc:docMk/>
            <pc:sldMk cId="591232533" sldId="262"/>
            <ac:spMk id="12" creationId="{5A292AEA-2528-46C0-B426-95822B6141FB}"/>
          </ac:spMkLst>
        </pc:spChg>
        <pc:spChg chg="add">
          <ac:chgData name="Taliah Kassaby" userId="S::kas0005@wantirnacollege.vic.edu.au::23d269d0-e02c-425d-bfba-881a989e0172" providerId="AD" clId="Web-{A2F432F4-37D5-A3D0-114A-1D305E73D865}" dt="2026-08-18T02:12:47.816" v="224"/>
          <ac:spMkLst>
            <pc:docMk/>
            <pc:sldMk cId="591232533" sldId="262"/>
            <ac:spMk id="21" creationId="{D8B7B198-E4DF-43CD-AD8C-199884323745}"/>
          </ac:spMkLst>
        </pc:spChg>
        <pc:spChg chg="add del">
          <ac:chgData name="Taliah Kassaby" userId="S::kas0005@wantirnacollege.vic.edu.au::23d269d0-e02c-425d-bfba-881a989e0172" providerId="AD" clId="Web-{A2F432F4-37D5-A3D0-114A-1D305E73D865}" dt="2026-08-18T02:13:50.270" v="226"/>
          <ac:spMkLst>
            <pc:docMk/>
            <pc:sldMk cId="591232533" sldId="262"/>
            <ac:spMk id="37" creationId="{1A3C89F8-0D2F-47FF-B903-151248265F47}"/>
          </ac:spMkLst>
        </pc:spChg>
        <pc:spChg chg="add del">
          <ac:chgData name="Taliah Kassaby" userId="S::kas0005@wantirnacollege.vic.edu.au::23d269d0-e02c-425d-bfba-881a989e0172" providerId="AD" clId="Web-{A2F432F4-37D5-A3D0-114A-1D305E73D865}" dt="2026-08-18T02:13:50.270" v="226"/>
          <ac:spMkLst>
            <pc:docMk/>
            <pc:sldMk cId="591232533" sldId="262"/>
            <ac:spMk id="39" creationId="{C5CB530E-515E-412C-9DF1-5F8FFBD6F383}"/>
          </ac:spMkLst>
        </pc:spChg>
        <pc:spChg chg="add del">
          <ac:chgData name="Taliah Kassaby" userId="S::kas0005@wantirnacollege.vic.edu.au::23d269d0-e02c-425d-bfba-881a989e0172" providerId="AD" clId="Web-{A2F432F4-37D5-A3D0-114A-1D305E73D865}" dt="2026-08-18T02:13:50.270" v="226"/>
          <ac:spMkLst>
            <pc:docMk/>
            <pc:sldMk cId="591232533" sldId="262"/>
            <ac:spMk id="41" creationId="{712D4376-A578-4FF1-94FC-245E7A6A489F}"/>
          </ac:spMkLst>
        </pc:spChg>
        <pc:spChg chg="add del">
          <ac:chgData name="Taliah Kassaby" userId="S::kas0005@wantirnacollege.vic.edu.au::23d269d0-e02c-425d-bfba-881a989e0172" providerId="AD" clId="Web-{A2F432F4-37D5-A3D0-114A-1D305E73D865}" dt="2026-08-18T02:13:50.270" v="226"/>
          <ac:spMkLst>
            <pc:docMk/>
            <pc:sldMk cId="591232533" sldId="262"/>
            <ac:spMk id="43" creationId="{AEA7509D-F04F-40CB-A0B3-EEF16499CC9F}"/>
          </ac:spMkLst>
        </pc:spChg>
        <pc:spChg chg="add del">
          <ac:chgData name="Taliah Kassaby" userId="S::kas0005@wantirnacollege.vic.edu.au::23d269d0-e02c-425d-bfba-881a989e0172" providerId="AD" clId="Web-{A2F432F4-37D5-A3D0-114A-1D305E73D865}" dt="2026-08-18T02:13:50.270" v="226"/>
          <ac:spMkLst>
            <pc:docMk/>
            <pc:sldMk cId="591232533" sldId="262"/>
            <ac:spMk id="47" creationId="{508BEF50-7B1E-49A4-BC19-5F4F1D755E64}"/>
          </ac:spMkLst>
        </pc:spChg>
        <pc:spChg chg="add del">
          <ac:chgData name="Taliah Kassaby" userId="S::kas0005@wantirnacollege.vic.edu.au::23d269d0-e02c-425d-bfba-881a989e0172" providerId="AD" clId="Web-{A2F432F4-37D5-A3D0-114A-1D305E73D865}" dt="2026-08-18T02:13:50.270" v="226"/>
          <ac:spMkLst>
            <pc:docMk/>
            <pc:sldMk cId="591232533" sldId="262"/>
            <ac:spMk id="49" creationId="{3FBAD350-5664-4811-A208-657FB882D350}"/>
          </ac:spMkLst>
        </pc:spChg>
        <pc:spChg chg="add del">
          <ac:chgData name="Taliah Kassaby" userId="S::kas0005@wantirnacollege.vic.edu.au::23d269d0-e02c-425d-bfba-881a989e0172" providerId="AD" clId="Web-{A2F432F4-37D5-A3D0-114A-1D305E73D865}" dt="2026-08-18T02:13:50.270" v="226"/>
          <ac:spMkLst>
            <pc:docMk/>
            <pc:sldMk cId="591232533" sldId="262"/>
            <ac:spMk id="51" creationId="{C39ADB8F-D187-49D7-BDCF-C1B6DC727068}"/>
          </ac:spMkLst>
        </pc:spChg>
        <pc:spChg chg="add">
          <ac:chgData name="Taliah Kassaby" userId="S::kas0005@wantirnacollege.vic.edu.au::23d269d0-e02c-425d-bfba-881a989e0172" providerId="AD" clId="Web-{A2F432F4-37D5-A3D0-114A-1D305E73D865}" dt="2026-08-18T02:13:50.270" v="226"/>
          <ac:spMkLst>
            <pc:docMk/>
            <pc:sldMk cId="591232533" sldId="262"/>
            <ac:spMk id="56" creationId="{C7D023E4-8DE1-436E-9847-ED6A4B4B04FD}"/>
          </ac:spMkLst>
        </pc:spChg>
        <pc:spChg chg="mod">
          <ac:chgData name="Taliah Kassaby" userId="S::kas0005@wantirnacollege.vic.edu.au::23d269d0-e02c-425d-bfba-881a989e0172" providerId="AD" clId="Web-{A2F432F4-37D5-A3D0-114A-1D305E73D865}" dt="2026-08-18T02:19:18.490" v="284" actId="1076"/>
          <ac:spMkLst>
            <pc:docMk/>
            <pc:sldMk cId="591232533" sldId="262"/>
            <ac:spMk id="59" creationId="{54F87DBC-E43C-4CE4-A8C5-61E3D68194AA}"/>
          </ac:spMkLst>
        </pc:spChg>
        <pc:spChg chg="mod">
          <ac:chgData name="Taliah Kassaby" userId="S::kas0005@wantirnacollege.vic.edu.au::23d269d0-e02c-425d-bfba-881a989e0172" providerId="AD" clId="Web-{A2F432F4-37D5-A3D0-114A-1D305E73D865}" dt="2026-08-18T02:19:19.178" v="286" actId="1076"/>
          <ac:spMkLst>
            <pc:docMk/>
            <pc:sldMk cId="591232533" sldId="262"/>
            <ac:spMk id="60" creationId="{CD39A88A-7F84-4ACA-877B-E28BC26CD8FD}"/>
          </ac:spMkLst>
        </pc:spChg>
        <pc:grpChg chg="add del">
          <ac:chgData name="Taliah Kassaby" userId="S::kas0005@wantirnacollege.vic.edu.au::23d269d0-e02c-425d-bfba-881a989e0172" providerId="AD" clId="Web-{A2F432F4-37D5-A3D0-114A-1D305E73D865}" dt="2026-08-18T02:18:23.331" v="274"/>
          <ac:grpSpMkLst>
            <pc:docMk/>
            <pc:sldMk cId="591232533" sldId="262"/>
            <ac:grpSpMk id="6" creationId="{A0CFB48E-6750-815A-4A8F-C77C11B610BC}"/>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13" creationId="{D76D63AC-0421-45EC-B383-E79A61A78C6B}"/>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2" creationId="{87F87F1B-42BA-4AC7-A4E2-41544DDB2CE3}"/>
          </ac:grpSpMkLst>
        </pc:grpChg>
        <pc:grpChg chg="add del">
          <ac:chgData name="Taliah Kassaby" userId="S::kas0005@wantirnacollege.vic.edu.au::23d269d0-e02c-425d-bfba-881a989e0172" providerId="AD" clId="Web-{A2F432F4-37D5-A3D0-114A-1D305E73D865}" dt="2026-08-18T02:15:58.137" v="252"/>
          <ac:grpSpMkLst>
            <pc:docMk/>
            <pc:sldMk cId="591232533" sldId="262"/>
            <ac:grpSpMk id="27" creationId="{7BC2FEC7-DE0D-0CB9-5887-30C4EAFB9A7D}"/>
          </ac:grpSpMkLst>
        </pc:grpChg>
        <pc:grpChg chg="add">
          <ac:chgData name="Taliah Kassaby" userId="S::kas0005@wantirnacollege.vic.edu.au::23d269d0-e02c-425d-bfba-881a989e0172" providerId="AD" clId="Web-{A2F432F4-37D5-A3D0-114A-1D305E73D865}" dt="2026-08-18T02:12:47.816" v="224"/>
          <ac:grpSpMkLst>
            <pc:docMk/>
            <pc:sldMk cId="591232533" sldId="262"/>
            <ac:grpSpMk id="28" creationId="{967346A5-7569-4F15-AB5D-BE3DADF192C0}"/>
          </ac:grpSpMkLst>
        </pc:grpChg>
        <pc:grpChg chg="add del">
          <ac:chgData name="Taliah Kassaby" userId="S::kas0005@wantirnacollege.vic.edu.au::23d269d0-e02c-425d-bfba-881a989e0172" providerId="AD" clId="Web-{A2F432F4-37D5-A3D0-114A-1D305E73D865}" dt="2026-08-18T02:18:26.878" v="276"/>
          <ac:grpSpMkLst>
            <pc:docMk/>
            <pc:sldMk cId="591232533" sldId="262"/>
            <ac:grpSpMk id="58" creationId="{1FEC590B-3306-47E9-BD67-97F3F76169A4}"/>
          </ac:grpSpMkLst>
        </pc:grpChg>
        <pc:cxnChg chg="add del">
          <ac:chgData name="Taliah Kassaby" userId="S::kas0005@wantirnacollege.vic.edu.au::23d269d0-e02c-425d-bfba-881a989e0172" providerId="AD" clId="Web-{A2F432F4-37D5-A3D0-114A-1D305E73D865}" dt="2026-08-18T02:12:47.769" v="223"/>
          <ac:cxnSpMkLst>
            <pc:docMk/>
            <pc:sldMk cId="591232533" sldId="262"/>
            <ac:cxnSpMk id="9" creationId="{56020367-4FD5-4596-8E10-C5F095CD8DBF}"/>
          </ac:cxnSpMkLst>
        </pc:cxnChg>
      </pc:sldChg>
      <pc:sldChg chg="addSp delSp modSp">
        <pc:chgData name="Taliah Kassaby" userId="S::kas0005@wantirnacollege.vic.edu.au::23d269d0-e02c-425d-bfba-881a989e0172" providerId="AD" clId="Web-{A2F432F4-37D5-A3D0-114A-1D305E73D865}" dt="2026-08-18T02:46:21.092" v="508"/>
        <pc:sldMkLst>
          <pc:docMk/>
          <pc:sldMk cId="1378381461" sldId="263"/>
        </pc:sldMkLst>
        <pc:spChg chg="mod ord">
          <ac:chgData name="Taliah Kassaby" userId="S::kas0005@wantirnacollege.vic.edu.au::23d269d0-e02c-425d-bfba-881a989e0172" providerId="AD" clId="Web-{A2F432F4-37D5-A3D0-114A-1D305E73D865}" dt="2026-08-18T02:21:00.447" v="303" actId="1076"/>
          <ac:spMkLst>
            <pc:docMk/>
            <pc:sldMk cId="1378381461" sldId="263"/>
            <ac:spMk id="2" creationId="{3D6BD942-99F1-D4F8-7845-34462FCC51F0}"/>
          </ac:spMkLst>
        </pc:spChg>
        <pc:spChg chg="add del">
          <ac:chgData name="Taliah Kassaby" userId="S::kas0005@wantirnacollege.vic.edu.au::23d269d0-e02c-425d-bfba-881a989e0172" providerId="AD" clId="Web-{A2F432F4-37D5-A3D0-114A-1D305E73D865}" dt="2026-08-18T02:14:38.101" v="240"/>
          <ac:spMkLst>
            <pc:docMk/>
            <pc:sldMk cId="1378381461" sldId="263"/>
            <ac:spMk id="102" creationId="{F61BCE07-A0C7-BC15-6DDE-4CF832D2269F}"/>
          </ac:spMkLst>
        </pc:spChg>
        <pc:spChg chg="mod">
          <ac:chgData name="Taliah Kassaby" userId="S::kas0005@wantirnacollege.vic.edu.au::23d269d0-e02c-425d-bfba-881a989e0172" providerId="AD" clId="Web-{A2F432F4-37D5-A3D0-114A-1D305E73D865}" dt="2026-08-18T02:14:34.429" v="236" actId="1076"/>
          <ac:spMkLst>
            <pc:docMk/>
            <pc:sldMk cId="1378381461" sldId="263"/>
            <ac:spMk id="104" creationId="{29DBC635-54DA-8B31-BF6C-A056D9BF5D38}"/>
          </ac:spMkLst>
        </pc:spChg>
        <pc:spChg chg="mod">
          <ac:chgData name="Taliah Kassaby" userId="S::kas0005@wantirnacollege.vic.edu.au::23d269d0-e02c-425d-bfba-881a989e0172" providerId="AD" clId="Web-{A2F432F4-37D5-A3D0-114A-1D305E73D865}" dt="2026-08-18T02:14:35.632" v="237" actId="1076"/>
          <ac:spMkLst>
            <pc:docMk/>
            <pc:sldMk cId="1378381461" sldId="263"/>
            <ac:spMk id="105" creationId="{6F1525D9-349E-DC3E-29C8-5E7EE5E4BE4D}"/>
          </ac:spMkLst>
        </pc:spChg>
        <pc:spChg chg="mod">
          <ac:chgData name="Taliah Kassaby" userId="S::kas0005@wantirnacollege.vic.edu.au::23d269d0-e02c-425d-bfba-881a989e0172" providerId="AD" clId="Web-{A2F432F4-37D5-A3D0-114A-1D305E73D865}" dt="2026-08-18T02:17:36.079" v="268" actId="1076"/>
          <ac:spMkLst>
            <pc:docMk/>
            <pc:sldMk cId="1378381461" sldId="263"/>
            <ac:spMk id="117" creationId="{BDE15A44-816A-A385-E9FA-61267B24B2EE}"/>
          </ac:spMkLst>
        </pc:spChg>
        <pc:spChg chg="mod">
          <ac:chgData name="Taliah Kassaby" userId="S::kas0005@wantirnacollege.vic.edu.au::23d269d0-e02c-425d-bfba-881a989e0172" providerId="AD" clId="Web-{A2F432F4-37D5-A3D0-114A-1D305E73D865}" dt="2026-08-18T02:17:42.469" v="269" actId="1076"/>
          <ac:spMkLst>
            <pc:docMk/>
            <pc:sldMk cId="1378381461" sldId="263"/>
            <ac:spMk id="118" creationId="{3D4D8329-7B79-566C-6DC9-F6EFBBDB1797}"/>
          </ac:spMkLst>
        </pc:spChg>
        <pc:spChg chg="add del">
          <ac:chgData name="Taliah Kassaby" userId="S::kas0005@wantirnacollege.vic.edu.au::23d269d0-e02c-425d-bfba-881a989e0172" providerId="AD" clId="Web-{A2F432F4-37D5-A3D0-114A-1D305E73D865}" dt="2026-08-18T02:19:11.771" v="283"/>
          <ac:spMkLst>
            <pc:docMk/>
            <pc:sldMk cId="1378381461" sldId="263"/>
            <ac:spMk id="121" creationId="{CDD42FE5-843D-1159-1E8D-BAF0B0DB5EEF}"/>
          </ac:spMkLst>
        </pc:spChg>
        <pc:spChg chg="add del mod">
          <ac:chgData name="Taliah Kassaby" userId="S::kas0005@wantirnacollege.vic.edu.au::23d269d0-e02c-425d-bfba-881a989e0172" providerId="AD" clId="Web-{A2F432F4-37D5-A3D0-114A-1D305E73D865}" dt="2026-08-18T02:46:21.092" v="508"/>
          <ac:spMkLst>
            <pc:docMk/>
            <pc:sldMk cId="1378381461" sldId="263"/>
            <ac:spMk id="131" creationId="{1108A431-6F10-10C0-286D-65B40870ADCD}"/>
          </ac:spMkLst>
        </pc:spChg>
        <pc:grpChg chg="add del">
          <ac:chgData name="Taliah Kassaby" userId="S::kas0005@wantirnacollege.vic.edu.au::23d269d0-e02c-425d-bfba-881a989e0172" providerId="AD" clId="Web-{A2F432F4-37D5-A3D0-114A-1D305E73D865}" dt="2026-08-18T02:14:38.101" v="239"/>
          <ac:grpSpMkLst>
            <pc:docMk/>
            <pc:sldMk cId="1378381461" sldId="263"/>
            <ac:grpSpMk id="106" creationId="{79978F46-FC41-44DD-0218-7223B415CEDA}"/>
          </ac:grpSpMkLst>
        </pc:grpChg>
        <pc:grpChg chg="add del">
          <ac:chgData name="Taliah Kassaby" userId="S::kas0005@wantirnacollege.vic.edu.au::23d269d0-e02c-425d-bfba-881a989e0172" providerId="AD" clId="Web-{A2F432F4-37D5-A3D0-114A-1D305E73D865}" dt="2026-08-18T02:14:38.101" v="238"/>
          <ac:grpSpMkLst>
            <pc:docMk/>
            <pc:sldMk cId="1378381461" sldId="263"/>
            <ac:grpSpMk id="115" creationId="{86C06658-6F41-537A-8D3C-1AE07915A00C}"/>
          </ac:grpSpMkLst>
        </pc:grpChg>
        <pc:grpChg chg="add">
          <ac:chgData name="Taliah Kassaby" userId="S::kas0005@wantirnacollege.vic.edu.au::23d269d0-e02c-425d-bfba-881a989e0172" providerId="AD" clId="Web-{A2F432F4-37D5-A3D0-114A-1D305E73D865}" dt="2026-08-18T02:16:22.231" v="256"/>
          <ac:grpSpMkLst>
            <pc:docMk/>
            <pc:sldMk cId="1378381461" sldId="263"/>
            <ac:grpSpMk id="119" creationId="{28F75165-284D-0DC5-6214-B69DB7168A04}"/>
          </ac:grpSpMkLst>
        </pc:grpChg>
        <pc:grpChg chg="add del">
          <ac:chgData name="Taliah Kassaby" userId="S::kas0005@wantirnacollege.vic.edu.au::23d269d0-e02c-425d-bfba-881a989e0172" providerId="AD" clId="Web-{A2F432F4-37D5-A3D0-114A-1D305E73D865}" dt="2026-08-18T02:19:11.771" v="282"/>
          <ac:grpSpMkLst>
            <pc:docMk/>
            <pc:sldMk cId="1378381461" sldId="263"/>
            <ac:grpSpMk id="130" creationId="{9A627DE5-3F08-769B-8513-30E57F47DC8C}"/>
          </ac:grpSpMkLst>
        </pc:grpChg>
        <pc:inkChg chg="mod">
          <ac:chgData name="Taliah Kassaby" userId="S::kas0005@wantirnacollege.vic.edu.au::23d269d0-e02c-425d-bfba-881a989e0172" providerId="AD" clId="Web-{A2F432F4-37D5-A3D0-114A-1D305E73D865}" dt="2026-08-18T02:14:32.554" v="234" actId="1076"/>
          <ac:inkMkLst>
            <pc:docMk/>
            <pc:sldMk cId="1378381461" sldId="263"/>
            <ac:inkMk id="5" creationId="{BD14DB4F-83B9-BDAD-7CE1-B0ADD41823AA}"/>
          </ac:inkMkLst>
        </pc:inkChg>
      </pc:sldChg>
      <pc:sldChg chg="addSp delSp modSp">
        <pc:chgData name="Taliah Kassaby" userId="S::kas0005@wantirnacollege.vic.edu.au::23d269d0-e02c-425d-bfba-881a989e0172" providerId="AD" clId="Web-{A2F432F4-37D5-A3D0-114A-1D305E73D865}" dt="2026-08-18T02:26:19.067" v="358" actId="14100"/>
        <pc:sldMkLst>
          <pc:docMk/>
          <pc:sldMk cId="1366860525" sldId="264"/>
        </pc:sldMkLst>
        <pc:spChg chg="mod ord">
          <ac:chgData name="Taliah Kassaby" userId="S::kas0005@wantirnacollege.vic.edu.au::23d269d0-e02c-425d-bfba-881a989e0172" providerId="AD" clId="Web-{A2F432F4-37D5-A3D0-114A-1D305E73D865}" dt="2026-08-18T02:26:15.473" v="357" actId="1076"/>
          <ac:spMkLst>
            <pc:docMk/>
            <pc:sldMk cId="1366860525" sldId="264"/>
            <ac:spMk id="2" creationId="{1EC88F65-E257-50D0-F69C-69363F25BCCB}"/>
          </ac:spMkLst>
        </pc:spChg>
        <pc:spChg chg="mod">
          <ac:chgData name="Taliah Kassaby" userId="S::kas0005@wantirnacollege.vic.edu.au::23d269d0-e02c-425d-bfba-881a989e0172" providerId="AD" clId="Web-{A2F432F4-37D5-A3D0-114A-1D305E73D865}" dt="2026-08-18T02:26:19.067" v="358" actId="14100"/>
          <ac:spMkLst>
            <pc:docMk/>
            <pc:sldMk cId="1366860525" sldId="264"/>
            <ac:spMk id="10" creationId="{C3178A38-F0D4-0B0E-AB45-8134AF7F8EBE}"/>
          </ac:spMkLst>
        </pc:spChg>
        <pc:grpChg chg="add">
          <ac:chgData name="Taliah Kassaby" userId="S::kas0005@wantirnacollege.vic.edu.au::23d269d0-e02c-425d-bfba-881a989e0172" providerId="AD" clId="Web-{A2F432F4-37D5-A3D0-114A-1D305E73D865}" dt="2026-08-18T02:24:39.814" v="345"/>
          <ac:grpSpMkLst>
            <pc:docMk/>
            <pc:sldMk cId="1366860525" sldId="264"/>
            <ac:grpSpMk id="11" creationId="{ADEC6ED6-915F-8E19-B8CE-42C47769EA25}"/>
          </ac:grpSpMkLst>
        </pc:grpChg>
        <pc:inkChg chg="add del">
          <ac:chgData name="Taliah Kassaby" userId="S::kas0005@wantirnacollege.vic.edu.au::23d269d0-e02c-425d-bfba-881a989e0172" providerId="AD" clId="Web-{A2F432F4-37D5-A3D0-114A-1D305E73D865}" dt="2026-08-18T02:24:01.610" v="339"/>
          <ac:inkMkLst>
            <pc:docMk/>
            <pc:sldMk cId="1366860525" sldId="264"/>
            <ac:inkMk id="3" creationId="{3D5C42BA-EF95-F6E1-BB1F-82CE368B226A}"/>
          </ac:inkMkLst>
        </pc:inkChg>
        <pc:inkChg chg="add del">
          <ac:chgData name="Taliah Kassaby" userId="S::kas0005@wantirnacollege.vic.edu.au::23d269d0-e02c-425d-bfba-881a989e0172" providerId="AD" clId="Web-{A2F432F4-37D5-A3D0-114A-1D305E73D865}" dt="2026-08-18T02:24:01.063" v="338"/>
          <ac:inkMkLst>
            <pc:docMk/>
            <pc:sldMk cId="1366860525" sldId="264"/>
            <ac:inkMk id="5" creationId="{CBA1F2FB-0B4D-3836-D195-25E289065122}"/>
          </ac:inkMkLst>
        </pc:inkChg>
        <pc:inkChg chg="add del">
          <ac:chgData name="Taliah Kassaby" userId="S::kas0005@wantirnacollege.vic.edu.au::23d269d0-e02c-425d-bfba-881a989e0172" providerId="AD" clId="Web-{A2F432F4-37D5-A3D0-114A-1D305E73D865}" dt="2026-08-18T02:24:00.548" v="337"/>
          <ac:inkMkLst>
            <pc:docMk/>
            <pc:sldMk cId="1366860525" sldId="264"/>
            <ac:inkMk id="6" creationId="{0037F937-67C9-ACDF-8124-93E9A36E4DFF}"/>
          </ac:inkMkLst>
        </pc:inkChg>
        <pc:inkChg chg="add del">
          <ac:chgData name="Taliah Kassaby" userId="S::kas0005@wantirnacollege.vic.edu.au::23d269d0-e02c-425d-bfba-881a989e0172" providerId="AD" clId="Web-{A2F432F4-37D5-A3D0-114A-1D305E73D865}" dt="2026-08-18T02:24:00.016" v="336"/>
          <ac:inkMkLst>
            <pc:docMk/>
            <pc:sldMk cId="1366860525" sldId="264"/>
            <ac:inkMk id="7" creationId="{7B363603-06E7-AC40-9F72-F8692972FE65}"/>
          </ac:inkMkLst>
        </pc:inkChg>
      </pc:sldChg>
      <pc:sldChg chg="addSp delSp modSp">
        <pc:chgData name="Taliah Kassaby" userId="S::kas0005@wantirnacollege.vic.edu.au::23d269d0-e02c-425d-bfba-881a989e0172" providerId="AD" clId="Web-{A2F432F4-37D5-A3D0-114A-1D305E73D865}" dt="2026-08-18T02:26:10.691" v="356" actId="1076"/>
        <pc:sldMkLst>
          <pc:docMk/>
          <pc:sldMk cId="3107933604" sldId="265"/>
        </pc:sldMkLst>
        <pc:spChg chg="mod ord">
          <ac:chgData name="Taliah Kassaby" userId="S::kas0005@wantirnacollege.vic.edu.au::23d269d0-e02c-425d-bfba-881a989e0172" providerId="AD" clId="Web-{A2F432F4-37D5-A3D0-114A-1D305E73D865}" dt="2026-08-18T02:26:10.691" v="356" actId="1076"/>
          <ac:spMkLst>
            <pc:docMk/>
            <pc:sldMk cId="3107933604" sldId="265"/>
            <ac:spMk id="2" creationId="{904BC8D6-7AFA-1B30-7B41-F587777381A9}"/>
          </ac:spMkLst>
        </pc:spChg>
        <pc:grpChg chg="add del">
          <ac:chgData name="Taliah Kassaby" userId="S::kas0005@wantirnacollege.vic.edu.au::23d269d0-e02c-425d-bfba-881a989e0172" providerId="AD" clId="Web-{A2F432F4-37D5-A3D0-114A-1D305E73D865}" dt="2026-08-18T02:25:38.283" v="351"/>
          <ac:grpSpMkLst>
            <pc:docMk/>
            <pc:sldMk cId="3107933604" sldId="265"/>
            <ac:grpSpMk id="7" creationId="{2E2F0177-F5F5-9762-58FA-0748EF0C44B3}"/>
          </ac:grpSpMkLst>
        </pc:grpChg>
        <pc:grpChg chg="add">
          <ac:chgData name="Taliah Kassaby" userId="S::kas0005@wantirnacollege.vic.edu.au::23d269d0-e02c-425d-bfba-881a989e0172" providerId="AD" clId="Web-{A2F432F4-37D5-A3D0-114A-1D305E73D865}" dt="2026-08-18T02:25:59.503" v="354"/>
          <ac:grpSpMkLst>
            <pc:docMk/>
            <pc:sldMk cId="3107933604" sldId="265"/>
            <ac:grpSpMk id="11" creationId="{C47CC5E7-9E0C-1C22-7558-600849365B62}"/>
          </ac:grpSpMkLst>
        </pc:grpChg>
      </pc:sldChg>
      <pc:sldChg chg="addSp modSp">
        <pc:chgData name="Taliah Kassaby" userId="S::kas0005@wantirnacollege.vic.edu.au::23d269d0-e02c-425d-bfba-881a989e0172" providerId="AD" clId="Web-{A2F432F4-37D5-A3D0-114A-1D305E73D865}" dt="2026-08-18T02:28:44.757" v="384" actId="1076"/>
        <pc:sldMkLst>
          <pc:docMk/>
          <pc:sldMk cId="2853855006" sldId="266"/>
        </pc:sldMkLst>
        <pc:spChg chg="mod ord">
          <ac:chgData name="Taliah Kassaby" userId="S::kas0005@wantirnacollege.vic.edu.au::23d269d0-e02c-425d-bfba-881a989e0172" providerId="AD" clId="Web-{A2F432F4-37D5-A3D0-114A-1D305E73D865}" dt="2026-08-18T02:28:44.757" v="384" actId="1076"/>
          <ac:spMkLst>
            <pc:docMk/>
            <pc:sldMk cId="2853855006" sldId="266"/>
            <ac:spMk id="2" creationId="{1E87D877-1A18-83C4-94B1-173689B4C6A1}"/>
          </ac:spMkLst>
        </pc:spChg>
        <pc:grpChg chg="add">
          <ac:chgData name="Taliah Kassaby" userId="S::kas0005@wantirnacollege.vic.edu.au::23d269d0-e02c-425d-bfba-881a989e0172" providerId="AD" clId="Web-{A2F432F4-37D5-A3D0-114A-1D305E73D865}" dt="2026-08-18T02:27:57.053" v="381"/>
          <ac:grpSpMkLst>
            <pc:docMk/>
            <pc:sldMk cId="2853855006" sldId="266"/>
            <ac:grpSpMk id="7" creationId="{CECE36E4-90FD-D8E9-5273-90FEDF63ED50}"/>
          </ac:grpSpMkLst>
        </pc:grpChg>
      </pc:sldChg>
      <pc:sldChg chg="addSp modSp">
        <pc:chgData name="Taliah Kassaby" userId="S::kas0005@wantirnacollege.vic.edu.au::23d269d0-e02c-425d-bfba-881a989e0172" providerId="AD" clId="Web-{A2F432F4-37D5-A3D0-114A-1D305E73D865}" dt="2026-08-18T02:29:16.258" v="389" actId="1076"/>
        <pc:sldMkLst>
          <pc:docMk/>
          <pc:sldMk cId="1380321696" sldId="267"/>
        </pc:sldMkLst>
        <pc:spChg chg="mod ord">
          <ac:chgData name="Taliah Kassaby" userId="S::kas0005@wantirnacollege.vic.edu.au::23d269d0-e02c-425d-bfba-881a989e0172" providerId="AD" clId="Web-{A2F432F4-37D5-A3D0-114A-1D305E73D865}" dt="2026-08-18T02:29:16.258" v="389" actId="1076"/>
          <ac:spMkLst>
            <pc:docMk/>
            <pc:sldMk cId="1380321696" sldId="267"/>
            <ac:spMk id="2" creationId="{9606A4EE-1A20-9BCE-F68F-8A6820025ED2}"/>
          </ac:spMkLst>
        </pc:spChg>
        <pc:grpChg chg="add">
          <ac:chgData name="Taliah Kassaby" userId="S::kas0005@wantirnacollege.vic.edu.au::23d269d0-e02c-425d-bfba-881a989e0172" providerId="AD" clId="Web-{A2F432F4-37D5-A3D0-114A-1D305E73D865}" dt="2026-08-18T02:28:56.148" v="386"/>
          <ac:grpSpMkLst>
            <pc:docMk/>
            <pc:sldMk cId="1380321696" sldId="267"/>
            <ac:grpSpMk id="8" creationId="{BF5CF546-A14D-56BE-E340-21EE8FE6558D}"/>
          </ac:grpSpMkLst>
        </pc:grpChg>
      </pc:sldChg>
      <pc:sldChg chg="addSp delSp modSp">
        <pc:chgData name="Taliah Kassaby" userId="S::kas0005@wantirnacollege.vic.edu.au::23d269d0-e02c-425d-bfba-881a989e0172" providerId="AD" clId="Web-{A2F432F4-37D5-A3D0-114A-1D305E73D865}" dt="2026-08-18T02:29:54.180" v="396" actId="1076"/>
        <pc:sldMkLst>
          <pc:docMk/>
          <pc:sldMk cId="1318932797" sldId="268"/>
        </pc:sldMkLst>
        <pc:spChg chg="mod ord">
          <ac:chgData name="Taliah Kassaby" userId="S::kas0005@wantirnacollege.vic.edu.au::23d269d0-e02c-425d-bfba-881a989e0172" providerId="AD" clId="Web-{A2F432F4-37D5-A3D0-114A-1D305E73D865}" dt="2026-08-18T02:29:54.180" v="396" actId="1076"/>
          <ac:spMkLst>
            <pc:docMk/>
            <pc:sldMk cId="1318932797" sldId="268"/>
            <ac:spMk id="2" creationId="{1EEB6081-E41C-E3FF-269E-8B1C60D65713}"/>
          </ac:spMkLst>
        </pc:spChg>
        <pc:grpChg chg="add">
          <ac:chgData name="Taliah Kassaby" userId="S::kas0005@wantirnacollege.vic.edu.au::23d269d0-e02c-425d-bfba-881a989e0172" providerId="AD" clId="Web-{A2F432F4-37D5-A3D0-114A-1D305E73D865}" dt="2026-08-18T02:29:32.461" v="392"/>
          <ac:grpSpMkLst>
            <pc:docMk/>
            <pc:sldMk cId="1318932797" sldId="268"/>
            <ac:grpSpMk id="7" creationId="{3F7ECD6C-158E-67A6-ADB4-4A21A3108B36}"/>
          </ac:grpSpMkLst>
        </pc:grpChg>
        <pc:grpChg chg="add del">
          <ac:chgData name="Taliah Kassaby" userId="S::kas0005@wantirnacollege.vic.edu.au::23d269d0-e02c-425d-bfba-881a989e0172" providerId="AD" clId="Web-{A2F432F4-37D5-A3D0-114A-1D305E73D865}" dt="2026-08-18T02:29:49.758" v="395"/>
          <ac:grpSpMkLst>
            <pc:docMk/>
            <pc:sldMk cId="1318932797" sldId="268"/>
            <ac:grpSpMk id="11" creationId="{31452D68-09A1-3D0C-0EAB-E3026482BA10}"/>
          </ac:grpSpMkLst>
        </pc:grpChg>
      </pc:sldChg>
      <pc:sldChg chg="addSp modSp">
        <pc:chgData name="Taliah Kassaby" userId="S::kas0005@wantirnacollege.vic.edu.au::23d269d0-e02c-425d-bfba-881a989e0172" providerId="AD" clId="Web-{A2F432F4-37D5-A3D0-114A-1D305E73D865}" dt="2026-08-18T02:20:56.400" v="302" actId="1076"/>
        <pc:sldMkLst>
          <pc:docMk/>
          <pc:sldMk cId="4147191571" sldId="269"/>
        </pc:sldMkLst>
        <pc:spChg chg="mod ord">
          <ac:chgData name="Taliah Kassaby" userId="S::kas0005@wantirnacollege.vic.edu.au::23d269d0-e02c-425d-bfba-881a989e0172" providerId="AD" clId="Web-{A2F432F4-37D5-A3D0-114A-1D305E73D865}" dt="2026-08-18T02:20:56.400" v="302" actId="1076"/>
          <ac:spMkLst>
            <pc:docMk/>
            <pc:sldMk cId="4147191571" sldId="269"/>
            <ac:spMk id="2" creationId="{C51CC66A-35D8-5EA1-54BF-2D890D21BE12}"/>
          </ac:spMkLst>
        </pc:spChg>
        <pc:spChg chg="mod">
          <ac:chgData name="Taliah Kassaby" userId="S::kas0005@wantirnacollege.vic.edu.au::23d269d0-e02c-425d-bfba-881a989e0172" providerId="AD" clId="Web-{A2F432F4-37D5-A3D0-114A-1D305E73D865}" dt="2026-08-18T02:20:36.212" v="298" actId="14100"/>
          <ac:spMkLst>
            <pc:docMk/>
            <pc:sldMk cId="4147191571" sldId="269"/>
            <ac:spMk id="5" creationId="{9C05FCA0-ADC2-27BD-3E92-ECE76F997455}"/>
          </ac:spMkLst>
        </pc:spChg>
        <pc:spChg chg="mod">
          <ac:chgData name="Taliah Kassaby" userId="S::kas0005@wantirnacollege.vic.edu.au::23d269d0-e02c-425d-bfba-881a989e0172" providerId="AD" clId="Web-{A2F432F4-37D5-A3D0-114A-1D305E73D865}" dt="2026-08-18T02:20:44.994" v="300" actId="14100"/>
          <ac:spMkLst>
            <pc:docMk/>
            <pc:sldMk cId="4147191571" sldId="269"/>
            <ac:spMk id="6" creationId="{1A82D0E5-48AB-C059-228B-1208D01BF46C}"/>
          </ac:spMkLst>
        </pc:spChg>
        <pc:grpChg chg="add">
          <ac:chgData name="Taliah Kassaby" userId="S::kas0005@wantirnacollege.vic.edu.au::23d269d0-e02c-425d-bfba-881a989e0172" providerId="AD" clId="Web-{A2F432F4-37D5-A3D0-114A-1D305E73D865}" dt="2026-08-18T02:19:29.038" v="287"/>
          <ac:grpSpMkLst>
            <pc:docMk/>
            <pc:sldMk cId="4147191571" sldId="269"/>
            <ac:grpSpMk id="12" creationId="{5D53C378-6089-81FB-BDB3-B035E6A38F2C}"/>
          </ac:grpSpMkLst>
        </pc:grpChg>
      </pc:sldChg>
      <pc:sldChg chg="addSp delSp modSp mod setBg">
        <pc:chgData name="Taliah Kassaby" userId="S::kas0005@wantirnacollege.vic.edu.au::23d269d0-e02c-425d-bfba-881a989e0172" providerId="AD" clId="Web-{A2F432F4-37D5-A3D0-114A-1D305E73D865}" dt="2026-08-18T02:55:55.804" v="512"/>
        <pc:sldMkLst>
          <pc:docMk/>
          <pc:sldMk cId="3457692963" sldId="270"/>
        </pc:sldMkLst>
        <pc:spChg chg="mod">
          <ac:chgData name="Taliah Kassaby" userId="S::kas0005@wantirnacollege.vic.edu.au::23d269d0-e02c-425d-bfba-881a989e0172" providerId="AD" clId="Web-{A2F432F4-37D5-A3D0-114A-1D305E73D865}" dt="2026-08-18T02:55:55.804" v="512"/>
          <ac:spMkLst>
            <pc:docMk/>
            <pc:sldMk cId="3457692963" sldId="270"/>
            <ac:spMk id="2" creationId="{9A6D4E23-7F5E-FFF1-E437-7D524E9B201B}"/>
          </ac:spMkLst>
        </pc:spChg>
        <pc:spChg chg="mod">
          <ac:chgData name="Taliah Kassaby" userId="S::kas0005@wantirnacollege.vic.edu.au::23d269d0-e02c-425d-bfba-881a989e0172" providerId="AD" clId="Web-{A2F432F4-37D5-A3D0-114A-1D305E73D865}" dt="2026-08-18T02:55:55.804" v="512"/>
          <ac:spMkLst>
            <pc:docMk/>
            <pc:sldMk cId="3457692963" sldId="270"/>
            <ac:spMk id="3" creationId="{C999C599-B8CA-EE81-4840-2B23F0BFE06D}"/>
          </ac:spMkLst>
        </pc:spChg>
        <pc:spChg chg="add">
          <ac:chgData name="Taliah Kassaby" userId="S::kas0005@wantirnacollege.vic.edu.au::23d269d0-e02c-425d-bfba-881a989e0172" providerId="AD" clId="Web-{A2F432F4-37D5-A3D0-114A-1D305E73D865}" dt="2026-08-18T02:55:55.804" v="512"/>
          <ac:spMkLst>
            <pc:docMk/>
            <pc:sldMk cId="3457692963" sldId="270"/>
            <ac:spMk id="5" creationId="{815925C2-A704-4D47-B1C1-3FCA52512EC1}"/>
          </ac:spMkLst>
        </pc:spChg>
        <pc:spChg chg="add">
          <ac:chgData name="Taliah Kassaby" userId="S::kas0005@wantirnacollege.vic.edu.au::23d269d0-e02c-425d-bfba-881a989e0172" providerId="AD" clId="Web-{A2F432F4-37D5-A3D0-114A-1D305E73D865}" dt="2026-08-18T02:55:55.804" v="512"/>
          <ac:spMkLst>
            <pc:docMk/>
            <pc:sldMk cId="3457692963" sldId="270"/>
            <ac:spMk id="6" creationId="{01D4315C-C23C-4FD3-98DF-08C29E2292A8}"/>
          </ac:spMkLst>
        </pc:spChg>
        <pc:spChg chg="add del">
          <ac:chgData name="Taliah Kassaby" userId="S::kas0005@wantirnacollege.vic.edu.au::23d269d0-e02c-425d-bfba-881a989e0172" providerId="AD" clId="Web-{A2F432F4-37D5-A3D0-114A-1D305E73D865}" dt="2026-08-18T02:55:39.460" v="511"/>
          <ac:spMkLst>
            <pc:docMk/>
            <pc:sldMk cId="3457692963" sldId="270"/>
            <ac:spMk id="8" creationId="{18873D23-2DCF-4B31-A009-95721C06E8E1}"/>
          </ac:spMkLst>
        </pc:spChg>
        <pc:spChg chg="add del">
          <ac:chgData name="Taliah Kassaby" userId="S::kas0005@wantirnacollege.vic.edu.au::23d269d0-e02c-425d-bfba-881a989e0172" providerId="AD" clId="Web-{A2F432F4-37D5-A3D0-114A-1D305E73D865}" dt="2026-08-18T02:55:39.460" v="510"/>
          <ac:spMkLst>
            <pc:docMk/>
            <pc:sldMk cId="3457692963" sldId="270"/>
            <ac:spMk id="10" creationId="{C13EF075-D4EF-4929-ADBC-91B27DA19955}"/>
          </ac:spMkLst>
        </pc:spChg>
        <pc:grpChg chg="add">
          <ac:chgData name="Taliah Kassaby" userId="S::kas0005@wantirnacollege.vic.edu.au::23d269d0-e02c-425d-bfba-881a989e0172" providerId="AD" clId="Web-{A2F432F4-37D5-A3D0-114A-1D305E73D865}" dt="2026-08-18T02:55:55.804" v="512"/>
          <ac:grpSpMkLst>
            <pc:docMk/>
            <pc:sldMk cId="3457692963" sldId="270"/>
            <ac:grpSpMk id="7" creationId="{5E6B47BC-43FD-4C91-8BFF-B41B99A8A39E}"/>
          </ac:grpSpMkLst>
        </pc:grpChg>
        <pc:grpChg chg="add del">
          <ac:chgData name="Taliah Kassaby" userId="S::kas0005@wantirnacollege.vic.edu.au::23d269d0-e02c-425d-bfba-881a989e0172" providerId="AD" clId="Web-{A2F432F4-37D5-A3D0-114A-1D305E73D865}" dt="2026-08-18T02:55:39.460" v="509"/>
          <ac:grpSpMkLst>
            <pc:docMk/>
            <pc:sldMk cId="3457692963" sldId="270"/>
            <ac:grpSpMk id="12" creationId="{DAA26DFA-AAB2-4973-9C17-16D587C7B198}"/>
          </ac:grpSpMkLst>
        </pc:grpChg>
        <pc:grpChg chg="add">
          <ac:chgData name="Taliah Kassaby" userId="S::kas0005@wantirnacollege.vic.edu.au::23d269d0-e02c-425d-bfba-881a989e0172" providerId="AD" clId="Web-{A2F432F4-37D5-A3D0-114A-1D305E73D865}" dt="2026-08-18T02:55:55.804" v="512"/>
          <ac:grpSpMkLst>
            <pc:docMk/>
            <pc:sldMk cId="3457692963" sldId="270"/>
            <ac:grpSpMk id="16" creationId="{43F5E015-E085-4624-B431-B42414448684}"/>
          </ac:grpSpMkLst>
        </pc:grpChg>
      </pc:sldChg>
      <pc:sldChg chg="addSp delSp modSp">
        <pc:chgData name="Taliah Kassaby" userId="S::kas0005@wantirnacollege.vic.edu.au::23d269d0-e02c-425d-bfba-881a989e0172" providerId="AD" clId="Web-{A2F432F4-37D5-A3D0-114A-1D305E73D865}" dt="2026-08-18T02:24:08.813" v="341"/>
        <pc:sldMkLst>
          <pc:docMk/>
          <pc:sldMk cId="2149723290" sldId="271"/>
        </pc:sldMkLst>
        <pc:spChg chg="mod ord">
          <ac:chgData name="Taliah Kassaby" userId="S::kas0005@wantirnacollege.vic.edu.au::23d269d0-e02c-425d-bfba-881a989e0172" providerId="AD" clId="Web-{A2F432F4-37D5-A3D0-114A-1D305E73D865}" dt="2026-08-18T02:21:46.856" v="311" actId="1076"/>
          <ac:spMkLst>
            <pc:docMk/>
            <pc:sldMk cId="2149723290" sldId="271"/>
            <ac:spMk id="2" creationId="{9E00B712-F478-3D2F-6FB3-DFD07B0CE486}"/>
          </ac:spMkLst>
        </pc:spChg>
        <pc:grpChg chg="add">
          <ac:chgData name="Taliah Kassaby" userId="S::kas0005@wantirnacollege.vic.edu.au::23d269d0-e02c-425d-bfba-881a989e0172" providerId="AD" clId="Web-{A2F432F4-37D5-A3D0-114A-1D305E73D865}" dt="2026-08-18T02:21:25.417" v="307"/>
          <ac:grpSpMkLst>
            <pc:docMk/>
            <pc:sldMk cId="2149723290" sldId="271"/>
            <ac:grpSpMk id="6" creationId="{5AE3057D-3A1F-C9DA-26F1-19C9E50D8C8C}"/>
          </ac:grpSpMkLst>
        </pc:grpChg>
        <pc:picChg chg="mod ord">
          <ac:chgData name="Taliah Kassaby" userId="S::kas0005@wantirnacollege.vic.edu.au::23d269d0-e02c-425d-bfba-881a989e0172" providerId="AD" clId="Web-{A2F432F4-37D5-A3D0-114A-1D305E73D865}" dt="2026-08-18T02:23:01.968" v="319" actId="1076"/>
          <ac:picMkLst>
            <pc:docMk/>
            <pc:sldMk cId="2149723290" sldId="271"/>
            <ac:picMk id="22" creationId="{A31A787D-A890-5EAD-46FA-26AC0E9C12AE}"/>
          </ac:picMkLst>
        </pc:picChg>
        <pc:inkChg chg="add">
          <ac:chgData name="Taliah Kassaby" userId="S::kas0005@wantirnacollege.vic.edu.au::23d269d0-e02c-425d-bfba-881a989e0172" providerId="AD" clId="Web-{A2F432F4-37D5-A3D0-114A-1D305E73D865}" dt="2026-08-18T02:23:34.047" v="326"/>
          <ac:inkMkLst>
            <pc:docMk/>
            <pc:sldMk cId="2149723290" sldId="271"/>
            <ac:inkMk id="7" creationId="{91AE0CCD-7AAA-1444-B849-98DE4F71B3C0}"/>
          </ac:inkMkLst>
        </pc:inkChg>
        <pc:inkChg chg="add">
          <ac:chgData name="Taliah Kassaby" userId="S::kas0005@wantirnacollege.vic.edu.au::23d269d0-e02c-425d-bfba-881a989e0172" providerId="AD" clId="Web-{A2F432F4-37D5-A3D0-114A-1D305E73D865}" dt="2026-08-18T02:23:37.906" v="327"/>
          <ac:inkMkLst>
            <pc:docMk/>
            <pc:sldMk cId="2149723290" sldId="271"/>
            <ac:inkMk id="8" creationId="{F43F83C1-0D9F-C897-84F8-3A867C19DF1C}"/>
          </ac:inkMkLst>
        </pc:inkChg>
        <pc:inkChg chg="add">
          <ac:chgData name="Taliah Kassaby" userId="S::kas0005@wantirnacollege.vic.edu.au::23d269d0-e02c-425d-bfba-881a989e0172" providerId="AD" clId="Web-{A2F432F4-37D5-A3D0-114A-1D305E73D865}" dt="2026-08-18T02:23:41.375" v="328"/>
          <ac:inkMkLst>
            <pc:docMk/>
            <pc:sldMk cId="2149723290" sldId="271"/>
            <ac:inkMk id="9" creationId="{672704CA-A2DE-8082-6908-9F345769E0DE}"/>
          </ac:inkMkLst>
        </pc:inkChg>
        <pc:inkChg chg="add del">
          <ac:chgData name="Taliah Kassaby" userId="S::kas0005@wantirnacollege.vic.edu.au::23d269d0-e02c-425d-bfba-881a989e0172" providerId="AD" clId="Web-{A2F432F4-37D5-A3D0-114A-1D305E73D865}" dt="2026-08-18T02:24:08.813" v="341"/>
          <ac:inkMkLst>
            <pc:docMk/>
            <pc:sldMk cId="2149723290" sldId="271"/>
            <ac:inkMk id="10" creationId="{3DE8B2C5-4F06-F761-4038-6F828EE8105B}"/>
          </ac:inkMkLst>
        </pc:inkChg>
        <pc:inkChg chg="add del">
          <ac:chgData name="Taliah Kassaby" userId="S::kas0005@wantirnacollege.vic.edu.au::23d269d0-e02c-425d-bfba-881a989e0172" providerId="AD" clId="Web-{A2F432F4-37D5-A3D0-114A-1D305E73D865}" dt="2026-08-18T02:23:48.313" v="331"/>
          <ac:inkMkLst>
            <pc:docMk/>
            <pc:sldMk cId="2149723290" sldId="271"/>
            <ac:inkMk id="11" creationId="{206AE1A6-0CF7-A801-F2D5-80CFEBEBB508}"/>
          </ac:inkMkLst>
        </pc:inkChg>
        <pc:inkChg chg="del mod ord">
          <ac:chgData name="Taliah Kassaby" userId="S::kas0005@wantirnacollege.vic.edu.au::23d269d0-e02c-425d-bfba-881a989e0172" providerId="AD" clId="Web-{A2F432F4-37D5-A3D0-114A-1D305E73D865}" dt="2026-08-18T02:23:09.687" v="321"/>
          <ac:inkMkLst>
            <pc:docMk/>
            <pc:sldMk cId="2149723290" sldId="271"/>
            <ac:inkMk id="23" creationId="{2079ABC8-C8A3-BEB4-E3B5-D1A386CD1A24}"/>
          </ac:inkMkLst>
        </pc:inkChg>
        <pc:inkChg chg="del ord">
          <ac:chgData name="Taliah Kassaby" userId="S::kas0005@wantirnacollege.vic.edu.au::23d269d0-e02c-425d-bfba-881a989e0172" providerId="AD" clId="Web-{A2F432F4-37D5-A3D0-114A-1D305E73D865}" dt="2026-08-18T02:23:18.234" v="325"/>
          <ac:inkMkLst>
            <pc:docMk/>
            <pc:sldMk cId="2149723290" sldId="271"/>
            <ac:inkMk id="24" creationId="{0FB3E653-E0EB-5DF0-4B92-5784C91B1E0E}"/>
          </ac:inkMkLst>
        </pc:inkChg>
        <pc:inkChg chg="del ord">
          <ac:chgData name="Taliah Kassaby" userId="S::kas0005@wantirnacollege.vic.edu.au::23d269d0-e02c-425d-bfba-881a989e0172" providerId="AD" clId="Web-{A2F432F4-37D5-A3D0-114A-1D305E73D865}" dt="2026-08-18T02:23:18.234" v="324"/>
          <ac:inkMkLst>
            <pc:docMk/>
            <pc:sldMk cId="2149723290" sldId="271"/>
            <ac:inkMk id="25" creationId="{E9042A9F-9CF7-054F-1E90-80F24E86D1A3}"/>
          </ac:inkMkLst>
        </pc:inkChg>
        <pc:inkChg chg="del ord">
          <ac:chgData name="Taliah Kassaby" userId="S::kas0005@wantirnacollege.vic.edu.au::23d269d0-e02c-425d-bfba-881a989e0172" providerId="AD" clId="Web-{A2F432F4-37D5-A3D0-114A-1D305E73D865}" dt="2026-08-18T02:23:14.874" v="323"/>
          <ac:inkMkLst>
            <pc:docMk/>
            <pc:sldMk cId="2149723290" sldId="271"/>
            <ac:inkMk id="26" creationId="{4643783A-7226-702D-96D7-91D9BAC05E09}"/>
          </ac:inkMkLst>
        </pc:inkChg>
        <pc:inkChg chg="del">
          <ac:chgData name="Taliah Kassaby" userId="S::kas0005@wantirnacollege.vic.edu.au::23d269d0-e02c-425d-bfba-881a989e0172" providerId="AD" clId="Web-{A2F432F4-37D5-A3D0-114A-1D305E73D865}" dt="2026-08-18T02:23:12.905" v="322"/>
          <ac:inkMkLst>
            <pc:docMk/>
            <pc:sldMk cId="2149723290" sldId="271"/>
            <ac:inkMk id="27" creationId="{1A8DB6B2-F3CF-19AC-A8B9-F1976B05DE74}"/>
          </ac:inkMkLst>
        </pc:inkChg>
      </pc:sldChg>
      <pc:sldChg chg="addSp delSp modSp">
        <pc:chgData name="Taliah Kassaby" userId="S::kas0005@wantirnacollege.vic.edu.au::23d269d0-e02c-425d-bfba-881a989e0172" providerId="AD" clId="Web-{A2F432F4-37D5-A3D0-114A-1D305E73D865}" dt="2026-08-18T02:27:49.491" v="379" actId="1076"/>
        <pc:sldMkLst>
          <pc:docMk/>
          <pc:sldMk cId="4196453157" sldId="272"/>
        </pc:sldMkLst>
        <pc:spChg chg="mod ord">
          <ac:chgData name="Taliah Kassaby" userId="S::kas0005@wantirnacollege.vic.edu.au::23d269d0-e02c-425d-bfba-881a989e0172" providerId="AD" clId="Web-{A2F432F4-37D5-A3D0-114A-1D305E73D865}" dt="2026-08-18T02:27:41.553" v="369" actId="1076"/>
          <ac:spMkLst>
            <pc:docMk/>
            <pc:sldMk cId="4196453157" sldId="272"/>
            <ac:spMk id="2" creationId="{DECC06B4-3A01-A656-443F-0A54FBECDA36}"/>
          </ac:spMkLst>
        </pc:spChg>
        <pc:spChg chg="mod">
          <ac:chgData name="Taliah Kassaby" userId="S::kas0005@wantirnacollege.vic.edu.au::23d269d0-e02c-425d-bfba-881a989e0172" providerId="AD" clId="Web-{A2F432F4-37D5-A3D0-114A-1D305E73D865}" dt="2026-08-18T02:27:49.475" v="377" actId="1076"/>
          <ac:spMkLst>
            <pc:docMk/>
            <pc:sldMk cId="4196453157" sldId="272"/>
            <ac:spMk id="16" creationId="{24FEF3ED-F281-D4E7-22C3-88CFF0405EB0}"/>
          </ac:spMkLst>
        </pc:spChg>
        <pc:spChg chg="mod">
          <ac:chgData name="Taliah Kassaby" userId="S::kas0005@wantirnacollege.vic.edu.au::23d269d0-e02c-425d-bfba-881a989e0172" providerId="AD" clId="Web-{A2F432F4-37D5-A3D0-114A-1D305E73D865}" dt="2026-08-18T02:27:49.491" v="378" actId="1076"/>
          <ac:spMkLst>
            <pc:docMk/>
            <pc:sldMk cId="4196453157" sldId="272"/>
            <ac:spMk id="22" creationId="{50409287-EF5B-CF5B-A14E-2C5D39440B15}"/>
          </ac:spMkLst>
        </pc:spChg>
        <pc:spChg chg="mod">
          <ac:chgData name="Taliah Kassaby" userId="S::kas0005@wantirnacollege.vic.edu.au::23d269d0-e02c-425d-bfba-881a989e0172" providerId="AD" clId="Web-{A2F432F4-37D5-A3D0-114A-1D305E73D865}" dt="2026-08-18T02:27:49.491" v="379" actId="1076"/>
          <ac:spMkLst>
            <pc:docMk/>
            <pc:sldMk cId="4196453157" sldId="272"/>
            <ac:spMk id="23" creationId="{4FF51D3C-6667-07BD-0EBF-46440DDD405A}"/>
          </ac:spMkLst>
        </pc:spChg>
        <pc:grpChg chg="add del">
          <ac:chgData name="Taliah Kassaby" userId="S::kas0005@wantirnacollege.vic.edu.au::23d269d0-e02c-425d-bfba-881a989e0172" providerId="AD" clId="Web-{A2F432F4-37D5-A3D0-114A-1D305E73D865}" dt="2026-08-18T02:27:01.443" v="361"/>
          <ac:grpSpMkLst>
            <pc:docMk/>
            <pc:sldMk cId="4196453157" sldId="272"/>
            <ac:grpSpMk id="8" creationId="{A64575A7-1320-C2AF-88E8-8F3392657AD2}"/>
          </ac:grpSpMkLst>
        </pc:grpChg>
        <pc:grpChg chg="add">
          <ac:chgData name="Taliah Kassaby" userId="S::kas0005@wantirnacollege.vic.edu.au::23d269d0-e02c-425d-bfba-881a989e0172" providerId="AD" clId="Web-{A2F432F4-37D5-A3D0-114A-1D305E73D865}" dt="2026-08-18T02:27:29.115" v="365"/>
          <ac:grpSpMkLst>
            <pc:docMk/>
            <pc:sldMk cId="4196453157" sldId="272"/>
            <ac:grpSpMk id="18" creationId="{874B9EED-B8A1-41F2-433B-899420AECD4D}"/>
          </ac:grpSpMkLst>
        </pc:grpChg>
        <pc:grpChg chg="add del">
          <ac:chgData name="Taliah Kassaby" userId="S::kas0005@wantirnacollege.vic.edu.au::23d269d0-e02c-425d-bfba-881a989e0172" providerId="AD" clId="Web-{A2F432F4-37D5-A3D0-114A-1D305E73D865}" dt="2026-08-18T02:27:31.943" v="367"/>
          <ac:grpSpMkLst>
            <pc:docMk/>
            <pc:sldMk cId="4196453157" sldId="272"/>
            <ac:grpSpMk id="24" creationId="{C1229205-3108-2EE0-D625-CE2BA98B60E0}"/>
          </ac:grpSpMkLst>
        </pc:grpChg>
        <pc:picChg chg="mod">
          <ac:chgData name="Taliah Kassaby" userId="S::kas0005@wantirnacollege.vic.edu.au::23d269d0-e02c-425d-bfba-881a989e0172" providerId="AD" clId="Web-{A2F432F4-37D5-A3D0-114A-1D305E73D865}" dt="2026-08-18T02:27:49.412" v="370" actId="1076"/>
          <ac:picMkLst>
            <pc:docMk/>
            <pc:sldMk cId="4196453157" sldId="272"/>
            <ac:picMk id="4" creationId="{6EB7D4B0-5233-EF46-C5FB-4067893490FB}"/>
          </ac:picMkLst>
        </pc:picChg>
        <pc:inkChg chg="mod">
          <ac:chgData name="Taliah Kassaby" userId="S::kas0005@wantirnacollege.vic.edu.au::23d269d0-e02c-425d-bfba-881a989e0172" providerId="AD" clId="Web-{A2F432F4-37D5-A3D0-114A-1D305E73D865}" dt="2026-08-18T02:27:49.412" v="371" actId="1076"/>
          <ac:inkMkLst>
            <pc:docMk/>
            <pc:sldMk cId="4196453157" sldId="272"/>
            <ac:inkMk id="5" creationId="{291E65B1-4420-81D5-05F8-C0FF12741F77}"/>
          </ac:inkMkLst>
        </pc:inkChg>
        <pc:inkChg chg="mod">
          <ac:chgData name="Taliah Kassaby" userId="S::kas0005@wantirnacollege.vic.edu.au::23d269d0-e02c-425d-bfba-881a989e0172" providerId="AD" clId="Web-{A2F432F4-37D5-A3D0-114A-1D305E73D865}" dt="2026-08-18T02:27:49.428" v="372" actId="1076"/>
          <ac:inkMkLst>
            <pc:docMk/>
            <pc:sldMk cId="4196453157" sldId="272"/>
            <ac:inkMk id="11" creationId="{53A11908-C8F3-228A-2A42-64DCE78996A9}"/>
          </ac:inkMkLst>
        </pc:inkChg>
        <pc:inkChg chg="mod">
          <ac:chgData name="Taliah Kassaby" userId="S::kas0005@wantirnacollege.vic.edu.au::23d269d0-e02c-425d-bfba-881a989e0172" providerId="AD" clId="Web-{A2F432F4-37D5-A3D0-114A-1D305E73D865}" dt="2026-08-18T02:27:49.444" v="373" actId="1076"/>
          <ac:inkMkLst>
            <pc:docMk/>
            <pc:sldMk cId="4196453157" sldId="272"/>
            <ac:inkMk id="12" creationId="{AB26A816-7054-250C-2DD5-14C1B01A714F}"/>
          </ac:inkMkLst>
        </pc:inkChg>
        <pc:inkChg chg="mod">
          <ac:chgData name="Taliah Kassaby" userId="S::kas0005@wantirnacollege.vic.edu.au::23d269d0-e02c-425d-bfba-881a989e0172" providerId="AD" clId="Web-{A2F432F4-37D5-A3D0-114A-1D305E73D865}" dt="2026-08-18T02:27:49.444" v="374" actId="1076"/>
          <ac:inkMkLst>
            <pc:docMk/>
            <pc:sldMk cId="4196453157" sldId="272"/>
            <ac:inkMk id="13" creationId="{0D5BF425-7455-5047-8B5B-95729688C396}"/>
          </ac:inkMkLst>
        </pc:inkChg>
        <pc:inkChg chg="mod">
          <ac:chgData name="Taliah Kassaby" userId="S::kas0005@wantirnacollege.vic.edu.au::23d269d0-e02c-425d-bfba-881a989e0172" providerId="AD" clId="Web-{A2F432F4-37D5-A3D0-114A-1D305E73D865}" dt="2026-08-18T02:27:49.459" v="375" actId="1076"/>
          <ac:inkMkLst>
            <pc:docMk/>
            <pc:sldMk cId="4196453157" sldId="272"/>
            <ac:inkMk id="14" creationId="{2221E05B-8385-4427-59AE-C55D3918076B}"/>
          </ac:inkMkLst>
        </pc:inkChg>
        <pc:inkChg chg="mod">
          <ac:chgData name="Taliah Kassaby" userId="S::kas0005@wantirnacollege.vic.edu.au::23d269d0-e02c-425d-bfba-881a989e0172" providerId="AD" clId="Web-{A2F432F4-37D5-A3D0-114A-1D305E73D865}" dt="2026-08-18T02:27:49.459" v="376" actId="1076"/>
          <ac:inkMkLst>
            <pc:docMk/>
            <pc:sldMk cId="4196453157" sldId="272"/>
            <ac:inkMk id="15" creationId="{E139891A-B456-ABC2-8311-60B3B4D12537}"/>
          </ac:inkMkLst>
        </pc:inkChg>
      </pc:sldChg>
      <pc:sldChg chg="addSp delSp modSp mod setBg">
        <pc:chgData name="Taliah Kassaby" userId="S::kas0005@wantirnacollege.vic.edu.au::23d269d0-e02c-425d-bfba-881a989e0172" providerId="AD" clId="Web-{A2F432F4-37D5-A3D0-114A-1D305E73D865}" dt="2026-08-18T02:57:57.168" v="529" actId="20577"/>
        <pc:sldMkLst>
          <pc:docMk/>
          <pc:sldMk cId="297324421" sldId="273"/>
        </pc:sldMkLst>
        <pc:spChg chg="mod ord">
          <ac:chgData name="Taliah Kassaby" userId="S::kas0005@wantirnacollege.vic.edu.au::23d269d0-e02c-425d-bfba-881a989e0172" providerId="AD" clId="Web-{A2F432F4-37D5-A3D0-114A-1D305E73D865}" dt="2026-08-18T02:57:48.480" v="526"/>
          <ac:spMkLst>
            <pc:docMk/>
            <pc:sldMk cId="297324421" sldId="273"/>
            <ac:spMk id="2" creationId="{A2820B42-F2E1-0D4A-CA11-6969E8E37672}"/>
          </ac:spMkLst>
        </pc:spChg>
        <pc:spChg chg="mod ord">
          <ac:chgData name="Taliah Kassaby" userId="S::kas0005@wantirnacollege.vic.edu.au::23d269d0-e02c-425d-bfba-881a989e0172" providerId="AD" clId="Web-{A2F432F4-37D5-A3D0-114A-1D305E73D865}" dt="2026-08-18T02:57:57.168" v="529" actId="20577"/>
          <ac:spMkLst>
            <pc:docMk/>
            <pc:sldMk cId="297324421" sldId="273"/>
            <ac:spMk id="3" creationId="{78A9B5C1-0D08-E7D6-1604-F4E765D729ED}"/>
          </ac:spMkLst>
        </pc:spChg>
        <pc:spChg chg="add del">
          <ac:chgData name="Taliah Kassaby" userId="S::kas0005@wantirnacollege.vic.edu.au::23d269d0-e02c-425d-bfba-881a989e0172" providerId="AD" clId="Web-{A2F432F4-37D5-A3D0-114A-1D305E73D865}" dt="2026-08-18T02:32:23.687" v="418"/>
          <ac:spMkLst>
            <pc:docMk/>
            <pc:sldMk cId="297324421" sldId="273"/>
            <ac:spMk id="10" creationId="{1E020063-2385-44AC-BD67-258E1F0B9FCE}"/>
          </ac:spMkLst>
        </pc:spChg>
        <pc:spChg chg="add del">
          <ac:chgData name="Taliah Kassaby" userId="S::kas0005@wantirnacollege.vic.edu.au::23d269d0-e02c-425d-bfba-881a989e0172" providerId="AD" clId="Web-{A2F432F4-37D5-A3D0-114A-1D305E73D865}" dt="2026-08-18T02:32:23.687" v="418"/>
          <ac:spMkLst>
            <pc:docMk/>
            <pc:sldMk cId="297324421" sldId="273"/>
            <ac:spMk id="12" creationId="{7E014A0B-5338-4077-AFE9-A90D04D4492B}"/>
          </ac:spMkLst>
        </pc:spChg>
        <pc:spChg chg="add">
          <ac:chgData name="Taliah Kassaby" userId="S::kas0005@wantirnacollege.vic.edu.au::23d269d0-e02c-425d-bfba-881a989e0172" providerId="AD" clId="Web-{A2F432F4-37D5-A3D0-114A-1D305E73D865}" dt="2026-08-18T02:57:48.480" v="526"/>
          <ac:spMkLst>
            <pc:docMk/>
            <pc:sldMk cId="297324421" sldId="273"/>
            <ac:spMk id="16" creationId="{C3420C89-0B09-4632-A4AF-3971D08BF7A8}"/>
          </ac:spMkLst>
        </pc:spChg>
        <pc:spChg chg="add">
          <ac:chgData name="Taliah Kassaby" userId="S::kas0005@wantirnacollege.vic.edu.au::23d269d0-e02c-425d-bfba-881a989e0172" providerId="AD" clId="Web-{A2F432F4-37D5-A3D0-114A-1D305E73D865}" dt="2026-08-18T02:57:48.480" v="526"/>
          <ac:spMkLst>
            <pc:docMk/>
            <pc:sldMk cId="297324421" sldId="273"/>
            <ac:spMk id="18" creationId="{4E5CBA61-BF74-40B4-A3A8-366BBA626CCF}"/>
          </ac:spMkLst>
        </pc:spChg>
        <pc:spChg chg="add del">
          <ac:chgData name="Taliah Kassaby" userId="S::kas0005@wantirnacollege.vic.edu.au::23d269d0-e02c-425d-bfba-881a989e0172" providerId="AD" clId="Web-{A2F432F4-37D5-A3D0-114A-1D305E73D865}" dt="2026-08-18T02:56:01.430" v="515"/>
          <ac:spMkLst>
            <pc:docMk/>
            <pc:sldMk cId="297324421" sldId="273"/>
            <ac:spMk id="29" creationId="{D1942232-83D0-49E2-AF9B-1F97E3C1EF8E}"/>
          </ac:spMkLst>
        </pc:spChg>
        <pc:spChg chg="add del">
          <ac:chgData name="Taliah Kassaby" userId="S::kas0005@wantirnacollege.vic.edu.au::23d269d0-e02c-425d-bfba-881a989e0172" providerId="AD" clId="Web-{A2F432F4-37D5-A3D0-114A-1D305E73D865}" dt="2026-08-18T02:56:01.430" v="514"/>
          <ac:spMkLst>
            <pc:docMk/>
            <pc:sldMk cId="297324421" sldId="273"/>
            <ac:spMk id="31" creationId="{E9E70D72-6E23-4015-A4A6-85C120C19167}"/>
          </ac:spMkLst>
        </pc:spChg>
        <pc:grpChg chg="add del">
          <ac:chgData name="Taliah Kassaby" userId="S::kas0005@wantirnacollege.vic.edu.au::23d269d0-e02c-425d-bfba-881a989e0172" providerId="AD" clId="Web-{A2F432F4-37D5-A3D0-114A-1D305E73D865}" dt="2026-08-18T02:57:48.480" v="526"/>
          <ac:grpSpMkLst>
            <pc:docMk/>
            <pc:sldMk cId="297324421" sldId="273"/>
            <ac:grpSpMk id="7" creationId="{31C49F18-8757-4E87-5C2E-9D6D7B82BA3B}"/>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13" creationId="{AC27E70C-5470-4262-B9CE-AE52C51CF4C1}"/>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14" creationId="{78127680-150F-4A90-9950-F66392578116}"/>
          </ac:grpSpMkLst>
        </pc:grpChg>
        <pc:grpChg chg="add del">
          <ac:chgData name="Taliah Kassaby" userId="S::kas0005@wantirnacollege.vic.edu.au::23d269d0-e02c-425d-bfba-881a989e0172" providerId="AD" clId="Web-{A2F432F4-37D5-A3D0-114A-1D305E73D865}" dt="2026-08-18T02:32:23.687" v="418"/>
          <ac:grpSpMkLst>
            <pc:docMk/>
            <pc:sldMk cId="297324421" sldId="273"/>
            <ac:grpSpMk id="20" creationId="{466920E5-8640-4C24-A775-8647637094A7}"/>
          </ac:grpSpMkLst>
        </pc:grpChg>
        <pc:grpChg chg="add">
          <ac:chgData name="Taliah Kassaby" userId="S::kas0005@wantirnacollege.vic.edu.au::23d269d0-e02c-425d-bfba-881a989e0172" providerId="AD" clId="Web-{A2F432F4-37D5-A3D0-114A-1D305E73D865}" dt="2026-08-18T02:57:48.480" v="526"/>
          <ac:grpSpMkLst>
            <pc:docMk/>
            <pc:sldMk cId="297324421" sldId="273"/>
            <ac:grpSpMk id="24" creationId="{E27AF472-EAE3-4572-AB69-B92BD10DBC6D}"/>
          </ac:grpSpMkLst>
        </pc:grpChg>
        <pc:grpChg chg="add del">
          <ac:chgData name="Taliah Kassaby" userId="S::kas0005@wantirnacollege.vic.edu.au::23d269d0-e02c-425d-bfba-881a989e0172" providerId="AD" clId="Web-{A2F432F4-37D5-A3D0-114A-1D305E73D865}" dt="2026-08-18T02:56:01.430" v="513"/>
          <ac:grpSpMkLst>
            <pc:docMk/>
            <pc:sldMk cId="297324421" sldId="273"/>
            <ac:grpSpMk id="33" creationId="{C28A977F-B603-4D81-B0FC-C8DE048A7931}"/>
          </ac:grpSpMkLst>
        </pc:grpChg>
        <pc:grpChg chg="del">
          <ac:chgData name="Taliah Kassaby" userId="S::kas0005@wantirnacollege.vic.edu.au::23d269d0-e02c-425d-bfba-881a989e0172" providerId="AD" clId="Web-{A2F432F4-37D5-A3D0-114A-1D305E73D865}" dt="2026-08-18T02:56:03.883" v="516"/>
          <ac:grpSpMkLst>
            <pc:docMk/>
            <pc:sldMk cId="297324421" sldId="273"/>
            <ac:grpSpMk id="39" creationId="{C78D9229-E61D-4FEE-8321-2F8B64A8CADF}"/>
          </ac:grpSpMkLst>
        </pc:grpChg>
        <pc:picChg chg="mod">
          <ac:chgData name="Taliah Kassaby" userId="S::kas0005@wantirnacollege.vic.edu.au::23d269d0-e02c-425d-bfba-881a989e0172" providerId="AD" clId="Web-{A2F432F4-37D5-A3D0-114A-1D305E73D865}" dt="2026-08-18T02:57:48.480" v="526"/>
          <ac:picMkLst>
            <pc:docMk/>
            <pc:sldMk cId="297324421" sldId="273"/>
            <ac:picMk id="5" creationId="{C9A0F5B2-B3B2-4448-F130-E01E44E49D91}"/>
          </ac:picMkLst>
        </pc:picChg>
      </pc:sldChg>
      <pc:sldChg chg="addSp delSp modSp mod setBg">
        <pc:chgData name="Taliah Kassaby" userId="S::kas0005@wantirnacollege.vic.edu.au::23d269d0-e02c-425d-bfba-881a989e0172" providerId="AD" clId="Web-{A2F432F4-37D5-A3D0-114A-1D305E73D865}" dt="2026-08-18T02:58:59.388" v="539" actId="1076"/>
        <pc:sldMkLst>
          <pc:docMk/>
          <pc:sldMk cId="1435999858" sldId="274"/>
        </pc:sldMkLst>
        <pc:spChg chg="mod ord">
          <ac:chgData name="Taliah Kassaby" userId="S::kas0005@wantirnacollege.vic.edu.au::23d269d0-e02c-425d-bfba-881a989e0172" providerId="AD" clId="Web-{A2F432F4-37D5-A3D0-114A-1D305E73D865}" dt="2026-08-18T02:58:54.607" v="537" actId="1076"/>
          <ac:spMkLst>
            <pc:docMk/>
            <pc:sldMk cId="1435999858" sldId="274"/>
            <ac:spMk id="2" creationId="{2B862ED3-17C4-55EC-D135-C4D91E30AC99}"/>
          </ac:spMkLst>
        </pc:spChg>
        <pc:spChg chg="add del">
          <ac:chgData name="Taliah Kassaby" userId="S::kas0005@wantirnacollege.vic.edu.au::23d269d0-e02c-425d-bfba-881a989e0172" providerId="AD" clId="Web-{A2F432F4-37D5-A3D0-114A-1D305E73D865}" dt="2026-08-18T02:34:03.879" v="444"/>
          <ac:spMkLst>
            <pc:docMk/>
            <pc:sldMk cId="1435999858" sldId="274"/>
            <ac:spMk id="8" creationId="{8EEB6BF3-ECE0-A62D-3231-5F8DF398C24A}"/>
          </ac:spMkLst>
        </pc:spChg>
        <pc:spChg chg="add del">
          <ac:chgData name="Taliah Kassaby" userId="S::kas0005@wantirnacollege.vic.edu.au::23d269d0-e02c-425d-bfba-881a989e0172" providerId="AD" clId="Web-{A2F432F4-37D5-A3D0-114A-1D305E73D865}" dt="2026-08-18T02:33:25.940" v="437"/>
          <ac:spMkLst>
            <pc:docMk/>
            <pc:sldMk cId="1435999858" sldId="274"/>
            <ac:spMk id="10" creationId="{C4879EFC-8E62-4E00-973C-C45EE9EC676D}"/>
          </ac:spMkLst>
        </pc:spChg>
        <pc:spChg chg="add del">
          <ac:chgData name="Taliah Kassaby" userId="S::kas0005@wantirnacollege.vic.edu.au::23d269d0-e02c-425d-bfba-881a989e0172" providerId="AD" clId="Web-{A2F432F4-37D5-A3D0-114A-1D305E73D865}" dt="2026-08-18T02:35:02.101" v="448"/>
          <ac:spMkLst>
            <pc:docMk/>
            <pc:sldMk cId="1435999858" sldId="274"/>
            <ac:spMk id="11" creationId="{D1942232-83D0-49E2-AF9B-1F97E3C1EF8E}"/>
          </ac:spMkLst>
        </pc:spChg>
        <pc:spChg chg="add del">
          <ac:chgData name="Taliah Kassaby" userId="S::kas0005@wantirnacollege.vic.edu.au::23d269d0-e02c-425d-bfba-881a989e0172" providerId="AD" clId="Web-{A2F432F4-37D5-A3D0-114A-1D305E73D865}" dt="2026-08-18T02:33:25.940" v="437"/>
          <ac:spMkLst>
            <pc:docMk/>
            <pc:sldMk cId="1435999858" sldId="274"/>
            <ac:spMk id="12" creationId="{D6A9C53F-5F90-40A5-8C85-5412D39C8C68}"/>
          </ac:spMkLst>
        </pc:spChg>
        <pc:spChg chg="add del">
          <ac:chgData name="Taliah Kassaby" userId="S::kas0005@wantirnacollege.vic.edu.au::23d269d0-e02c-425d-bfba-881a989e0172" providerId="AD" clId="Web-{A2F432F4-37D5-A3D0-114A-1D305E73D865}" dt="2026-08-18T02:35:02.101" v="448"/>
          <ac:spMkLst>
            <pc:docMk/>
            <pc:sldMk cId="1435999858" sldId="274"/>
            <ac:spMk id="13" creationId="{E9E70D72-6E23-4015-A4A6-85C120C19167}"/>
          </ac:spMkLst>
        </pc:spChg>
        <pc:spChg chg="add">
          <ac:chgData name="Taliah Kassaby" userId="S::kas0005@wantirnacollege.vic.edu.au::23d269d0-e02c-425d-bfba-881a989e0172" providerId="AD" clId="Web-{A2F432F4-37D5-A3D0-114A-1D305E73D865}" dt="2026-08-18T02:58:16.668" v="530"/>
          <ac:spMkLst>
            <pc:docMk/>
            <pc:sldMk cId="1435999858" sldId="274"/>
            <ac:spMk id="14" creationId="{C7D023E4-8DE1-436E-9847-ED6A4B4B04FD}"/>
          </ac:spMkLst>
        </pc:spChg>
        <pc:spChg chg="add">
          <ac:chgData name="Taliah Kassaby" userId="S::kas0005@wantirnacollege.vic.edu.au::23d269d0-e02c-425d-bfba-881a989e0172" providerId="AD" clId="Web-{A2F432F4-37D5-A3D0-114A-1D305E73D865}" dt="2026-08-18T02:58:16.668" v="530"/>
          <ac:spMkLst>
            <pc:docMk/>
            <pc:sldMk cId="1435999858" sldId="274"/>
            <ac:spMk id="16" creationId="{8B2B1708-8CE4-4A20-94F5-55118AE2CBD7}"/>
          </ac:spMkLst>
        </pc:spChg>
        <pc:spChg chg="mod">
          <ac:chgData name="Taliah Kassaby" userId="S::kas0005@wantirnacollege.vic.edu.au::23d269d0-e02c-425d-bfba-881a989e0172" providerId="AD" clId="Web-{A2F432F4-37D5-A3D0-114A-1D305E73D865}" dt="2026-08-18T02:58:49.325" v="536" actId="14100"/>
          <ac:spMkLst>
            <pc:docMk/>
            <pc:sldMk cId="1435999858" sldId="274"/>
            <ac:spMk id="19" creationId="{C2DD07C1-6CFB-48E5-AD0E-AC091042BBD8}"/>
          </ac:spMkLst>
        </pc:spChg>
        <pc:spChg chg="mod">
          <ac:chgData name="Taliah Kassaby" userId="S::kas0005@wantirnacollege.vic.edu.au::23d269d0-e02c-425d-bfba-881a989e0172" providerId="AD" clId="Web-{A2F432F4-37D5-A3D0-114A-1D305E73D865}" dt="2026-08-18T02:58:43.028" v="535" actId="14100"/>
          <ac:spMkLst>
            <pc:docMk/>
            <pc:sldMk cId="1435999858" sldId="274"/>
            <ac:spMk id="20" creationId="{F9A8FC0F-BD29-4D9A-ABF1-D75E3A26917F}"/>
          </ac:spMkLst>
        </pc:spChg>
        <pc:spChg chg="add del">
          <ac:chgData name="Taliah Kassaby" userId="S::kas0005@wantirnacollege.vic.edu.au::23d269d0-e02c-425d-bfba-881a989e0172" providerId="AD" clId="Web-{A2F432F4-37D5-A3D0-114A-1D305E73D865}" dt="2026-08-18T02:56:41.228" v="520"/>
          <ac:spMkLst>
            <pc:docMk/>
            <pc:sldMk cId="1435999858" sldId="274"/>
            <ac:spMk id="30" creationId="{23D09407-53BC-485E-B4CE-BC5E4FC4B25B}"/>
          </ac:spMkLst>
        </pc:spChg>
        <pc:spChg chg="add del">
          <ac:chgData name="Taliah Kassaby" userId="S::kas0005@wantirnacollege.vic.edu.au::23d269d0-e02c-425d-bfba-881a989e0172" providerId="AD" clId="Web-{A2F432F4-37D5-A3D0-114A-1D305E73D865}" dt="2026-08-18T02:56:41.228" v="519"/>
          <ac:spMkLst>
            <pc:docMk/>
            <pc:sldMk cId="1435999858" sldId="274"/>
            <ac:spMk id="32" creationId="{921DB988-49FC-4608-B0A2-E2F3A4019041}"/>
          </ac:spMkLst>
        </pc:spChg>
        <pc:spChg chg="ord">
          <ac:chgData name="Taliah Kassaby" userId="S::kas0005@wantirnacollege.vic.edu.au::23d269d0-e02c-425d-bfba-881a989e0172" providerId="AD" clId="Web-{A2F432F4-37D5-A3D0-114A-1D305E73D865}" dt="2026-08-18T02:36:20.370" v="476"/>
          <ac:spMkLst>
            <pc:docMk/>
            <pc:sldMk cId="1435999858" sldId="274"/>
            <ac:spMk id="35" creationId="{C35B12C1-569C-4E37-AA33-7EF215F201B8}"/>
          </ac:spMkLst>
        </pc:spChg>
        <pc:spChg chg="ord">
          <ac:chgData name="Taliah Kassaby" userId="S::kas0005@wantirnacollege.vic.edu.au::23d269d0-e02c-425d-bfba-881a989e0172" providerId="AD" clId="Web-{A2F432F4-37D5-A3D0-114A-1D305E73D865}" dt="2026-08-18T02:36:17.542" v="473"/>
          <ac:spMkLst>
            <pc:docMk/>
            <pc:sldMk cId="1435999858" sldId="274"/>
            <ac:spMk id="38" creationId="{E228F5BA-5150-4554-B7EA-93F371F3B17C}"/>
          </ac:spMkLst>
        </pc:spChg>
        <pc:spChg chg="ord">
          <ac:chgData name="Taliah Kassaby" userId="S::kas0005@wantirnacollege.vic.edu.au::23d269d0-e02c-425d-bfba-881a989e0172" providerId="AD" clId="Web-{A2F432F4-37D5-A3D0-114A-1D305E73D865}" dt="2026-08-18T02:36:07.604" v="471"/>
          <ac:spMkLst>
            <pc:docMk/>
            <pc:sldMk cId="1435999858" sldId="274"/>
            <ac:spMk id="41" creationId="{CCE13265-B5D2-47B4-A199-E05F390D5B9C}"/>
          </ac:spMkLst>
        </pc:spChg>
        <pc:spChg chg="ord">
          <ac:chgData name="Taliah Kassaby" userId="S::kas0005@wantirnacollege.vic.edu.au::23d269d0-e02c-425d-bfba-881a989e0172" providerId="AD" clId="Web-{A2F432F4-37D5-A3D0-114A-1D305E73D865}" dt="2026-08-18T02:36:58.404" v="503"/>
          <ac:spMkLst>
            <pc:docMk/>
            <pc:sldMk cId="1435999858" sldId="274"/>
            <ac:spMk id="42" creationId="{693EBD03-D832-462C-9304-7273698ED4FE}"/>
          </ac:spMkLst>
        </pc:spChg>
        <pc:spChg chg="ord">
          <ac:chgData name="Taliah Kassaby" userId="S::kas0005@wantirnacollege.vic.edu.au::23d269d0-e02c-425d-bfba-881a989e0172" providerId="AD" clId="Web-{A2F432F4-37D5-A3D0-114A-1D305E73D865}" dt="2026-08-18T02:36:56.872" v="501"/>
          <ac:spMkLst>
            <pc:docMk/>
            <pc:sldMk cId="1435999858" sldId="274"/>
            <ac:spMk id="43" creationId="{0D53D3E2-805E-40D2-964F-352BF6D476B6}"/>
          </ac:spMkLst>
        </pc:spChg>
        <pc:grpChg chg="add del">
          <ac:chgData name="Taliah Kassaby" userId="S::kas0005@wantirnacollege.vic.edu.au::23d269d0-e02c-425d-bfba-881a989e0172" providerId="AD" clId="Web-{A2F432F4-37D5-A3D0-114A-1D305E73D865}" dt="2026-08-18T02:58:16.668" v="530"/>
          <ac:grpSpMkLst>
            <pc:docMk/>
            <pc:sldMk cId="1435999858" sldId="274"/>
            <ac:grpSpMk id="9" creationId="{0E76F6F3-F5F0-B26D-1B63-73AD0299B731}"/>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15" creationId="{C28A977F-B603-4D81-B0FC-C8DE048A7931}"/>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18" creationId="{1F9866A9-B167-4D75-8F7F-360025AD6B43}"/>
          </ac:grpSpMkLst>
        </pc:grpChg>
        <pc:grpChg chg="add del">
          <ac:chgData name="Taliah Kassaby" userId="S::kas0005@wantirnacollege.vic.edu.au::23d269d0-e02c-425d-bfba-881a989e0172" providerId="AD" clId="Web-{A2F432F4-37D5-A3D0-114A-1D305E73D865}" dt="2026-08-18T02:35:02.101" v="448"/>
          <ac:grpSpMkLst>
            <pc:docMk/>
            <pc:sldMk cId="1435999858" sldId="274"/>
            <ac:grpSpMk id="21" creationId="{C78D9229-E61D-4FEE-8321-2F8B64A8CADF}"/>
          </ac:grpSpMkLst>
        </pc:grpChg>
        <pc:grpChg chg="add">
          <ac:chgData name="Taliah Kassaby" userId="S::kas0005@wantirnacollege.vic.edu.au::23d269d0-e02c-425d-bfba-881a989e0172" providerId="AD" clId="Web-{A2F432F4-37D5-A3D0-114A-1D305E73D865}" dt="2026-08-18T02:58:16.668" v="530"/>
          <ac:grpSpMkLst>
            <pc:docMk/>
            <pc:sldMk cId="1435999858" sldId="274"/>
            <ac:grpSpMk id="22" creationId="{E27AF472-EAE3-4572-AB69-B92BD10DBC6D}"/>
          </ac:grpSpMkLst>
        </pc:grpChg>
        <pc:grpChg chg="add del ord">
          <ac:chgData name="Taliah Kassaby" userId="S::kas0005@wantirnacollege.vic.edu.au::23d269d0-e02c-425d-bfba-881a989e0172" providerId="AD" clId="Web-{A2F432F4-37D5-A3D0-114A-1D305E73D865}" dt="2026-08-18T02:56:41.228" v="518"/>
          <ac:grpSpMkLst>
            <pc:docMk/>
            <pc:sldMk cId="1435999858" sldId="274"/>
            <ac:grpSpMk id="34" creationId="{E9B930FD-8671-4C4C-ADCF-73AC1D0CD417}"/>
          </ac:grpSpMkLst>
        </pc:grpChg>
        <pc:grpChg chg="add del ord">
          <ac:chgData name="Taliah Kassaby" userId="S::kas0005@wantirnacollege.vic.edu.au::23d269d0-e02c-425d-bfba-881a989e0172" providerId="AD" clId="Web-{A2F432F4-37D5-A3D0-114A-1D305E73D865}" dt="2026-08-18T02:56:43.603" v="521"/>
          <ac:grpSpMkLst>
            <pc:docMk/>
            <pc:sldMk cId="1435999858" sldId="274"/>
            <ac:grpSpMk id="40" creationId="{383C2651-AE0C-4AE4-8725-E2F9414FE219}"/>
          </ac:grpSpMkLst>
        </pc:grpChg>
        <pc:picChg chg="mod ord">
          <ac:chgData name="Taliah Kassaby" userId="S::kas0005@wantirnacollege.vic.edu.au::23d269d0-e02c-425d-bfba-881a989e0172" providerId="AD" clId="Web-{A2F432F4-37D5-A3D0-114A-1D305E73D865}" dt="2026-08-18T02:58:59.388" v="539" actId="1076"/>
          <ac:picMkLst>
            <pc:docMk/>
            <pc:sldMk cId="1435999858" sldId="274"/>
            <ac:picMk id="4" creationId="{514C81AC-0D0A-6F04-301A-86FB85CD49D7}"/>
          </ac:picMkLst>
        </pc:picChg>
        <pc:picChg chg="del mod">
          <ac:chgData name="Taliah Kassaby" userId="S::kas0005@wantirnacollege.vic.edu.au::23d269d0-e02c-425d-bfba-881a989e0172" providerId="AD" clId="Web-{A2F432F4-37D5-A3D0-114A-1D305E73D865}" dt="2026-08-18T02:33:51.863" v="442"/>
          <ac:picMkLst>
            <pc:docMk/>
            <pc:sldMk cId="1435999858" sldId="274"/>
            <ac:picMk id="5" creationId="{7B5851EC-2D08-85C9-591F-0917DF6E5A66}"/>
          </ac:picMkLst>
        </pc:picChg>
      </pc:sldChg>
      <pc:sldChg chg="addSp delSp modSp add del replId">
        <pc:chgData name="Taliah Kassaby" userId="S::kas0005@wantirnacollege.vic.edu.au::23d269d0-e02c-425d-bfba-881a989e0172" providerId="AD" clId="Web-{A2F432F4-37D5-A3D0-114A-1D305E73D865}" dt="2026-08-18T02:11:18.548" v="221"/>
        <pc:sldMkLst>
          <pc:docMk/>
          <pc:sldMk cId="2935123098" sldId="275"/>
        </pc:sldMkLst>
        <pc:spChg chg="del mod">
          <ac:chgData name="Taliah Kassaby" userId="S::kas0005@wantirnacollege.vic.edu.au::23d269d0-e02c-425d-bfba-881a989e0172" providerId="AD" clId="Web-{A2F432F4-37D5-A3D0-114A-1D305E73D865}" dt="2026-08-17T02:51:26.988" v="11"/>
          <ac:spMkLst>
            <pc:docMk/>
            <pc:sldMk cId="2935123098" sldId="275"/>
            <ac:spMk id="2" creationId="{31349685-9E52-DBC6-277A-D70C0E4555A9}"/>
          </ac:spMkLst>
        </pc:spChg>
        <pc:spChg chg="add mod">
          <ac:chgData name="Taliah Kassaby" userId="S::kas0005@wantirnacollege.vic.edu.au::23d269d0-e02c-425d-bfba-881a989e0172" providerId="AD" clId="Web-{A2F432F4-37D5-A3D0-114A-1D305E73D865}" dt="2026-08-18T02:07:51.465" v="111" actId="20577"/>
          <ac:spMkLst>
            <pc:docMk/>
            <pc:sldMk cId="2935123098" sldId="275"/>
            <ac:spMk id="4" creationId="{10E7DC43-CF89-736D-7538-74FB9053BDD0}"/>
          </ac:spMkLst>
        </pc:spChg>
        <pc:spChg chg="del">
          <ac:chgData name="Taliah Kassaby" userId="S::kas0005@wantirnacollege.vic.edu.au::23d269d0-e02c-425d-bfba-881a989e0172" providerId="AD" clId="Web-{A2F432F4-37D5-A3D0-114A-1D305E73D865}" dt="2026-08-17T02:51:29.301" v="12"/>
          <ac:spMkLst>
            <pc:docMk/>
            <pc:sldMk cId="2935123098" sldId="275"/>
            <ac:spMk id="5" creationId="{5C77B5A1-B2D0-BE70-7FAA-12F008CFA21D}"/>
          </ac:spMkLst>
        </pc:spChg>
        <pc:spChg chg="mod">
          <ac:chgData name="Taliah Kassaby" userId="S::kas0005@wantirnacollege.vic.edu.au::23d269d0-e02c-425d-bfba-881a989e0172" providerId="AD" clId="Web-{A2F432F4-37D5-A3D0-114A-1D305E73D865}" dt="2026-08-17T02:56:04.756" v="91" actId="1076"/>
          <ac:spMkLst>
            <pc:docMk/>
            <pc:sldMk cId="2935123098" sldId="275"/>
            <ac:spMk id="11" creationId="{BF53E8F2-5BE5-6842-9EE4-BC3C6A622FAF}"/>
          </ac:spMkLst>
        </pc:spChg>
        <pc:spChg chg="mod">
          <ac:chgData name="Taliah Kassaby" userId="S::kas0005@wantirnacollege.vic.edu.au::23d269d0-e02c-425d-bfba-881a989e0172" providerId="AD" clId="Web-{A2F432F4-37D5-A3D0-114A-1D305E73D865}" dt="2026-08-17T02:55:25.754" v="89" actId="14100"/>
          <ac:spMkLst>
            <pc:docMk/>
            <pc:sldMk cId="2935123098" sldId="275"/>
            <ac:spMk id="12" creationId="{9EB38AE8-A5A3-6D7C-DA0C-D6BD06DF3E3B}"/>
          </ac:spMkLst>
        </pc:spChg>
        <pc:spChg chg="mod">
          <ac:chgData name="Taliah Kassaby" userId="S::kas0005@wantirnacollege.vic.edu.au::23d269d0-e02c-425d-bfba-881a989e0172" providerId="AD" clId="Web-{A2F432F4-37D5-A3D0-114A-1D305E73D865}" dt="2026-08-17T02:52:22.929" v="27"/>
          <ac:spMkLst>
            <pc:docMk/>
            <pc:sldMk cId="2935123098" sldId="275"/>
            <ac:spMk id="15" creationId="{54C90D03-F590-FCDD-1386-5793ECA35C6F}"/>
          </ac:spMkLst>
        </pc:spChg>
        <pc:spChg chg="mod">
          <ac:chgData name="Taliah Kassaby" userId="S::kas0005@wantirnacollege.vic.edu.au::23d269d0-e02c-425d-bfba-881a989e0172" providerId="AD" clId="Web-{A2F432F4-37D5-A3D0-114A-1D305E73D865}" dt="2026-08-17T02:52:22.929" v="28"/>
          <ac:spMkLst>
            <pc:docMk/>
            <pc:sldMk cId="2935123098" sldId="275"/>
            <ac:spMk id="16" creationId="{B4B71983-1BBE-7475-A22E-81919A391AC4}"/>
          </ac:spMkLst>
        </pc:spChg>
        <pc:spChg chg="mod">
          <ac:chgData name="Taliah Kassaby" userId="S::kas0005@wantirnacollege.vic.edu.au::23d269d0-e02c-425d-bfba-881a989e0172" providerId="AD" clId="Web-{A2F432F4-37D5-A3D0-114A-1D305E73D865}" dt="2026-08-17T02:52:22.929" v="29"/>
          <ac:spMkLst>
            <pc:docMk/>
            <pc:sldMk cId="2935123098" sldId="275"/>
            <ac:spMk id="17" creationId="{EA9566EF-97F3-432D-D1DE-B732F64BB258}"/>
          </ac:spMkLst>
        </pc:spChg>
        <pc:spChg chg="mod">
          <ac:chgData name="Taliah Kassaby" userId="S::kas0005@wantirnacollege.vic.edu.au::23d269d0-e02c-425d-bfba-881a989e0172" providerId="AD" clId="Web-{A2F432F4-37D5-A3D0-114A-1D305E73D865}" dt="2026-08-17T02:52:22.929" v="30"/>
          <ac:spMkLst>
            <pc:docMk/>
            <pc:sldMk cId="2935123098" sldId="275"/>
            <ac:spMk id="18" creationId="{FC869977-D151-6B23-F0AA-2243F2D152BD}"/>
          </ac:spMkLst>
        </pc:spChg>
        <pc:spChg chg="mod">
          <ac:chgData name="Taliah Kassaby" userId="S::kas0005@wantirnacollege.vic.edu.au::23d269d0-e02c-425d-bfba-881a989e0172" providerId="AD" clId="Web-{A2F432F4-37D5-A3D0-114A-1D305E73D865}" dt="2026-08-17T02:52:22.929" v="31"/>
          <ac:spMkLst>
            <pc:docMk/>
            <pc:sldMk cId="2935123098" sldId="275"/>
            <ac:spMk id="19" creationId="{7B5A70FF-4123-CA74-B167-1FA37AE0689D}"/>
          </ac:spMkLst>
        </pc:spChg>
        <pc:spChg chg="mod">
          <ac:chgData name="Taliah Kassaby" userId="S::kas0005@wantirnacollege.vic.edu.au::23d269d0-e02c-425d-bfba-881a989e0172" providerId="AD" clId="Web-{A2F432F4-37D5-A3D0-114A-1D305E73D865}" dt="2026-08-17T02:52:22.929" v="32"/>
          <ac:spMkLst>
            <pc:docMk/>
            <pc:sldMk cId="2935123098" sldId="275"/>
            <ac:spMk id="20" creationId="{2BA06B4F-618C-4CC5-2AD5-D9D1FF92C51A}"/>
          </ac:spMkLst>
        </pc:spChg>
        <pc:spChg chg="mod">
          <ac:chgData name="Taliah Kassaby" userId="S::kas0005@wantirnacollege.vic.edu.au::23d269d0-e02c-425d-bfba-881a989e0172" providerId="AD" clId="Web-{A2F432F4-37D5-A3D0-114A-1D305E73D865}" dt="2026-08-17T02:52:23.085" v="33"/>
          <ac:spMkLst>
            <pc:docMk/>
            <pc:sldMk cId="2935123098" sldId="275"/>
            <ac:spMk id="21" creationId="{C0CF2AD7-7CD8-E625-D3A8-E61F627FF103}"/>
          </ac:spMkLst>
        </pc:spChg>
        <pc:spChg chg="add del mod">
          <ac:chgData name="Taliah Kassaby" userId="S::kas0005@wantirnacollege.vic.edu.au::23d269d0-e02c-425d-bfba-881a989e0172" providerId="AD" clId="Web-{A2F432F4-37D5-A3D0-114A-1D305E73D865}" dt="2026-08-17T02:51:31.129" v="13"/>
          <ac:spMkLst>
            <pc:docMk/>
            <pc:sldMk cId="2935123098" sldId="275"/>
            <ac:spMk id="23" creationId="{775459DA-8672-8EB6-FCA9-AA99DC89058D}"/>
          </ac:spMkLst>
        </pc:spChg>
        <pc:grpChg chg="del">
          <ac:chgData name="Taliah Kassaby" userId="S::kas0005@wantirnacollege.vic.edu.au::23d269d0-e02c-425d-bfba-881a989e0172" providerId="AD" clId="Web-{A2F432F4-37D5-A3D0-114A-1D305E73D865}" dt="2026-08-18T02:08:01.090" v="136"/>
          <ac:grpSpMkLst>
            <pc:docMk/>
            <pc:sldMk cId="2935123098" sldId="275"/>
            <ac:grpSpMk id="10" creationId="{E12E88B8-FB58-D3E5-D8EC-90D02F9AFA5D}"/>
          </ac:grpSpMkLst>
        </pc:grpChg>
        <pc:graphicFrameChg chg="add mod modGraphic">
          <ac:chgData name="Taliah Kassaby" userId="S::kas0005@wantirnacollege.vic.edu.au::23d269d0-e02c-425d-bfba-881a989e0172" providerId="AD" clId="Web-{A2F432F4-37D5-A3D0-114A-1D305E73D865}" dt="2026-08-18T02:07:55.918" v="122"/>
          <ac:graphicFrameMkLst>
            <pc:docMk/>
            <pc:sldMk cId="2935123098" sldId="275"/>
            <ac:graphicFrameMk id="7" creationId="{7B42D660-6255-8868-A836-22C03726BA8E}"/>
          </ac:graphicFrameMkLst>
        </pc:graphicFrameChg>
        <pc:graphicFrameChg chg="add mod modGraphic">
          <ac:chgData name="Taliah Kassaby" userId="S::kas0005@wantirnacollege.vic.edu.au::23d269d0-e02c-425d-bfba-881a989e0172" providerId="AD" clId="Web-{A2F432F4-37D5-A3D0-114A-1D305E73D865}" dt="2026-08-18T02:07:59.762" v="135"/>
          <ac:graphicFrameMkLst>
            <pc:docMk/>
            <pc:sldMk cId="2935123098" sldId="275"/>
            <ac:graphicFrameMk id="13" creationId="{00DE9EEC-9C46-F995-7E71-1D86F0DA45CA}"/>
          </ac:graphicFrameMkLst>
        </pc:graphicFrameChg>
      </pc:sldChg>
      <pc:sldChg chg="add replId">
        <pc:chgData name="Taliah Kassaby" userId="S::kas0005@wantirnacollege.vic.edu.au::23d269d0-e02c-425d-bfba-881a989e0172" providerId="AD" clId="Web-{A2F432F4-37D5-A3D0-114A-1D305E73D865}" dt="2026-08-18T02:08:09.044" v="137"/>
        <pc:sldMkLst>
          <pc:docMk/>
          <pc:sldMk cId="2786088530" sldId="276"/>
        </pc:sldMkLst>
      </pc:sldChg>
    </pc:docChg>
  </pc:docChgLst>
  <pc:docChgLst>
    <pc:chgData name="Zef Ewart" userId="S::ewa0005@wantirnacollege.vic.edu.au::d55df615-e487-427e-b122-1eec8308b830" providerId="AD" clId="Web-{DD54F4F6-CB6F-99C7-4943-F812185C5B62}"/>
    <pc:docChg chg="addSld modSld">
      <pc:chgData name="Zef Ewart" userId="S::ewa0005@wantirnacollege.vic.edu.au::d55df615-e487-427e-b122-1eec8308b830" providerId="AD" clId="Web-{DD54F4F6-CB6F-99C7-4943-F812185C5B62}" dt="2026-08-11T02:53:39.626" v="35"/>
      <pc:docMkLst>
        <pc:docMk/>
      </pc:docMkLst>
      <pc:sldChg chg="addSp delSp modSp new">
        <pc:chgData name="Zef Ewart" userId="S::ewa0005@wantirnacollege.vic.edu.au::d55df615-e487-427e-b122-1eec8308b830" providerId="AD" clId="Web-{DD54F4F6-CB6F-99C7-4943-F812185C5B62}" dt="2026-08-11T02:53:39.626" v="35"/>
        <pc:sldMkLst>
          <pc:docMk/>
          <pc:sldMk cId="4147191571" sldId="269"/>
        </pc:sldMkLst>
        <pc:spChg chg="mod">
          <ac:chgData name="Zef Ewart" userId="S::ewa0005@wantirnacollege.vic.edu.au::d55df615-e487-427e-b122-1eec8308b830" providerId="AD" clId="Web-{DD54F4F6-CB6F-99C7-4943-F812185C5B62}" dt="2026-08-11T02:52:31.719" v="10" actId="20577"/>
          <ac:spMkLst>
            <pc:docMk/>
            <pc:sldMk cId="4147191571" sldId="269"/>
            <ac:spMk id="2" creationId="{C51CC66A-35D8-5EA1-54BF-2D890D21BE12}"/>
          </ac:spMkLst>
        </pc:spChg>
        <pc:picChg chg="add mod ord">
          <ac:chgData name="Zef Ewart" userId="S::ewa0005@wantirnacollege.vic.edu.au::d55df615-e487-427e-b122-1eec8308b830" providerId="AD" clId="Web-{DD54F4F6-CB6F-99C7-4943-F812185C5B62}" dt="2026-08-11T02:52:36.625" v="11"/>
          <ac:picMkLst>
            <pc:docMk/>
            <pc:sldMk cId="4147191571" sldId="269"/>
            <ac:picMk id="4" creationId="{E5528123-F0F3-A2FE-2974-EC49315BA70C}"/>
          </ac:picMkLst>
        </pc:picChg>
        <pc:inkChg chg="add">
          <ac:chgData name="Zef Ewart" userId="S::ewa0005@wantirnacollege.vic.edu.au::d55df615-e487-427e-b122-1eec8308b830" providerId="AD" clId="Web-{DD54F4F6-CB6F-99C7-4943-F812185C5B62}" dt="2026-08-11T02:53:00.547" v="16"/>
          <ac:inkMkLst>
            <pc:docMk/>
            <pc:sldMk cId="4147191571" sldId="269"/>
            <ac:inkMk id="7" creationId="{DD83214B-4B73-BB69-47D9-EBB9CEEC6318}"/>
          </ac:inkMkLst>
        </pc:inkChg>
        <pc:inkChg chg="add">
          <ac:chgData name="Zef Ewart" userId="S::ewa0005@wantirnacollege.vic.edu.au::d55df615-e487-427e-b122-1eec8308b830" providerId="AD" clId="Web-{DD54F4F6-CB6F-99C7-4943-F812185C5B62}" dt="2026-08-11T02:53:02.188" v="17"/>
          <ac:inkMkLst>
            <pc:docMk/>
            <pc:sldMk cId="4147191571" sldId="269"/>
            <ac:inkMk id="8" creationId="{17C31F12-4642-0EAE-AFA8-60450374609B}"/>
          </ac:inkMkLst>
        </pc:inkChg>
        <pc:inkChg chg="add">
          <ac:chgData name="Zef Ewart" userId="S::ewa0005@wantirnacollege.vic.edu.au::d55df615-e487-427e-b122-1eec8308b830" providerId="AD" clId="Web-{DD54F4F6-CB6F-99C7-4943-F812185C5B62}" dt="2026-08-11T02:53:02.938" v="18"/>
          <ac:inkMkLst>
            <pc:docMk/>
            <pc:sldMk cId="4147191571" sldId="269"/>
            <ac:inkMk id="9" creationId="{41E0F5C2-C844-DBF6-E2A5-65D22B8F2EED}"/>
          </ac:inkMkLst>
        </pc:inkChg>
        <pc:inkChg chg="add">
          <ac:chgData name="Zef Ewart" userId="S::ewa0005@wantirnacollege.vic.edu.au::d55df615-e487-427e-b122-1eec8308b830" providerId="AD" clId="Web-{DD54F4F6-CB6F-99C7-4943-F812185C5B62}" dt="2026-08-11T02:53:03.641" v="19"/>
          <ac:inkMkLst>
            <pc:docMk/>
            <pc:sldMk cId="4147191571" sldId="269"/>
            <ac:inkMk id="10" creationId="{A93EDBE8-AFA5-BF0E-BD4B-41CF51756760}"/>
          </ac:inkMkLst>
        </pc:inkChg>
        <pc:inkChg chg="add">
          <ac:chgData name="Zef Ewart" userId="S::ewa0005@wantirnacollege.vic.edu.au::d55df615-e487-427e-b122-1eec8308b830" providerId="AD" clId="Web-{DD54F4F6-CB6F-99C7-4943-F812185C5B62}" dt="2026-08-11T02:53:04.313" v="20"/>
          <ac:inkMkLst>
            <pc:docMk/>
            <pc:sldMk cId="4147191571" sldId="269"/>
            <ac:inkMk id="11" creationId="{67815F45-3C81-CDF9-F5C2-9F119495D6C8}"/>
          </ac:inkMkLst>
        </pc:inkChg>
        <pc:inkChg chg="add">
          <ac:chgData name="Zef Ewart" userId="S::ewa0005@wantirnacollege.vic.edu.au::d55df615-e487-427e-b122-1eec8308b830" providerId="AD" clId="Web-{DD54F4F6-CB6F-99C7-4943-F812185C5B62}" dt="2026-08-11T02:53:11.954" v="25"/>
          <ac:inkMkLst>
            <pc:docMk/>
            <pc:sldMk cId="4147191571" sldId="269"/>
            <ac:inkMk id="14" creationId="{6372F040-46A4-8E92-5915-180878C6314D}"/>
          </ac:inkMkLst>
        </pc:inkChg>
        <pc:inkChg chg="add">
          <ac:chgData name="Zef Ewart" userId="S::ewa0005@wantirnacollege.vic.edu.au::d55df615-e487-427e-b122-1eec8308b830" providerId="AD" clId="Web-{DD54F4F6-CB6F-99C7-4943-F812185C5B62}" dt="2026-08-11T02:53:18.735" v="28"/>
          <ac:inkMkLst>
            <pc:docMk/>
            <pc:sldMk cId="4147191571" sldId="269"/>
            <ac:inkMk id="16" creationId="{F3AEAA8B-E5C7-AA52-85A6-1DC79E95D83B}"/>
          </ac:inkMkLst>
        </pc:inkChg>
        <pc:inkChg chg="add">
          <ac:chgData name="Zef Ewart" userId="S::ewa0005@wantirnacollege.vic.edu.au::d55df615-e487-427e-b122-1eec8308b830" providerId="AD" clId="Web-{DD54F4F6-CB6F-99C7-4943-F812185C5B62}" dt="2026-08-11T02:53:20.814" v="29"/>
          <ac:inkMkLst>
            <pc:docMk/>
            <pc:sldMk cId="4147191571" sldId="269"/>
            <ac:inkMk id="17" creationId="{2C8F9C6B-8C15-5B4B-B82E-54982F902D27}"/>
          </ac:inkMkLst>
        </pc:inkChg>
        <pc:inkChg chg="add">
          <ac:chgData name="Zef Ewart" userId="S::ewa0005@wantirnacollege.vic.edu.au::d55df615-e487-427e-b122-1eec8308b830" providerId="AD" clId="Web-{DD54F4F6-CB6F-99C7-4943-F812185C5B62}" dt="2026-08-11T02:53:22.048" v="30"/>
          <ac:inkMkLst>
            <pc:docMk/>
            <pc:sldMk cId="4147191571" sldId="269"/>
            <ac:inkMk id="18" creationId="{90D55D5B-14F6-CAB4-5603-C0F69D161840}"/>
          </ac:inkMkLst>
        </pc:inkChg>
        <pc:inkChg chg="add">
          <ac:chgData name="Zef Ewart" userId="S::ewa0005@wantirnacollege.vic.edu.au::d55df615-e487-427e-b122-1eec8308b830" providerId="AD" clId="Web-{DD54F4F6-CB6F-99C7-4943-F812185C5B62}" dt="2026-08-11T02:53:28.423" v="33"/>
          <ac:inkMkLst>
            <pc:docMk/>
            <pc:sldMk cId="4147191571" sldId="269"/>
            <ac:inkMk id="20" creationId="{552FA346-3960-7D25-3979-3AA84BDD9F1E}"/>
          </ac:inkMkLst>
        </pc:inkChg>
        <pc:inkChg chg="add">
          <ac:chgData name="Zef Ewart" userId="S::ewa0005@wantirnacollege.vic.edu.au::d55df615-e487-427e-b122-1eec8308b830" providerId="AD" clId="Web-{DD54F4F6-CB6F-99C7-4943-F812185C5B62}" dt="2026-08-11T02:53:38.048" v="34"/>
          <ac:inkMkLst>
            <pc:docMk/>
            <pc:sldMk cId="4147191571" sldId="269"/>
            <ac:inkMk id="21" creationId="{B2C0A138-752B-7DC8-1547-03BFD5733C2D}"/>
          </ac:inkMkLst>
        </pc:inkChg>
        <pc:inkChg chg="add">
          <ac:chgData name="Zef Ewart" userId="S::ewa0005@wantirnacollege.vic.edu.au::d55df615-e487-427e-b122-1eec8308b830" providerId="AD" clId="Web-{DD54F4F6-CB6F-99C7-4943-F812185C5B62}" dt="2026-08-11T02:53:39.626" v="35"/>
          <ac:inkMkLst>
            <pc:docMk/>
            <pc:sldMk cId="4147191571" sldId="269"/>
            <ac:inkMk id="22" creationId="{E611C550-EA3F-9BAD-F9E5-873007153A83}"/>
          </ac:inkMkLst>
        </pc:inkChg>
      </pc:sldChg>
    </pc:docChg>
  </pc:docChgLst>
  <pc:docChgLst>
    <pc:chgData name="Taliah Kassaby" userId="S::kas0005@wantirnacollege.vic.edu.au::23d269d0-e02c-425d-bfba-881a989e0172" providerId="AD" clId="Web-{30CFABA8-5ECE-559D-0F31-2D72F6340305}"/>
    <pc:docChg chg="modSld">
      <pc:chgData name="Taliah Kassaby" userId="S::kas0005@wantirnacollege.vic.edu.au::23d269d0-e02c-425d-bfba-881a989e0172" providerId="AD" clId="Web-{30CFABA8-5ECE-559D-0F31-2D72F6340305}" dt="2026-08-17T02:18:03.385" v="6" actId="1076"/>
      <pc:docMkLst>
        <pc:docMk/>
      </pc:docMkLst>
      <pc:sldChg chg="addSp modSp">
        <pc:chgData name="Taliah Kassaby" userId="S::kas0005@wantirnacollege.vic.edu.au::23d269d0-e02c-425d-bfba-881a989e0172" providerId="AD" clId="Web-{30CFABA8-5ECE-559D-0F31-2D72F6340305}" dt="2026-08-17T02:18:03.385" v="6" actId="1076"/>
        <pc:sldMkLst>
          <pc:docMk/>
          <pc:sldMk cId="1435999858" sldId="274"/>
        </pc:sldMkLst>
        <pc:spChg chg="mod">
          <ac:chgData name="Taliah Kassaby" userId="S::kas0005@wantirnacollege.vic.edu.au::23d269d0-e02c-425d-bfba-881a989e0172" providerId="AD" clId="Web-{30CFABA8-5ECE-559D-0F31-2D72F6340305}" dt="2026-08-17T01:57:47.162" v="2" actId="20577"/>
          <ac:spMkLst>
            <pc:docMk/>
            <pc:sldMk cId="1435999858" sldId="274"/>
            <ac:spMk id="3" creationId="{244293F4-9F33-D7FA-62B5-EECB0302D86E}"/>
          </ac:spMkLst>
        </pc:spChg>
        <pc:picChg chg="add mod">
          <ac:chgData name="Taliah Kassaby" userId="S::kas0005@wantirnacollege.vic.edu.au::23d269d0-e02c-425d-bfba-881a989e0172" providerId="AD" clId="Web-{30CFABA8-5ECE-559D-0F31-2D72F6340305}" dt="2026-08-17T02:18:03.385" v="6" actId="1076"/>
          <ac:picMkLst>
            <pc:docMk/>
            <pc:sldMk cId="1435999858" sldId="274"/>
            <ac:picMk id="5" creationId="{7B5851EC-2D08-85C9-591F-0917DF6E5A66}"/>
          </ac:picMkLst>
        </pc:picChg>
      </pc:sldChg>
    </pc:docChg>
  </pc:docChgLst>
  <pc:docChgLst>
    <pc:chgData name="Oscar Glaister" userId="e6f16566-ea0c-4df4-8ebb-5765e438d351" providerId="ADAL" clId="{252C8254-46BD-4598-B285-E6EC582ADBF0}"/>
    <pc:docChg chg="custSel addSld modSld">
      <pc:chgData name="Oscar Glaister" userId="e6f16566-ea0c-4df4-8ebb-5765e438d351" providerId="ADAL" clId="{252C8254-46BD-4598-B285-E6EC582ADBF0}" dt="2026-08-17T02:17:06.096" v="365" actId="732"/>
      <pc:docMkLst>
        <pc:docMk/>
      </pc:docMkLst>
      <pc:sldChg chg="modSp mod">
        <pc:chgData name="Oscar Glaister" userId="e6f16566-ea0c-4df4-8ebb-5765e438d351" providerId="ADAL" clId="{252C8254-46BD-4598-B285-E6EC582ADBF0}" dt="2026-08-13T23:32:41.178" v="39" actId="20577"/>
        <pc:sldMkLst>
          <pc:docMk/>
          <pc:sldMk cId="1388250180" sldId="256"/>
        </pc:sldMkLst>
        <pc:spChg chg="mod">
          <ac:chgData name="Oscar Glaister" userId="e6f16566-ea0c-4df4-8ebb-5765e438d351" providerId="ADAL" clId="{252C8254-46BD-4598-B285-E6EC582ADBF0}" dt="2026-08-13T23:32:41.178" v="39" actId="20577"/>
          <ac:spMkLst>
            <pc:docMk/>
            <pc:sldMk cId="1388250180" sldId="256"/>
            <ac:spMk id="2" creationId="{6DB75583-8F97-757A-3D9C-B459F698BB0E}"/>
          </ac:spMkLst>
        </pc:spChg>
        <pc:spChg chg="mod">
          <ac:chgData name="Oscar Glaister" userId="e6f16566-ea0c-4df4-8ebb-5765e438d351" providerId="ADAL" clId="{252C8254-46BD-4598-B285-E6EC582ADBF0}" dt="2026-08-13T22:53:44.218" v="33" actId="20577"/>
          <ac:spMkLst>
            <pc:docMk/>
            <pc:sldMk cId="1388250180" sldId="256"/>
            <ac:spMk id="3" creationId="{D6761061-F77B-C890-18C0-41105821CB02}"/>
          </ac:spMkLst>
        </pc:spChg>
      </pc:sldChg>
      <pc:sldChg chg="add setBg">
        <pc:chgData name="Oscar Glaister" userId="e6f16566-ea0c-4df4-8ebb-5765e438d351" providerId="ADAL" clId="{252C8254-46BD-4598-B285-E6EC582ADBF0}" dt="2026-08-11T02:47:52.888" v="0"/>
        <pc:sldMkLst>
          <pc:docMk/>
          <pc:sldMk cId="2121627959" sldId="257"/>
        </pc:sldMkLst>
      </pc:sldChg>
      <pc:sldChg chg="add">
        <pc:chgData name="Oscar Glaister" userId="e6f16566-ea0c-4df4-8ebb-5765e438d351" providerId="ADAL" clId="{252C8254-46BD-4598-B285-E6EC582ADBF0}" dt="2026-08-11T02:47:52.888" v="0"/>
        <pc:sldMkLst>
          <pc:docMk/>
          <pc:sldMk cId="3022893737" sldId="259"/>
        </pc:sldMkLst>
      </pc:sldChg>
      <pc:sldChg chg="delSp modSp add mod setBg">
        <pc:chgData name="Oscar Glaister" userId="e6f16566-ea0c-4df4-8ebb-5765e438d351" providerId="ADAL" clId="{252C8254-46BD-4598-B285-E6EC582ADBF0}" dt="2026-08-13T23:32:50.393" v="40" actId="207"/>
        <pc:sldMkLst>
          <pc:docMk/>
          <pc:sldMk cId="2897359550" sldId="260"/>
        </pc:sldMkLst>
        <pc:spChg chg="mod">
          <ac:chgData name="Oscar Glaister" userId="e6f16566-ea0c-4df4-8ebb-5765e438d351" providerId="ADAL" clId="{252C8254-46BD-4598-B285-E6EC582ADBF0}" dt="2026-08-13T23:32:50.393" v="40" actId="207"/>
          <ac:spMkLst>
            <pc:docMk/>
            <pc:sldMk cId="2897359550" sldId="260"/>
            <ac:spMk id="2" creationId="{81C16963-ECB7-19CB-C33A-B083B7563E37}"/>
          </ac:spMkLst>
        </pc:spChg>
      </pc:sldChg>
      <pc:sldChg chg="delSp modSp add mod setBg">
        <pc:chgData name="Oscar Glaister" userId="e6f16566-ea0c-4df4-8ebb-5765e438d351" providerId="ADAL" clId="{252C8254-46BD-4598-B285-E6EC582ADBF0}" dt="2026-08-13T23:33:29.979" v="41" actId="207"/>
        <pc:sldMkLst>
          <pc:docMk/>
          <pc:sldMk cId="4094592511" sldId="261"/>
        </pc:sldMkLst>
        <pc:spChg chg="mod">
          <ac:chgData name="Oscar Glaister" userId="e6f16566-ea0c-4df4-8ebb-5765e438d351" providerId="ADAL" clId="{252C8254-46BD-4598-B285-E6EC582ADBF0}" dt="2026-08-13T23:33:29.979" v="41" actId="207"/>
          <ac:spMkLst>
            <pc:docMk/>
            <pc:sldMk cId="4094592511" sldId="261"/>
            <ac:spMk id="2" creationId="{5BD4AA40-355A-C02C-B9AC-365B969BF878}"/>
          </ac:spMkLst>
        </pc:spChg>
        <pc:spChg chg="mod">
          <ac:chgData name="Oscar Glaister" userId="e6f16566-ea0c-4df4-8ebb-5765e438d351" providerId="ADAL" clId="{252C8254-46BD-4598-B285-E6EC582ADBF0}" dt="2026-08-13T22:54:53.507" v="35" actId="207"/>
          <ac:spMkLst>
            <pc:docMk/>
            <pc:sldMk cId="4094592511" sldId="261"/>
            <ac:spMk id="8" creationId="{E5BE8265-4C5F-67BB-6A15-D068CDB22A3C}"/>
          </ac:spMkLst>
        </pc:spChg>
      </pc:sldChg>
      <pc:sldChg chg="delSp add mod">
        <pc:chgData name="Oscar Glaister" userId="e6f16566-ea0c-4df4-8ebb-5765e438d351" providerId="ADAL" clId="{252C8254-46BD-4598-B285-E6EC582ADBF0}" dt="2026-08-13T23:33:37.421" v="42" actId="478"/>
        <pc:sldMkLst>
          <pc:docMk/>
          <pc:sldMk cId="591232533" sldId="262"/>
        </pc:sldMkLst>
      </pc:sldChg>
      <pc:sldChg chg="add">
        <pc:chgData name="Oscar Glaister" userId="e6f16566-ea0c-4df4-8ebb-5765e438d351" providerId="ADAL" clId="{252C8254-46BD-4598-B285-E6EC582ADBF0}" dt="2026-08-11T02:48:55.025" v="2"/>
        <pc:sldMkLst>
          <pc:docMk/>
          <pc:sldMk cId="1378381461" sldId="263"/>
        </pc:sldMkLst>
      </pc:sldChg>
      <pc:sldChg chg="add">
        <pc:chgData name="Oscar Glaister" userId="e6f16566-ea0c-4df4-8ebb-5765e438d351" providerId="ADAL" clId="{252C8254-46BD-4598-B285-E6EC582ADBF0}" dt="2026-08-11T02:48:55.025" v="2"/>
        <pc:sldMkLst>
          <pc:docMk/>
          <pc:sldMk cId="1366860525" sldId="264"/>
        </pc:sldMkLst>
      </pc:sldChg>
      <pc:sldChg chg="add">
        <pc:chgData name="Oscar Glaister" userId="e6f16566-ea0c-4df4-8ebb-5765e438d351" providerId="ADAL" clId="{252C8254-46BD-4598-B285-E6EC582ADBF0}" dt="2026-08-11T02:48:55.025" v="2"/>
        <pc:sldMkLst>
          <pc:docMk/>
          <pc:sldMk cId="3107933604" sldId="265"/>
        </pc:sldMkLst>
      </pc:sldChg>
      <pc:sldChg chg="add">
        <pc:chgData name="Oscar Glaister" userId="e6f16566-ea0c-4df4-8ebb-5765e438d351" providerId="ADAL" clId="{252C8254-46BD-4598-B285-E6EC582ADBF0}" dt="2026-08-11T02:48:55.025" v="2"/>
        <pc:sldMkLst>
          <pc:docMk/>
          <pc:sldMk cId="2853855006" sldId="266"/>
        </pc:sldMkLst>
      </pc:sldChg>
      <pc:sldChg chg="add">
        <pc:chgData name="Oscar Glaister" userId="e6f16566-ea0c-4df4-8ebb-5765e438d351" providerId="ADAL" clId="{252C8254-46BD-4598-B285-E6EC582ADBF0}" dt="2026-08-11T02:48:55.025" v="2"/>
        <pc:sldMkLst>
          <pc:docMk/>
          <pc:sldMk cId="1380321696" sldId="267"/>
        </pc:sldMkLst>
      </pc:sldChg>
      <pc:sldChg chg="add">
        <pc:chgData name="Oscar Glaister" userId="e6f16566-ea0c-4df4-8ebb-5765e438d351" providerId="ADAL" clId="{252C8254-46BD-4598-B285-E6EC582ADBF0}" dt="2026-08-11T02:48:55.025" v="2"/>
        <pc:sldMkLst>
          <pc:docMk/>
          <pc:sldMk cId="1318932797" sldId="268"/>
        </pc:sldMkLst>
      </pc:sldChg>
      <pc:sldChg chg="modSp mod">
        <pc:chgData name="Oscar Glaister" userId="e6f16566-ea0c-4df4-8ebb-5765e438d351" providerId="ADAL" clId="{252C8254-46BD-4598-B285-E6EC582ADBF0}" dt="2026-08-13T23:55:55.056" v="358" actId="20577"/>
        <pc:sldMkLst>
          <pc:docMk/>
          <pc:sldMk cId="3457692963" sldId="270"/>
        </pc:sldMkLst>
        <pc:spChg chg="mod">
          <ac:chgData name="Oscar Glaister" userId="e6f16566-ea0c-4df4-8ebb-5765e438d351" providerId="ADAL" clId="{252C8254-46BD-4598-B285-E6EC582ADBF0}" dt="2026-08-13T23:55:55.056" v="358" actId="20577"/>
          <ac:spMkLst>
            <pc:docMk/>
            <pc:sldMk cId="3457692963" sldId="270"/>
            <ac:spMk id="3" creationId="{C999C599-B8CA-EE81-4840-2B23F0BFE06D}"/>
          </ac:spMkLst>
        </pc:spChg>
      </pc:sldChg>
      <pc:sldChg chg="addSp modSp new mod">
        <pc:chgData name="Oscar Glaister" userId="e6f16566-ea0c-4df4-8ebb-5765e438d351" providerId="ADAL" clId="{252C8254-46BD-4598-B285-E6EC582ADBF0}" dt="2026-08-13T23:54:53.694" v="334" actId="14100"/>
        <pc:sldMkLst>
          <pc:docMk/>
          <pc:sldMk cId="297324421" sldId="273"/>
        </pc:sldMkLst>
        <pc:spChg chg="mod">
          <ac:chgData name="Oscar Glaister" userId="e6f16566-ea0c-4df4-8ebb-5765e438d351" providerId="ADAL" clId="{252C8254-46BD-4598-B285-E6EC582ADBF0}" dt="2026-08-13T23:33:48.470" v="60" actId="20577"/>
          <ac:spMkLst>
            <pc:docMk/>
            <pc:sldMk cId="297324421" sldId="273"/>
            <ac:spMk id="2" creationId="{A2820B42-F2E1-0D4A-CA11-6969E8E37672}"/>
          </ac:spMkLst>
        </pc:spChg>
        <pc:spChg chg="mod">
          <ac:chgData name="Oscar Glaister" userId="e6f16566-ea0c-4df4-8ebb-5765e438d351" providerId="ADAL" clId="{252C8254-46BD-4598-B285-E6EC582ADBF0}" dt="2026-08-13T23:35:36.356" v="330" actId="20577"/>
          <ac:spMkLst>
            <pc:docMk/>
            <pc:sldMk cId="297324421" sldId="273"/>
            <ac:spMk id="3" creationId="{78A9B5C1-0D08-E7D6-1604-F4E765D729ED}"/>
          </ac:spMkLst>
        </pc:spChg>
        <pc:picChg chg="add mod">
          <ac:chgData name="Oscar Glaister" userId="e6f16566-ea0c-4df4-8ebb-5765e438d351" providerId="ADAL" clId="{252C8254-46BD-4598-B285-E6EC582ADBF0}" dt="2026-08-13T23:54:53.694" v="334" actId="14100"/>
          <ac:picMkLst>
            <pc:docMk/>
            <pc:sldMk cId="297324421" sldId="273"/>
            <ac:picMk id="5" creationId="{C9A0F5B2-B3B2-4448-F130-E01E44E49D91}"/>
          </ac:picMkLst>
        </pc:picChg>
      </pc:sldChg>
      <pc:sldChg chg="addSp delSp modSp new mod">
        <pc:chgData name="Oscar Glaister" userId="e6f16566-ea0c-4df4-8ebb-5765e438d351" providerId="ADAL" clId="{252C8254-46BD-4598-B285-E6EC582ADBF0}" dt="2026-08-17T02:17:06.096" v="365" actId="732"/>
        <pc:sldMkLst>
          <pc:docMk/>
          <pc:sldMk cId="1435999858" sldId="274"/>
        </pc:sldMkLst>
        <pc:spChg chg="mod">
          <ac:chgData name="Oscar Glaister" userId="e6f16566-ea0c-4df4-8ebb-5765e438d351" providerId="ADAL" clId="{252C8254-46BD-4598-B285-E6EC582ADBF0}" dt="2026-08-13T23:34:04.690" v="72" actId="20577"/>
          <ac:spMkLst>
            <pc:docMk/>
            <pc:sldMk cId="1435999858" sldId="274"/>
            <ac:spMk id="2" creationId="{2B862ED3-17C4-55EC-D135-C4D91E30AC99}"/>
          </ac:spMkLst>
        </pc:spChg>
        <pc:spChg chg="del mod">
          <ac:chgData name="Oscar Glaister" userId="e6f16566-ea0c-4df4-8ebb-5765e438d351" providerId="ADAL" clId="{252C8254-46BD-4598-B285-E6EC582ADBF0}" dt="2026-08-17T02:16:49.817" v="363"/>
          <ac:spMkLst>
            <pc:docMk/>
            <pc:sldMk cId="1435999858" sldId="274"/>
            <ac:spMk id="3" creationId="{244293F4-9F33-D7FA-62B5-EECB0302D86E}"/>
          </ac:spMkLst>
        </pc:spChg>
        <pc:picChg chg="add mod modCrop">
          <ac:chgData name="Oscar Glaister" userId="e6f16566-ea0c-4df4-8ebb-5765e438d351" providerId="ADAL" clId="{252C8254-46BD-4598-B285-E6EC582ADBF0}" dt="2026-08-17T02:17:06.096" v="365" actId="732"/>
          <ac:picMkLst>
            <pc:docMk/>
            <pc:sldMk cId="1435999858" sldId="274"/>
            <ac:picMk id="4" creationId="{514C81AC-0D0A-6F04-301A-86FB85CD49D7}"/>
          </ac:picMkLst>
        </pc:picChg>
      </pc:sldChg>
    </pc:docChg>
  </pc:docChgLst>
  <pc:docChgLst>
    <pc:chgData name="Taliah Kassaby" userId="23d269d0-e02c-425d-bfba-881a989e0172" providerId="ADAL" clId="{A44F5C3D-790C-5757-A4CE-F3B42956D7FF}"/>
    <pc:docChg chg="modSld">
      <pc:chgData name="Taliah Kassaby" userId="23d269d0-e02c-425d-bfba-881a989e0172" providerId="ADAL" clId="{A44F5C3D-790C-5757-A4CE-F3B42956D7FF}" dt="2026-08-24T02:36:53.395" v="26" actId="20577"/>
      <pc:docMkLst>
        <pc:docMk/>
      </pc:docMkLst>
      <pc:sldChg chg="modSp mod">
        <pc:chgData name="Taliah Kassaby" userId="23d269d0-e02c-425d-bfba-881a989e0172" providerId="ADAL" clId="{A44F5C3D-790C-5757-A4CE-F3B42956D7FF}" dt="2026-08-24T02:36:53.395" v="26" actId="20577"/>
        <pc:sldMkLst>
          <pc:docMk/>
          <pc:sldMk cId="591232533" sldId="262"/>
        </pc:sldMkLst>
        <pc:spChg chg="mod">
          <ac:chgData name="Taliah Kassaby" userId="23d269d0-e02c-425d-bfba-881a989e0172" providerId="ADAL" clId="{A44F5C3D-790C-5757-A4CE-F3B42956D7FF}" dt="2026-08-24T02:36:53.395" v="26" actId="20577"/>
          <ac:spMkLst>
            <pc:docMk/>
            <pc:sldMk cId="591232533" sldId="262"/>
            <ac:spMk id="2" creationId="{5334C21F-1E61-5A28-E4F1-49A38C083C82}"/>
          </ac:spMkLst>
        </pc:spChg>
      </pc:sldChg>
      <pc:sldChg chg="addSp delSp modSp mod">
        <pc:chgData name="Taliah Kassaby" userId="23d269d0-e02c-425d-bfba-881a989e0172" providerId="ADAL" clId="{A44F5C3D-790C-5757-A4CE-F3B42956D7FF}" dt="2026-08-24T02:30:20.349" v="17"/>
        <pc:sldMkLst>
          <pc:docMk/>
          <pc:sldMk cId="1378381461" sldId="263"/>
        </pc:sldMkLst>
        <pc:spChg chg="mod">
          <ac:chgData name="Taliah Kassaby" userId="23d269d0-e02c-425d-bfba-881a989e0172" providerId="ADAL" clId="{A44F5C3D-790C-5757-A4CE-F3B42956D7FF}" dt="2026-08-24T02:30:17.874" v="14" actId="1076"/>
          <ac:spMkLst>
            <pc:docMk/>
            <pc:sldMk cId="1378381461" sldId="263"/>
            <ac:spMk id="2" creationId="{3D6BD942-99F1-D4F8-7845-34462FCC51F0}"/>
          </ac:spMkLst>
        </pc:spChg>
        <pc:spChg chg="add del mod">
          <ac:chgData name="Taliah Kassaby" userId="23d269d0-e02c-425d-bfba-881a989e0172" providerId="ADAL" clId="{A44F5C3D-790C-5757-A4CE-F3B42956D7FF}" dt="2026-08-24T02:30:20.349" v="17"/>
          <ac:spMkLst>
            <pc:docMk/>
            <pc:sldMk cId="1378381461" sldId="263"/>
            <ac:spMk id="7" creationId="{39A827EA-723B-75F0-D082-243E0DC26EE7}"/>
          </ac:spMkLst>
        </pc:spChg>
      </pc:sldChg>
      <pc:sldChg chg="addSp delSp modSp mod">
        <pc:chgData name="Taliah Kassaby" userId="23d269d0-e02c-425d-bfba-881a989e0172" providerId="ADAL" clId="{A44F5C3D-790C-5757-A4CE-F3B42956D7FF}" dt="2026-08-24T02:36:06.391" v="20"/>
        <pc:sldMkLst>
          <pc:docMk/>
          <pc:sldMk cId="1435999858" sldId="274"/>
        </pc:sldMkLst>
        <pc:spChg chg="add del mod">
          <ac:chgData name="Taliah Kassaby" userId="23d269d0-e02c-425d-bfba-881a989e0172" providerId="ADAL" clId="{A44F5C3D-790C-5757-A4CE-F3B42956D7FF}" dt="2026-08-24T02:36:06.391" v="20"/>
          <ac:spMkLst>
            <pc:docMk/>
            <pc:sldMk cId="1435999858" sldId="274"/>
            <ac:spMk id="3" creationId="{4BA8E42F-AB2D-8189-B6C8-D6E42D9F9DE5}"/>
          </ac:spMkLst>
        </pc:sp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7"/>
    </inkml:context>
    <inkml:brush xml:id="br0">
      <inkml:brushProperty name="width" value="0.1" units="cm"/>
      <inkml:brushProperty name="height" value="0.1" units="cm"/>
    </inkml:brush>
  </inkml:definitions>
  <inkml:trace contextRef="#ctx0" brushRef="#br0">22014 7662 1855 0 0,'-9'9'4672'0'0,"-8"8"-3584"0"0,0 5-672 0 0,-3 3-32 0 0,3 2-96 0 0,0 2-64 0 0,-3-1-96 0 0,3 4-32 0 0,0 2-32 0 0,-2 3 0 0 0,-2 5-32 0 0,2 0 0 0 0,0 1 64 0 0,-5 3 32 0 0,-4 2-32 0 0,-1-2 0 0 0,-1 0 32 0 0,1 1 0 0 0,1-3 64 0 0,-4-4-32 0 0,-1-10 32 0 0,0-4 0 0 0,6-3 0 0 0,4-1-32 0 0,0-3-32 0 0,0-2-32 0 0,0 2-32 0 0,3 2 0 0 0,1-3-32 0 0,-1-4 0 0 0,-2-1 0 0 0,-1-1 160 0 0,3 0-128 0 0,0 0 0 0 0,0 1 32 0 0,-2-1-64 0 0,3 1-32 0 0,0 0 32 0 0,4 1-32 0 0,-1-2 0 0 0,-2-2 0 0 0,3 1 0 0 0,-2-2 0 0 0,3 3 0 0 0,-1 0 64 0 0,2 1-512 0 0,-1-1-352 0 0,-3-2-1216 0 0,2-4 2016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8"/>
    </inkml:context>
    <inkml:brush xml:id="br0">
      <inkml:brushProperty name="width" value="0.1" units="cm"/>
      <inkml:brushProperty name="height" value="0.1" units="cm"/>
    </inkml:brush>
  </inkml:definitions>
  <inkml:trace contextRef="#ctx0" brushRef="#br0">20929 8424 3455 0 0,'-4'9'5280'0'0,"-2"8"-5120"0"0,-5 5-32 0 0,1 3-64 0 0,-4 2 0 0 0,-3 2 32 0 0,-3-1 0 0 0,1 0 0 0 0,0-5 0 0 0,-2-2 0 0 0,-1 0 160 0 0,-2-3-128 0 0,3-1 32 0 0,1 2 192 0 0,9 2 1248 0 0,9-3-1312 0 0,11-4-64 0 0,8-10-64 0 0,10-4-32 0 0,10-8-64 0 0,2-1-32 0 0,4-5-96 0 0,4-9-224 0 0,3-4-352 0 0,-3-3-672 0 0,0 0-2080 0 0,-4-5 3392 0 0,-5 0 0 0 0,-8 6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59"/>
    </inkml:context>
    <inkml:brush xml:id="br0">
      <inkml:brushProperty name="width" value="0.1" units="cm"/>
      <inkml:brushProperty name="height" value="0.1" units="cm"/>
    </inkml:brush>
  </inkml:definitions>
  <inkml:trace contextRef="#ctx0" brushRef="#br0">22204 7030 2879 0 0,'-4'9'12544'0'0,"-2"8"-12480"0"0,0 5-32 0 0,-3-2-32 0 0,0 2 32 0 0,1 0-32 0 0,-2 2 0 0 0,0 1 0 0 0,2 0 0 0 0,-2 6-32 0 0,1 1 32 0 0,1 1 0 0 0,3-2 0 0 0,-3-1 0 0 0,0-1-32 0 0,2 3 32 0 0,2 1-32 0 0,1-1-32 0 0,-4-6 0 0 0,1-2-32 0 0,0-2-128 0 0,2-8-512 0 0,1-11 640 0 0,1-11 0 0 0,1-9-32 0 0,5-5 32 0 0,3-4 0 0 0,-1-2 32 0 0,-2-1 32 0 0,0 1-32 0 0,3-1 0 0 0,0 2-128 0 0,-1-1 160 0 0,3 2-32 0 0,0-1 64 0 0,-1 0-32 0 0,2 1 32 0 0,-1 0-32 0 0,3-1 32 0 0,4 1 0 0 0,4-1 0 0 0,-2 1 0 0 0,1 0 0 0 0,1-1 0 0 0,2 1 0 0 0,-2-1-32 0 0,-1 5 32 0 0,-3 2 0 0 0,0 4 0 0 0,-3 0 0 0 0,1 3 32 0 0,3 8 224 0 0,-7 9-160 0 0,-4 9-64 0 0,-3 7 0 0 0,-3 4 0 0 0,-5 2 32 0 0,-3 2 0 0 0,-3 0 0 0 0,-1 5 32 0 0,3 1 0 0 0,-3-1 0 0 0,1-1-32 0 0,3-2 0 0 0,2-2-64 0 0,3 0 32 0 0,1-1-64 0 0,2-10 64 0 0,4-7-32 0 0,3-10 32 0 0,3-10-32 0 0,1-7 0 0 0,3-6 0 0 0,4-3 0 0 0,2-2 0 0 0,4 0 0 0 0,-4 0 0 0 0,1 4 0 0 0,-5 3 0 0 0,1 4 0 0 0,1 0 0 0 0,2 0-32 0 0,3 1 32 0 0,1 0-32 0 0,2 2 32 0 0,0 4 0 0 0,1 4 0 0 0,-5 6 0 0 0,-1 4 0 0 0,0 2 0 0 0,-3 3 0 0 0,-1 1 32 0 0,-3 3 0 0 0,1 4 96 0 0,-2 3-64 0 0,-4 3 0 0 0,-3 2 0 0 0,-2 2-32 0 0,-3 0 0 0 0,0 0 0 0 0,-2 5 0 0 0,1 1-32 0 0,-6-1 0 0 0,0 0-32 0 0,0-3-224 0 0,1 0-480 0 0,-3-6 96 0 0,0-2-1888 0 0,1-5 2528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0"/>
    </inkml:context>
    <inkml:brush xml:id="br0">
      <inkml:brushProperty name="width" value="0.1" units="cm"/>
      <inkml:brushProperty name="height" value="0.1" units="cm"/>
    </inkml:brush>
  </inkml:definitions>
  <inkml:trace contextRef="#ctx0" brushRef="#br0">24136 7049 2015 0 0,'-9'8'13792'0'0,"-8"9"-13760"0"0,0 9 32 0 0,-2 15-64 0 0,-3 8 32 0 0,3 6-32 0 0,0 2 0 0 0,3-4 0 0 0,0-3-32 0 0,3-4-64 0 0,3-6-32 0 0,4-5-128 0 0,2-5-128 0 0,3-2-704 0 0,1-10-8224 0 0,0-14 9312 0 0,1-11 0 0 0,-1-4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1"/>
    </inkml:context>
    <inkml:brush xml:id="br0">
      <inkml:brushProperty name="width" value="0.1" units="cm"/>
      <inkml:brushProperty name="height" value="0.1" units="cm"/>
    </inkml:brush>
  </inkml:definitions>
  <inkml:trace contextRef="#ctx0" brushRef="#br0">24098 7027 3327 0 0,'0'9'9248'0'0,"5"3"-8640"0"0,5-1-352 0 0,6-2 32 0 0,5-7-224 0 0,8-3-32 0 0,3-7 0 0 0,1-7-32 0 0,-1 0-32 0 0,-1-2-160 0 0,-2 2-128 0 0,-1-2-64 0 0,0 3-192 0 0,-1 4-224 0 0,-1-2-320 0 0,0 2-3136 0 0,0 2 4256 0 0,-4 3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2"/>
    </inkml:context>
    <inkml:brush xml:id="br0">
      <inkml:brushProperty name="width" value="0.1" units="cm"/>
      <inkml:brushProperty name="height" value="0.1" units="cm"/>
    </inkml:brush>
  </inkml:definitions>
  <inkml:trace contextRef="#ctx0" brushRef="#br0">24077 7300 2559 0 0,'9'0'11168'0'0,"8"-4"-11136"0"0,4-2-32 0 0,5 0 0 0 0,1 1-96 0 0,1-2-256 0 0,1-1-416 0 0,3-4-544 0 0,2 1-1344 0 0,-1-2 2656 0 0,-2 0 0 0 0,-5 4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5"/>
    </inkml:context>
    <inkml:brush xml:id="br0">
      <inkml:brushProperty name="width" value="0.1" units="cm"/>
      <inkml:brushProperty name="height" value="0.1" units="cm"/>
    </inkml:brush>
  </inkml:definitions>
  <inkml:trace contextRef="#ctx0" brushRef="#br0">24035 7513 3295 0 0,'13'0'9472'0'0,"10"0"-9408"0"0,4-4-64 0 0,3-2-128 0 0,5-4-256 0 0,2-5-384 0 0,2 0-640 0 0,0-2-1568 0 0,-2 2 2976 0 0,-4 3 0 0 0,-6 5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6"/>
    </inkml:context>
    <inkml:brush xml:id="br0">
      <inkml:brushProperty name="width" value="0.1" units="cm"/>
      <inkml:brushProperty name="height" value="0.1" units="cm"/>
    </inkml:brush>
  </inkml:definitions>
  <inkml:trace contextRef="#ctx0" brushRef="#br0">22976 7474 1215 0 0,'-5'-9'12832'0'0,"4"-7"-12800"0"0,6-6 32 0 0,6 1-64 0 0,2 0 0 0 0,3 3-32 0 0,4 5 32 0 0,2 4 0 0 0,2 4 0 0 0,2 3 0 0 0,0 6 0 0 0,1 3 0 0 0,-4 4 32 0 0,-6 5 32 0 0,-2 0 128 0 0,-8 1-96 0 0,-4 3 128 0 0,-4 2-64 0 0,-6-2-64 0 0,-1-1-32 0 0,-4-3 0 0 0,0 0 0 0 0,-3 2-32 0 0,-3-2 0 0 0,2 0 32 0 0,-2 3-32 0 0,-1-3 0 0 0,-3 2 32 0 0,-1 1-32 0 0,-2-3 32 0 0,-1-3-32 0 0,-1 0 64 0 0,0-2 64 0 0,0-3 96 0 0,1-2 288 0 0,-1-3-384 0 0,5-7-64 0 0,1-1-32 0 0,0-6-32 0 0,4-5-64 0 0,4-4 0 0 0,5-7 0 0 0,8-5 32 0 0,8-5-32 0 0,4-1 0 0 0,3-3 32 0 0,4-3-32 0 0,4-4 32 0 0,6-2 0 0 0,3-2 0 0 0,1-1-32 0 0,-2-5-128 0 0,0-1-192 0 0,-2 4-160 0 0,-5 3-256 0 0,-3 5-352 0 0,-5 7-608 0 0,-4 6-864 0 0,-1 8 2592 0 0,-2 4 0 0 0,-2 6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7"/>
    </inkml:context>
    <inkml:brush xml:id="br0">
      <inkml:brushProperty name="width" value="0.1" units="cm"/>
      <inkml:brushProperty name="height" value="0.1" units="cm"/>
    </inkml:brush>
  </inkml:definitions>
  <inkml:trace contextRef="#ctx0" brushRef="#br0">25203 7010 1695 0 0,'9'-9'13440'0'0,"-2"1"-12128"0"0,-6 7-1312 0 0,-12 13 0 0 0,-9 8 0 0 0,-11 10 0 0 0,-8 9 0 0 0,-6 7 32 0 0,-1 4-32 0 0,-1-1 0 0 0,-2-1 0 0 0,3-3 0 0 0,5-5-128 0 0,5-5-96 0 0,4-4-64 0 0,3-7-96 0 0,6-4-64 0 0,3-4-96 0 0,0-1-1888 0 0,4-8 256 0 0,4-8 800 0 0,9-10-928 0 0,5-7 2304 0 0,6-5 0 0 0,3 1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8"/>
    </inkml:context>
    <inkml:brush xml:id="br0">
      <inkml:brushProperty name="width" value="0.1" units="cm"/>
      <inkml:brushProperty name="height" value="0.1" units="cm"/>
    </inkml:brush>
  </inkml:definitions>
  <inkml:trace contextRef="#ctx0" brushRef="#br0">24812 6985 4127 0 0,'-9'4'11328'0'0,"-7"2"-11136"0"0,-2 5-64 0 0,-1 4 0 0 0,6 0-64 0 0,11-3-64 0 0,9-3 32 0 0,13 1-32 0 0,8-1-32 0 0,7-2-192 0 0,3-2-192 0 0,4-2-288 0 0,-1-2-320 0 0,-2 4-544 0 0,-5 1-1216 0 0,-2 0 2784 0 0,-3 2 0 0 0,-6 1 0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69"/>
    </inkml:context>
    <inkml:brush xml:id="br0">
      <inkml:brushProperty name="width" value="0.1" units="cm"/>
      <inkml:brushProperty name="height" value="0.1" units="cm"/>
    </inkml:brush>
  </inkml:definitions>
  <inkml:trace contextRef="#ctx0" brushRef="#br0">25209 7340 2431 0 0,'13'-4'13728'0'0,"10"-7"-13728"0"0,5 0 32 0 0,1-4-32 0 0,2-4 0 0 0,-1-2 32 0 0,0-3-32 0 0,-2 3 64 0 0,-5 0-32 0 0,-6 0 0 0 0,-2 3 32 0 0,-4 0-32 0 0,-3-1 32 0 0,-3-2 160 0 0,-7 2 64 0 0,-8 5-160 0 0,-6 5-32 0 0,-5 3-64 0 0,-4 4 0 0 0,2 6 0 0 0,2 2 32 0 0,3 5-32 0 0,1 0 0 0 0,3 4 0 0 0,-1 2 0 0 0,-2 4 0 0 0,2 3 0 0 0,-1 1-32 0 0,-2 1 32 0 0,1 6 0 0 0,0 1 0 0 0,2 0 0 0 0,0-2-32 0 0,2 0 0 0 0,3-3-32 0 0,4 0 32 0 0,7-1-32 0 0,3-1-32 0 0,6-4 64 0 0,5-6 0 0 0,5-6 0 0 0,4-5 0 0 0,1-3-160 0 0,7-1-160 0 0,1-2-192 0 0,1 0-224 0 0,-2 0-384 0 0,-2 0-736 0 0,-1 0-2208 0 0,-1-4 4064 0 0,-1-1 0 0 0,-5 0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0"/>
    </inkml:context>
    <inkml:brush xml:id="br0">
      <inkml:brushProperty name="width" value="0.1" units="cm"/>
      <inkml:brushProperty name="height" value="0.1" units="cm"/>
    </inkml:brush>
  </inkml:definitions>
  <inkml:trace contextRef="#ctx0" brushRef="#br0">26247 7072 2559 0 0,'9'-4'10976'0'0,"-2"-2"-9664"0"0,-1 4-1312 0 0,-7 13 0 0 0,-8 8 0 0 0,-2 10-32 0 0,-3 9 0 0 0,-5 7-128 0 0,2 5-32 0 0,-2 3-128 0 0,4 1 0 0 0,-2-4-128 0 0,4-1-96 0 0,-2 0-160 0 0,3-4-192 0 0,2-5-384 0 0,4-5-3616 0 0,2-9 4896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1"/>
    </inkml:context>
    <inkml:brush xml:id="br0">
      <inkml:brushProperty name="width" value="0.1" units="cm"/>
      <inkml:brushProperty name="height" value="0.1" units="cm"/>
    </inkml:brush>
  </inkml:definitions>
  <inkml:trace contextRef="#ctx0" brushRef="#br0">26173 6996 2655 0 0,'13'-9'7840'0'0,"10"-3"-7552"0"0,0-4-32 0 0,1-3 32 0 0,1 0 0 0 0,-4 1 0 0 0,-1 2 96 0 0,-4-1-192 0 0,0 3-160 0 0,2 4 32 0 0,1 4-64 0 0,4 2 0 0 0,1 3 0 0 0,1 0 32 0 0,2 2-32 0 0,-1-1 0 0 0,1 6 0 0 0,0 0 0 0 0,0 5 0 0 0,0 4 32 0 0,-5 5-32 0 0,-2-2-32 0 0,-3 1 0 0 0,-6 2 0 0 0,-4 2 64 0 0,-3 1 32 0 0,-7-3-32 0 0,-4-1 0 0 0,-3 0 0 0 0,-7-2 32 0 0,-3 0 0 0 0,-3 1 32 0 0,-3 2 96 0 0,-1-3 32 0 0,0 1 96 0 0,-1 1-32 0 0,1-3-64 0 0,4 0-96 0 0,2-2-32 0 0,5 0-64 0 0,0-2 32 0 0,-2-3 416 0 0,3 0-64 0 0,8 0-288 0 0,10-3-96 0 0,8-2 0 0 0,8-2-32 0 0,4-2 0 0 0,4 0 0 0 0,1-1 0 0 0,0-1-32 0 0,0 1 0 0 0,0-1-64 0 0,-5 6 32 0 0,-2 0-64 0 0,0 5-192 0 0,-3 5-448 0 0,-5 5 544 0 0,-10-2 224 0 0,-4 1 0 0 0,-7 2-32 0 0,-7-3-64 0 0,-1 0-64 0 0,-2-2 64 0 0,-2-1 32 0 0,-3-2 32 0 0,3 1 32 0 0,1 3 0 0 0,-2-2 0 0 0,3 2 0 0 0,0-3 32 0 0,-1 1 0 0 0,-2-2 32 0 0,3 1 64 0 0,-1-1 0 0 0,-1 1 32 0 0,-2 3 96 0 0,-1-2-192 0 0,-2-3-288 0 0,4-8-256 0 0,5-10-1184 0 0,5-7-4032 0 0,10-3 5696 0 0,4 3 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2"/>
    </inkml:context>
    <inkml:brush xml:id="br0">
      <inkml:brushProperty name="width" value="0.1" units="cm"/>
      <inkml:brushProperty name="height" value="0.1" units="cm"/>
    </inkml:brush>
  </inkml:definitions>
  <inkml:trace contextRef="#ctx0" brushRef="#br0">27036 7310 2431 0 0,'-14'-9'10656'0'0,"-8"-3"-10624"0"0,-6 1-32 0 0,-2 6 0 0 0,0 4 0 0 0,-1 3 0 0 0,2 5 0 0 0,1 6 0 0 0,0 5 0 0 0,1 0 0 0 0,0 1-32 0 0,1 2 32 0 0,0 2-32 0 0,4 1 32 0 0,6 1-32 0 0,6 2-32 0 0,4-1 64 0 0,8-3-32 0 0,4-3 32 0 0,5 1 0 0 0,5-3 32 0 0,5-1 32 0 0,3-2 32 0 0,1 0 32 0 0,2-3 32 0 0,1-2 0 0 0,-1-4 0 0 0,5-7 32 0 0,1-4 0 0 0,0-5-32 0 0,-2-5 0 0 0,-1-5-64 0 0,-1-4 0 0 0,-2-1 0 0 0,0-2-32 0 0,-1-1 0 0 0,-4 1 0 0 0,-6-1 32 0 0,-6 1 64 0 0,-5 0 0 0 0,-7 5-128 0 0,-8 6 0 0 0,-7 5-96 0 0,-5 6-160 0 0,-3 2-512 0 0,-2 3 320 0 0,-1 5-672 0 0,0 2 288 0 0,0 0-96 0 0,0-1 64 0 0,6 2 0 0 0,1 1-192 0 0,4-2 1024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3"/>
    </inkml:context>
    <inkml:brush xml:id="br0">
      <inkml:brushProperty name="width" value="0.1" units="cm"/>
      <inkml:brushProperty name="height" value="0.1" units="cm"/>
    </inkml:brush>
  </inkml:definitions>
  <inkml:trace contextRef="#ctx0" brushRef="#br0">27390 6949 2943 0 0,'5'-13'10048'0'0,"1"-1"-7680"0"0,0 8-2304 0 0,-6 8-32 0 0,-8 14-32 0 0,-1 12 32 0 0,-5 16-32 0 0,-4 13 0 0 0,1 6 0 0 0,-1 6 0 0 0,-2 0 0 0 0,2-2 0 0 0,0-4-64 0 0,3-8-128 0 0,4-5-160 0 0,4-6-128 0 0,3-6-192 0 0,2-5-1472 0 0,6-8-2176 0 0,3-13 4320 0 0,4-8 0 0 0,0-5 0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4"/>
    </inkml:context>
    <inkml:brush xml:id="br0">
      <inkml:brushProperty name="width" value="0.1" units="cm"/>
      <inkml:brushProperty name="height" value="0.1" units="cm"/>
    </inkml:brush>
  </inkml:definitions>
  <inkml:trace contextRef="#ctx0" brushRef="#br0">27713 6964 1823 0 0,'-5'13'12032'0'0,"-1"10"-11840"0"0,-4 4-64 0 0,-1 8-32 0 0,2 1-32 0 0,-2 5-32 0 0,-4 3 0 0 0,1 4-32 0 0,-2 3 0 0 0,2 1 0 0 0,-1-4-96 0 0,2 0-128 0 0,-2-4-256 0 0,3-6-288 0 0,2-4-416 0 0,4-3-3200 0 0,2-8 4384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5"/>
    </inkml:context>
    <inkml:brush xml:id="br0">
      <inkml:brushProperty name="width" value="0.1" units="cm"/>
      <inkml:brushProperty name="height" value="0.1" units="cm"/>
    </inkml:brush>
  </inkml:definitions>
  <inkml:trace contextRef="#ctx0" brushRef="#br0">27485 7335 4095 0 0,'9'-9'10464'0'0,"7"-3"-10208"0"0,6 0-128 0 0,4 3-32 0 0,5 3-32 0 0,4 2-32 0 0,-1 1-32 0 0,-2 3-32 0 0,4-1-288 0 0,-1 2-448 0 0,-1-1-928 0 0,-3 1-1952 0 0,-1-1 3648 0 0,-6 1 0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6"/>
    </inkml:context>
    <inkml:brush xml:id="br0">
      <inkml:brushProperty name="width" value="0.1" units="cm"/>
      <inkml:brushProperty name="height" value="0.1" units="cm"/>
    </inkml:brush>
  </inkml:definitions>
  <inkml:trace contextRef="#ctx0" brushRef="#br0">14140 8387 2431 0 0,'-9'0'11776'0'0,"-8"0"-11584"0"0,0-4-384 0 0,6-2 32 0 0,11 0 128 0 0,8 2 0 0 0,9 0 32 0 0,5 2 0 0 0,4 1 0 0 0,1 5 0 0 0,2 2 32 0 0,-1 5 32 0 0,0 0-32 0 0,0 2 0 0 0,-1 5 32 0 0,0 2-32 0 0,-5 4-32 0 0,-1 1 0 0 0,-1-3 0 0 0,-2-1 0 0 0,-1 0 0 0 0,1-3 0 0 0,3 0 0 0 0,2 1 32 0 0,1-2 0 0 0,2-1 64 0 0,0 3 32 0 0,1-2-32 0 0,-5 0 64 0 0,-1 2-32 0 0,0-3 0 0 0,-3 1 0 0 0,-1 2-32 0 0,2 3-32 0 0,2 1 0 0 0,1 2-64 0 0,3-4 32 0 0,0-5 0 0 0,-3-1-32 0 0,-1-3 64 0 0,0 1 96 0 0,1 3 0 0 0,-3 3 0 0 0,-5 3-96 0 0,0 2 32 0 0,-2 1-64 0 0,-4 2 0 0 0,-3 0 0 0 0,-2 0-32 0 0,-2 0 0 0 0,-1 0 32 0 0,0 0-32 0 0,3 4 0 0 0,3 1-32 0 0,-1 0 0 0 0,-1-1 32 0 0,4-5-64 0 0,0-4 32 0 0,-2 0 32 0 0,4-4-32 0 0,-1-1 32 0 0,3-3 0 0 0,0 1 32 0 0,1-3-32 0 0,0 1 0 0 0,1 4 32 0 0,-1 2-96 0 0,-3 4-160 0 0,1-3 128 0 0,-1-1 32 0 0,-3 2 32 0 0,-1 2 64 0 0,-3 0-32 0 0,-2 2 32 0 0,-5 1-32 0 0,-2 1 0 0 0,0-1-32 0 0,1 1 0 0 0,1 0-512 0 0,6-5-4928 0 0,3-10 3616 0 0,4-8-480 0 0,6-4-384 0 0,1-2 2720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7"/>
    </inkml:context>
    <inkml:brush xml:id="br0">
      <inkml:brushProperty name="width" value="0.1" units="cm"/>
      <inkml:brushProperty name="height" value="0.1" units="cm"/>
    </inkml:brush>
  </inkml:definitions>
  <inkml:trace contextRef="#ctx0" brushRef="#br0">14806 9525 1919 0 0,'9'0'10848'0'0,"3"4"-10240"0"0,-1 7-416 0 0,-1 5-64 0 0,-4 5-32 0 0,-2 8-32 0 0,3 3-32 0 0,0 5 0 0 0,-2 1-32 0 0,0-1 0 0 0,2-3 0 0 0,5-3-32 0 0,0-1 32 0 0,3-7 0 0 0,3-7 0 0 0,4-6 0 0 0,1-4 32 0 0,3-9 0 0 0,0-3 0 0 0,1-5 32 0 0,0-6-32 0 0,0-4-224 0 0,0-2-384 0 0,0-8-640 0 0,-5-6-768 0 0,-1-7-3040 0 0,-1 0 5024 0 0,-2-1 0 0 0,-6 6 0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8"/>
    </inkml:context>
    <inkml:brush xml:id="br0">
      <inkml:brushProperty name="width" value="0.1" units="cm"/>
      <inkml:brushProperty name="height" value="0.1" units="cm"/>
    </inkml:brush>
  </inkml:definitions>
  <inkml:trace contextRef="#ctx0" brushRef="#br0">12214 7154 2047 0 0,'-9'5'8832'0'0,"-8"1"-8480"0"0,-5 4 224 0 0,-3 1-160 0 0,-3-2-288 0 0,5 2-32 0 0,1-1 0 0 0,-1 3-32 0 0,0 3 128 0 0,-1-1-128 0 0,4 2 32 0 0,0-3 32 0 0,0 2 0 0 0,-2 1 224 0 0,3 4-64 0 0,1-3-128 0 0,2 1 224 0 0,5 1-96 0 0,4 2-192 0 0,3 2-64 0 0,7-4-64 0 0,7 0 32 0 0,12-4-32 0 0,5 0 32 0 0,8-2 0 0 0,7-5 0 0 0,5 2 32 0 0,-1-2-32 0 0,1-2 0 0 0,2 3 0 0 0,-4 3 32 0 0,-4 0 0 0 0,-1 2 0 0 0,-7 3 32 0 0,-4-1-32 0 0,-3 0 0 0 0,-2-2 0 0 0,-4 1 32 0 0,-1 2 64 0 0,-4 2 96 0 0,-9-2-160 0 0,-6 1 32 0 0,-7 1-32 0 0,-2 2 32 0 0,-5 1 0 0 0,-4-2 0 0 0,-3-1 64 0 0,-8 0 64 0 0,-2-2-32 0 0,-2-5 0 0 0,1 0-32 0 0,2-2-32 0 0,1 1 64 0 0,0-1-128 0 0,2-2-32 0 0,0 1 0 0 0,1 0-32 0 0,0-3 0 0 0,0-2-416 0 0,-1-2-832 0 0,6-6-1088 0 0,5-7 320 0 0,10-1-2368 0 0,6-4 4384 0 0,4 0 0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79"/>
    </inkml:context>
    <inkml:brush xml:id="br0">
      <inkml:brushProperty name="width" value="0.1" units="cm"/>
      <inkml:brushProperty name="height" value="0.1" units="cm"/>
    </inkml:brush>
  </inkml:definitions>
  <inkml:trace contextRef="#ctx0" brushRef="#br0">12763 7239 2943 0 0,'-9'9'11712'0'0,"-3"7"-11584"0"0,-4 6-64 0 0,1 4-32 0 0,-2 6 64 0 0,2 6 32 0 0,4 7 0 0 0,-1 3 0 0 0,2 4 0 0 0,-2 1-32 0 0,0 6 0 0 0,-1 1-64 0 0,-3 0 32 0 0,1-6-32 0 0,2-8-32 0 0,0-6-64 0 0,2-7-192 0 0,3-4-288 0 0,-2-6-6592 0 0,1-13 7136 0 0,1-12 0 0 0,3-5 0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0"/>
    </inkml:context>
    <inkml:brush xml:id="br0">
      <inkml:brushProperty name="width" value="0.1" units="cm"/>
      <inkml:brushProperty name="height" value="0.1" units="cm"/>
    </inkml:brush>
  </inkml:definitions>
  <inkml:trace contextRef="#ctx0" brushRef="#br0">12728 7218 1887 0 0,'13'9'9984'0'0,"9"3"-9984"0"0,6 4 0 0 0,2-1 0 0 0,1-3 0 0 0,-1 1 0 0 0,-1-1 0 0 0,0-4 0 0 0,-2 3 0 0 0,0-2 0 0 0,0 3 32 0 0,-1-1-32 0 0,1 2 0 0 0,-1 3 64 0 0,-4 4-64 0 0,-2-1 32 0 0,-4-1 0 0 0,-4 3 0 0 0,-5 1-32 0 0,-4 2 0 0 0,-6 1-32 0 0,-3 1 0 0 0,0 0 32 0 0,-4-4 32 0 0,-1 4-32 0 0,-2 1 32 0 0,-3 1 0 0 0,0 0 160 0 0,-1-5 96 0 0,-2-2 0 0 0,-3 5 0 0 0,-2 3-32 0 0,-1 0-32 0 0,-1 0 0 0 0,0-5 32 0 0,-6-6 0 0 0,-1-3 32 0 0,1 2-32 0 0,0-3-32 0 0,2 1-96 0 0,2-1-64 0 0,0-5-32 0 0,6 2-32 0 0,1-1 0 0 0,1-7-160 0 0,7-9-1248 0 0,7-7-1056 0 0,8-2-416 0 0,9-2 2880 0 0,2 1 0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1"/>
    </inkml:context>
    <inkml:brush xml:id="br0">
      <inkml:brushProperty name="width" value="0.1" units="cm"/>
      <inkml:brushProperty name="height" value="0.1" units="cm"/>
    </inkml:brush>
  </inkml:definitions>
  <inkml:trace contextRef="#ctx0" brushRef="#br0">12553 8001 1311 0 0,'-9'9'11808'0'0,"-8"3"-11456"0"0,-5-1-128 0 0,-3-1-160 0 0,-3-4-32 0 0,0-2 0 0 0,0-2-32 0 0,0-1 0 0 0,5 4 0 0 0,2 0 0 0 0,4 5 0 0 0,1 0 0 0 0,3 3-32 0 0,-1-1 32 0 0,-2 3 0 0 0,-4 2-32 0 0,-2 4 32 0 0,3 6 0 0 0,-1 4-32 0 0,-1 1 32 0 0,4-1 0 0 0,-1 4-32 0 0,3 0 32 0 0,4-1-32 0 0,4-2 32 0 0,4-2-32 0 0,1-2 32 0 0,2 0-32 0 0,5-2 0 0 0,6 1 0 0 0,6-6-96 0 0,4-5-64 0 0,4-6-128 0 0,1-5-256 0 0,2-2-1600 0 0,-1-3 416 0 0,1-5-1152 0 0,-1-3 2912 0 0,0-3 0 0 0,-4 0 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2"/>
    </inkml:context>
    <inkml:brush xml:id="br0">
      <inkml:brushProperty name="width" value="0.1" units="cm"/>
      <inkml:brushProperty name="height" value="0.1" units="cm"/>
    </inkml:brush>
  </inkml:definitions>
  <inkml:trace contextRef="#ctx0" brushRef="#br0">12805 8303 2975 0 0,'-9'-5'8352'0'0,"-7"-1"-7904"0"0,-6 1 352 0 0,-3 0-544 0 0,-3 2 96 0 0,0 1-256 0 0,0 1-64 0 0,0 0 0 0 0,0 1-32 0 0,1 0 0 0 0,5 5-32 0 0,1 1 32 0 0,5 5-32 0 0,0 4 32 0 0,3 5-32 0 0,4 2 32 0 0,-2 4-32 0 0,2 0 32 0 0,2 1-32 0 0,2 1 0 0 0,7-1-96 0 0,7-9 64 0 0,7-7 32 0 0,5-11 32 0 0,3-14-32 0 0,3-9 32 0 0,1-5-32 0 0,-5-2 32 0 0,-1-1 0 0 0,0 0 0 0 0,0 6 0 0 0,-3 3-32 0 0,0 4 32 0 0,-4 11 0 0 0,-4 10 0 0 0,-4 10 0 0 0,-3 11 0 0 0,-2 6 0 0 0,2 3 0 0 0,2 0 0 0 0,-1-1 0 0 0,-2-2 0 0 0,4-1-192 0 0,5-5-2592 0 0,1-12-1952 0 0,2-12 4736 0 0,3-11 0 0 0,-1-3 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3"/>
    </inkml:context>
    <inkml:brush xml:id="br0">
      <inkml:brushProperty name="width" value="0.1" units="cm"/>
      <inkml:brushProperty name="height" value="0.1" units="cm"/>
    </inkml:brush>
  </inkml:definitions>
  <inkml:trace contextRef="#ctx0" brushRef="#br0">12880 8384 2143 0 0,'0'-9'12000'0'0,"4"-7"-12288"0"0,7-2-960 0 0,5 4 128 0 0,0-2-672 0 0,2 3-1504 0 0,3 3 3296 0 0,1-1 0 0 0,-2 1 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4"/>
    </inkml:context>
    <inkml:brush xml:id="br0">
      <inkml:brushProperty name="width" value="0.1" units="cm"/>
      <inkml:brushProperty name="height" value="0.1" units="cm"/>
    </inkml:brush>
  </inkml:definitions>
  <inkml:trace contextRef="#ctx0" brushRef="#br0">13302 8385 2463 0 0,'-9'0'10368'0'0,"-7"0"-10304"0"0,-6 4-32 0 0,-3 2-32 0 0,-3 5 32 0 0,-4 4-32 0 0,-3 4-32 0 0,2-1 32 0 0,5 2-32 0 0,3 0 32 0 0,7 3-32 0 0,0 1 32 0 0,5 1-64 0 0,4 2 0 0 0,8-5-64 0 0,8-6 96 0 0,8-10 64 0 0,6-10-32 0 0,4-10 32 0 0,2-11-32 0 0,5-5 32 0 0,2-8-32 0 0,0-5 32 0 0,3-5-32 0 0,0-3 0 0 0,-3-2 32 0 0,-1-6 0 0 0,1-1 0 0 0,1 0 0 0 0,-7 2 32 0 0,-3 1-32 0 0,-1 6 0 0 0,0 7 32 0 0,-5 7-32 0 0,-5 5 0 0 0,-1 8 32 0 0,-2 12 192 0 0,-7 13-192 0 0,-6 11 160 0 0,-1 8-160 0 0,0 5 0 0 0,-5 2 0 0 0,0 2-32 0 0,0 0 0 0 0,3 0 0 0 0,1-1-32 0 0,-3-1 0 0 0,0 1-32 0 0,1-2-32 0 0,2 1-224 0 0,1-1-352 0 0,1 1-544 0 0,1-1-672 0 0,1 0-1344 0 0,5 1 3200 0 0,1-5 0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5"/>
    </inkml:context>
    <inkml:brush xml:id="br0">
      <inkml:brushProperty name="width" value="0.1" units="cm"/>
      <inkml:brushProperty name="height" value="0.1" units="cm"/>
    </inkml:brush>
  </inkml:definitions>
  <inkml:trace contextRef="#ctx0" brushRef="#br0">11673 9970 1791 0 0,'5'13'10752'0'0,"1"9"-10720"0"0,0 6-32 0 0,3 2 0 0 0,0 1 32 0 0,3-1-32 0 0,0-1 0 0 0,2 0 0 0 0,3-2 0 0 0,-1 0 0 0 0,1 0 0 0 0,2-1 0 0 0,2-4 0 0 0,3-2 32 0 0,1-3 0 0 0,1-2 0 0 0,1 3-32 0 0,-1-3 32 0 0,1 1-32 0 0,-4 2-64 0 0,-2 3-128 0 0,0 2-128 0 0,1 2-128 0 0,1 1-64 0 0,1 0-64 0 0,2 1-32 0 0,0 0 0 0 0,0-5-96 0 0,1-1-224 0 0,-1 0-608 0 0,1-3-1088 0 0,-5-1 2624 0 0,-1-3 0 0 0,-5-4 0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6"/>
    </inkml:context>
    <inkml:brush xml:id="br0">
      <inkml:brushProperty name="width" value="0.1" units="cm"/>
      <inkml:brushProperty name="height" value="0.1" units="cm"/>
    </inkml:brush>
  </inkml:definitions>
  <inkml:trace contextRef="#ctx0" brushRef="#br0">11927 10632 2559 0 0,'14'0'9376'0'0,"4"5"-9248"0"0,3 1-32 0 0,-1 4-32 0 0,0 5-32 0 0,-3 4 32 0 0,0 4 0 0 0,1-2-32 0 0,3-1 32 0 0,1 2-32 0 0,3 1 0 0 0,0-4 0 0 0,6 0 0 0 0,2-3-32 0 0,-1 0 32 0 0,0-3 0 0 0,-2-4-32 0 0,-1-2 32 0 0,-2-4 0 0 0,0-1 0 0 0,0-7 32 0 0,-1-1 0 0 0,0-1 32 0 0,-4-2 0 0 0,-2-1 32 0 0,1 2 128 0 0,1 2-64 0 0,1-3-128 0 0,-3-3-160 0 0,-1-5-256 0 0,1-9-352 0 0,-2-12-704 0 0,-1-15-1408 0 0,-2-11 2816 0 0,0-8 0 0 0,-2 8 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7"/>
    </inkml:context>
    <inkml:brush xml:id="br0">
      <inkml:brushProperty name="width" value="0.1" units="cm"/>
      <inkml:brushProperty name="height" value="0.1" units="cm"/>
    </inkml:brush>
  </inkml:definitions>
  <inkml:trace contextRef="#ctx0" brushRef="#br0">10160 8869 2655 0 0,'0'13'10816'0'0,"0"10"-10464"0"0,-4 4-32 0 0,-2 8-64 0 0,-4 6-32 0 0,-1 1-64 0 0,-2 2-64 0 0,0 3 0 0 0,-2 6-32 0 0,2 0-32 0 0,3 3 0 0 0,-1 2 0 0 0,1 4 0 0 0,2 6 0 0 0,-2-1-32 0 0,1 2 0 0 0,2-1 0 0 0,2-4 32 0 0,2-3-64 0 0,1-8-32 0 0,2-8-96 0 0,0-8-192 0 0,0-5-256 0 0,1-4-384 0 0,-1-6 992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8"/>
    </inkml:context>
    <inkml:brush xml:id="br0">
      <inkml:brushProperty name="width" value="0.1" units="cm"/>
      <inkml:brushProperty name="height" value="0.1" units="cm"/>
    </inkml:brush>
  </inkml:definitions>
  <inkml:trace contextRef="#ctx0" brushRef="#br0">9825 8959 2815 0 0,'-9'-5'7104'0'0,"-8"-1"-6656"0"0,-5 1 1024 0 0,6 5-896 0 0,10 2-512 0 0,10 2 0 0 0,9 0-64 0 0,7-6 0 0 0,9-2 0 0 0,4 0 0 0 0,1 0 0 0 0,0 1 0 0 0,2 1 0 0 0,0 0 0 0 0,2 2 0 0 0,5 0 0 0 0,3 0 32 0 0,3 0-64 0 0,3 0-256 0 0,0 0-416 0 0,2 0-544 0 0,-1 0-896 0 0,1 1 2144 0 0,-1-1 0 0 0,-8 0 0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89"/>
    </inkml:context>
    <inkml:brush xml:id="br0">
      <inkml:brushProperty name="width" value="0.1" units="cm"/>
      <inkml:brushProperty name="height" value="0.1" units="cm"/>
    </inkml:brush>
  </inkml:definitions>
  <inkml:trace contextRef="#ctx0" brushRef="#br0">10319 9815 2847 0 0,'4'-14'8000'0'0,"7"-4"-8000"0"0,5-4 32 0 0,5-2-32 0 0,3-2 0 0 0,2-1 0 0 0,-3 0 0 0 0,-2 0 32 0 0,1-1-32 0 0,-4 1 32 0 0,0 5 160 0 0,-8 6 352 0 0,-9 10-384 0 0,-11 11 32 0 0,-3 9-64 0 0,-3 6-32 0 0,-4 5-32 0 0,1 2-32 0 0,0 1 32 0 0,3 1-64 0 0,-1-1 32 0 0,-1 0 32 0 0,2 0-32 0 0,4-1 0 0 0,-1-1 0 0 0,2 1 0 0 0,3-1-32 0 0,3 1 0 0 0,6-5-32 0 0,8-6 0 0 0,7-6-64 0 0,5-9-160 0 0,9-9-224 0 0,2-8-416 0 0,2-6-544 0 0,3-7-768 0 0,0-4-1216 0 0,-2-1 3424 0 0,2 1 0 0 0,-5 6 0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0"/>
    </inkml:context>
    <inkml:brush xml:id="br0">
      <inkml:brushProperty name="width" value="0.1" units="cm"/>
      <inkml:brushProperty name="height" value="0.1" units="cm"/>
    </inkml:brush>
  </inkml:definitions>
  <inkml:trace contextRef="#ctx0" brushRef="#br0">10882 9567 4319 0 0,'-9'9'6432'0'0,"-3"7"-6080"0"0,-3 6-32 0 0,-5 3 192 0 0,-3 7-352 0 0,3 2-32 0 0,0 0-64 0 0,-2-1-32 0 0,4-2 0 0 0,0-2 0 0 0,-1-1 0 0 0,-2 4-32 0 0,2 0 0 0 0,0 0 0 0 0,4-1-32 0 0,8-11-160 0 0,6-13 192 0 0,7-16-32 0 0,12-16 32 0 0,7-9-32 0 0,4-7 32 0 0,2-5 0 0 0,0 0-32 0 0,3-1 32 0 0,1-1 0 0 0,-1 2 0 0 0,-7 1 0 0 0,-3 3 32 0 0,-1 9-32 0 0,-4 6 0 0 0,-2 2 0 0 0,2 6 192 0 0,-8 6-32 0 0,-5 10 672 0 0,-4 9-32 0 0,-2 9-480 0 0,-1 7-224 0 0,-5-2-64 0 0,-2 1-32 0 0,1 2-64 0 0,2 1 32 0 0,1 1 32 0 0,2-8-32 0 0,5-8 32 0 0,3-9 0 0 0,4-4 0 0 0,5-7 0 0 0,5-1 0 0 0,3 1 32 0 0,3 3 32 0 0,0 7-32 0 0,-3 9 32 0 0,-6 6-64 0 0,-6 7-2272 0 0,-4 3-3616 0 0,-4 2 5888 0 0,2-2 0 0 0,0-7 0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1"/>
    </inkml:context>
    <inkml:brush xml:id="br0">
      <inkml:brushProperty name="width" value="0.1" units="cm"/>
      <inkml:brushProperty name="height" value="0.1" units="cm"/>
    </inkml:brush>
  </inkml:definitions>
  <inkml:trace contextRef="#ctx0" brushRef="#br0">11488 9485 2271 0 0,'-9'9'6944'0'0,"-3"7"-6688"0"0,-4 6 32 0 0,-4 8 32 0 0,2 3 0 0 0,-1 1 0 0 0,-2 3 0 0 0,-1 5 0 0 0,-2 0-64 0 0,-1-4-32 0 0,-1-3-32 0 0,-5 2-32 0 0,-2-2-32 0 0,1 3 0 0 0,0-1-64 0 0,2-2 0 0 0,2-2-32 0 0,4-3-32 0 0,3-2 32 0 0,5-1-32 0 0,1 0 0 0 0,2-1 0 0 0,-1-5 0 0 0,3-1 0 0 0,-3 1 0 0 0,2-9 224 0 0,3-10-192 0 0,3-10-32 0 0,7-8 0 0 0,3-6 0 0 0,2-4 0 0 0,3-6 0 0 0,5-7 0 0 0,0-1 0 0 0,3-3-32 0 0,2 2 32 0 0,3-2 0 0 0,2 2 0 0 0,1 4-32 0 0,1-1 32 0 0,6 1 0 0 0,1 3-32 0 0,4-2 32 0 0,0 1 0 0 0,-1 1-32 0 0,2 3 32 0 0,-1 1 0 0 0,-3 7 0 0 0,-2 2 64 0 0,-2 0-32 0 0,-1 4 32 0 0,-2 5 32 0 0,-1 4 32 0 0,0-1 64 0 0,-4 6 0 0 0,-2 3 32 0 0,0 6 864 0 0,-3 7-800 0 0,-9 5-192 0 0,-6 5-32 0 0,-3 6 0 0 0,-6 4-32 0 0,-6 0 0 0 0,-1 4-32 0 0,-3 0 32 0 0,2-2-32 0 0,-2-7-32 0 0,3-3-128 0 0,-1-7-256 0 0,2-10-4800 0 0,3-7 5216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2"/>
    </inkml:context>
    <inkml:brush xml:id="br0">
      <inkml:brushProperty name="width" value="0.1" units="cm"/>
      <inkml:brushProperty name="height" value="0.1" units="cm"/>
    </inkml:brush>
  </inkml:definitions>
  <inkml:trace contextRef="#ctx0" brushRef="#br0">9589 10329 1919 0 0,'-5'9'11456'0'0,"-1"8"-11072"0"0,0 5 224 0 0,2 3-224 0 0,0 2-288 0 0,-2 2-32 0 0,-1-1-32 0 0,1 0 0 0 0,-3 4 0 0 0,0 6-32 0 0,-3 5 0 0 0,0 9 0 0 0,-1 4 0 0 0,0 2 0 0 0,-1 1-64 0 0,1-2-64 0 0,3-1-160 0 0,4-6-160 0 0,2-6-1472 0 0,6-16-5888 0 0,8-21 7808 0 0,2-12 0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3"/>
    </inkml:context>
    <inkml:brush xml:id="br0">
      <inkml:brushProperty name="width" value="0.1" units="cm"/>
      <inkml:brushProperty name="height" value="0.1" units="cm"/>
    </inkml:brush>
  </inkml:definitions>
  <inkml:trace contextRef="#ctx0" brushRef="#br0">9578 10287 1951 0 0,'13'9'12224'0'0,"10"3"-12256"0"0,4-1 32 0 0,8-1 0 0 0,2-4 0 0 0,-2-2 0 0 0,-1-2 0 0 0,-2-1 32 0 0,-2 4-32 0 0,-2 0 0 0 0,-1 5 0 0 0,-1 5 32 0 0,0 4-32 0 0,-4 3 0 0 0,-2-1 32 0 0,-4-1-32 0 0,-5 2 64 0 0,-4 0-32 0 0,-3 2 32 0 0,-8-3 0 0 0,-6-1 0 0 0,-7-4-32 0 0,-5 0 0 0 0,-3-3 0 0 0,-2-3-32 0 0,0 1 32 0 0,-1-2-32 0 0,0-2 32 0 0,1-2-32 0 0,-1-2-32 0 0,2-2 32 0 0,3-5-768 0 0,12-2 32 0 0,11 0-320 0 0,11 1-512 0 0,7 1-2656 0 0,1 2 4224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4"/>
    </inkml:context>
    <inkml:brush xml:id="br0">
      <inkml:brushProperty name="width" value="0.1" units="cm"/>
      <inkml:brushProperty name="height" value="0.1" units="cm"/>
    </inkml:brush>
  </inkml:definitions>
  <inkml:trace contextRef="#ctx0" brushRef="#br0">10011 10732 1215 0 0,'-9'9'12544'0'0,"-3"8"-12448"0"0,-4 4-64 0 0,1 5-32 0 0,-1-3 32 0 0,1-1-32 0 0,-1 5 0 0 0,3 2 0 0 0,3 1 32 0 0,-2-4-32 0 0,3-3 0 0 0,1-1 0 0 0,3-8-96 0 0,7-11 96 0 0,2-11 0 0 0,2-8 0 0 0,3-6 0 0 0,1-4 0 0 0,2-2 0 0 0,0 0 0 0 0,3-1-32 0 0,-3 1 32 0 0,3 0 0 0 0,2 5 0 0 0,-1 2 0 0 0,1 0 0 0 0,2-1-32 0 0,2 4 32 0 0,-2-1 0 0 0,0 4 0 0 0,1 0 0 0 0,2 2-32 0 0,2 4-672 0 0,1 2-128 0 0,1 4-2784 0 0,0 1 3616 0 0,-4 2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5"/>
    </inkml:context>
    <inkml:brush xml:id="br0">
      <inkml:brushProperty name="width" value="0.1" units="cm"/>
      <inkml:brushProperty name="height" value="0.1" units="cm"/>
    </inkml:brush>
  </inkml:definitions>
  <inkml:trace contextRef="#ctx0" brushRef="#br0">10397 10824 2559 0 0,'-9'0'9568'0'0,"-7"0"-9536"0"0,-6 4 0 0 0,-4 7-32 0 0,-1 0 0 0 0,-1 4 0 0 0,0 3 0 0 0,0 4 0 0 0,0 2-32 0 0,5 1 32 0 0,2 2-32 0 0,5 0 0 0 0,4 0 0 0 0,10-4 0 0 0,9-2-32 0 0,3-9 64 0 0,5-7-32 0 0,9-8 32 0 0,4-8 0 0 0,7-7 0 0 0,2-10 0 0 0,4-8 0 0 0,-1-3 0 0 0,-3-4 0 0 0,-3 1 32 0 0,-2 3-32 0 0,-8 4 32 0 0,-2 3 32 0 0,-6 3 288 0 0,-10 6 288 0 0,-5 2-576 0 0,-8 10-64 0 0,-8 6-32 0 0,-4 5-576 0 0,-5 6-960 0 0,2 2 1568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6"/>
    </inkml:context>
    <inkml:brush xml:id="br0">
      <inkml:brushProperty name="width" value="0.1" units="cm"/>
      <inkml:brushProperty name="height" value="0.1" units="cm"/>
    </inkml:brush>
  </inkml:definitions>
  <inkml:trace contextRef="#ctx0" brushRef="#br0">10843 10351 5343 0 0,'-4'8'6592'0'0,"-7"9"-6592"0"0,-5 5 0 0 0,0 8 32 0 0,-2 3 0 0 0,2 1 0 0 0,-1-1 0 0 0,-1-2-32 0 0,1 3 32 0 0,0 5-32 0 0,-2 4 0 0 0,-2 5 0 0 0,2-2 0 0 0,0 0-32 0 0,4-3 32 0 0,-1 0 0 0 0,2-2-32 0 0,5-5 32 0 0,2-3 0 0 0,4-2 0 0 0,1-3-32 0 0,6-2 64 0 0,3-9 64 0 0,4-7 0 0 0,5-11 0 0 0,4-5-32 0 0,3-5-32 0 0,2-6 0 0 0,-3-5 0 0 0,0-2-32 0 0,-1 2 32 0 0,2 1-32 0 0,-3-1 32 0 0,-2 3 0 0 0,-2 1-32 0 0,-1 3 32 0 0,-1 0 0 0 0,-5-2 160 0 0,-7 2-192 0 0,0 7-2784 0 0,-1 2 1472 0 0,5 1-1248 0 0,6-3 2560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7"/>
    </inkml:context>
    <inkml:brush xml:id="br0">
      <inkml:brushProperty name="width" value="0.1" units="cm"/>
      <inkml:brushProperty name="height" value="0.1" units="cm"/>
    </inkml:brush>
  </inkml:definitions>
  <inkml:trace contextRef="#ctx0" brushRef="#br0">10900 10817 2559 0 0,'-9'13'8704'0'0,"-3"10"-8448"0"0,1 4 352 0 0,6-6 576 0 0,9-11-832 0 0,4-12-288 0 0,4-11-32 0 0,6-6 0 0 0,3-6 0 0 0,4-2-32 0 0,-4-2 32 0 0,0 1 0 0 0,-4-1 32 0 0,-4 10 0 0 0,-10 8-64 0 0,-9 10 0 0 0,-4 10 32 0 0,-5 4 0 0 0,1 3 0 0 0,-3 4 0 0 0,-2 4 32 0 0,2 1 32 0 0,4 1 32 0 0,-1 1 64 0 0,3 5 64 0 0,-2 1 0 0 0,1 4-64 0 0,3 1-96 0 0,3-2-32 0 0,7-8-64 0 0,4-3-32 0 0,4-10-96 0 0,7-9-160 0 0,4-9-224 0 0,3-9-416 0 0,3-6-704 0 0,1-6-1568 0 0,0-6 3200 0 0,5-4 0 0 0,-3 4 0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8"/>
    </inkml:context>
    <inkml:brush xml:id="br0">
      <inkml:brushProperty name="width" value="0.1" units="cm"/>
      <inkml:brushProperty name="height" value="0.1" units="cm"/>
    </inkml:brush>
  </inkml:definitions>
  <inkml:trace contextRef="#ctx0" brushRef="#br0">13494 13843 991 0 0,'0'9'288'0'0,"0"7"-288"0"0,0 2 0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199"/>
    </inkml:context>
    <inkml:brush xml:id="br0">
      <inkml:brushProperty name="width" value="0.1" units="cm"/>
      <inkml:brushProperty name="height" value="0.1" units="cm"/>
    </inkml:brush>
  </inkml:definitions>
  <inkml:trace contextRef="#ctx0" brushRef="#br0">13388 14402 991 0 0,'9'-9'11072'0'0,"3"-7"-10944"0"0,4-2 0 0 0,-1-1 0 0 0,2-3-32 0 0,-3-6 0 0 0,2-3 0 0 0,2-5 32 0 0,-2-5-32 0 0,1-6 0 0 0,-3-2-32 0 0,2-3 0 0 0,1-2 0 0 0,3 0 32 0 0,3-4 0 0 0,-3-2 0 0 0,0 1 32 0 0,1 1-32 0 0,-4 1 32 0 0,1 7-32 0 0,-3 2 32 0 0,-5 4 0 0 0,2 7-32 0 0,-2 3 32 0 0,1 5-64 0 0,0 1-32 0 0,-2 2 0 0 0,1 5 0 0 0,0 1-32 0 0,-3 1 32 0 0,3-2-32 0 0,-1-2 32 0 0,-2-1-32 0 0,3-1 0 0 0,-1-1 0 0 0,-1-1 0 0 0,1 5 0 0 0,-4 6-2208 0 0,-3 10 928 0 0,-3 10-608 0 0,-5 5-2368 0 0,-1 1 4256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0"/>
    </inkml:context>
    <inkml:brush xml:id="br0">
      <inkml:brushProperty name="width" value="0.1" units="cm"/>
      <inkml:brushProperty name="height" value="0.1" units="cm"/>
    </inkml:brush>
  </inkml:definitions>
  <inkml:trace contextRef="#ctx0" brushRef="#br0">13494 13244 3167 0 0,'4'-14'5728'0'0,"7"-8"-5664"0"0,5-6-32 0 0,5-2-32 0 0,3 0 0 0 0,2-5 0 0 0,1 0 0 0 0,1 1 0 0 0,-1 1 0 0 0,1 3-32 0 0,-1 6 32 0 0,-5 2 0 0 0,-1 6 0 0 0,-5 0 0 0 0,0 4 32 0 0,2 3 96 0 0,1 8 544 0 0,4 8 32 0 0,0 8 128 0 0,3 1-544 0 0,-4 3-96 0 0,-2 2-32 0 0,-3 7-64 0 0,-1 3-32 0 0,2 5-32 0 0,-2 1 0 0 0,0 3-32 0 0,2 4 0 0 0,-1 4-96 0 0,0-3-96 0 0,-3-3-1120 0 0,1-10-448 0 0,3-10 1760 0 0,-2-8 0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1"/>
    </inkml:context>
    <inkml:brush xml:id="br0">
      <inkml:brushProperty name="width" value="0.1" units="cm"/>
      <inkml:brushProperty name="height" value="0.1" units="cm"/>
    </inkml:brush>
  </inkml:definitions>
  <inkml:trace contextRef="#ctx0" brushRef="#br0">12071 14372 3327 0 0,'4'14'11264'0'0,"-2"13"-11200"0"0,-3 11 0 0 0,-4 12-32 0 0,-2 12 0 0 0,-5 4 0 0 0,-4 4-32 0 0,0 0 0 0 0,-1 1 32 0 0,2-3-64 0 0,-1 1-32 0 0,-2 2-32 0 0,2-2-32 0 0,3-3-64 0 0,0-5 32 0 0,2-3-32 0 0,3-7-32 0 0,3-8-896 0 0,2-16-6336 0 0,1-12 7456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2"/>
    </inkml:context>
    <inkml:brush xml:id="br0">
      <inkml:brushProperty name="width" value="0.1" units="cm"/>
      <inkml:brushProperty name="height" value="0.1" units="cm"/>
    </inkml:brush>
  </inkml:definitions>
  <inkml:trace contextRef="#ctx0" brushRef="#br0">11441 14245 2943 0 0,'13'0'8704'0'0,"10"0"-8640"0"0,9 0 0 0 0,8 5-64 0 0,7 1 32 0 0,4 4 0 0 0,7 0-32 0 0,2-1-64 0 0,1 3 32 0 0,-2-2-64 0 0,-1 3-288 0 0,-3-2-608 0 0,0-2-1088 0 0,-1-2 2080 0 0,3-8 0 0 0,-7-3 0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3"/>
    </inkml:context>
    <inkml:brush xml:id="br0">
      <inkml:brushProperty name="width" value="0.1" units="cm"/>
      <inkml:brushProperty name="height" value="0.1" units="cm"/>
    </inkml:brush>
  </inkml:definitions>
  <inkml:trace contextRef="#ctx0" brushRef="#br0">12181 15047 1279 0 0,'5'-9'7104'0'0,"1"-8"-6144"0"0,4 0 1024 0 0,-4 2-1184 0 0,-7 4-1728 0 0,-4-1-5600 0 0,-1 2 6528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4"/>
    </inkml:context>
    <inkml:brush xml:id="br0">
      <inkml:brushProperty name="width" value="0.1" units="cm"/>
      <inkml:brushProperty name="height" value="0.1" units="cm"/>
    </inkml:brush>
  </inkml:definitions>
  <inkml:trace contextRef="#ctx0" brushRef="#br0">12256 14885 1439 0 0,'-9'9'9696'0'0,"-3"7"-9440"0"0,-4 2 0 0 0,1 1-64 0 0,2 3 0 0 0,0-3-160 0 0,2 0 0 0 0,2 1 0 0 0,-1 2 0 0 0,1 2-32 0 0,2 1 0 0 0,2 0 0 0 0,-3 2 0 0 0,1-1 0 0 0,0 1 0 0 0,3 0 0 0 0,1 0 0 0 0,1-1 128 0 0,2 1-96 0 0,4-5-32 0 0,7-11-32 0 0,5-11 32 0 0,5-10 0 0 0,4-4 0 0 0,1-4 0 0 0,1-3 0 0 0,1-3 0 0 0,0-1 0 0 0,-1-2 0 0 0,-4 0 0 0 0,-2 0 0 0 0,0 4 32 0 0,1 2-32 0 0,-4 0 0 0 0,1-1 32 0 0,0-1-32 0 0,-2-2 0 0 0,-4 0 32 0 0,0-1-32 0 0,-3-1 0 0 0,-2 1 0 0 0,-2-1 0 0 0,-4 9 192 0 0,0 13-128 0 0,-2 15-32 0 0,0 11 0 0 0,-1 11-32 0 0,1 9 0 0 0,-1 6 32 0 0,1 5-32 0 0,4 1 0 0 0,2-2 0 0 0,-1-7-96 0 0,0-5-224 0 0,-2-10 320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5"/>
    </inkml:context>
    <inkml:brush xml:id="br0">
      <inkml:brushProperty name="width" value="0.1" units="cm"/>
      <inkml:brushProperty name="height" value="0.1" units="cm"/>
    </inkml:brush>
  </inkml:definitions>
  <inkml:trace contextRef="#ctx0" brushRef="#br0">12643 14981 4287 0 0,'-4'13'7584'0'0,"-2"10"-7488"0"0,-4 9 32 0 0,-1 4 0 0 0,2 4 0 0 0,-2 1-32 0 0,1-2-32 0 0,2-4 0 0 0,2-3-32 0 0,2-3 0 0 0,-2-6-32 0 0,4-6 832 0 0,2-12-640 0 0,6-6 0 0 0,2-7 0 0 0,4-12-64 0 0,4-7-32 0 0,5-7-32 0 0,2-8 0 0 0,2-5-32 0 0,-2 1-64 0 0,-2-1-224 0 0,0-1-352 0 0,2 2-320 0 0,1 6-160 0 0,1 4-224 0 0,0 4-384 0 0,2 3-1344 0 0,-1 7 3040 0 0,1 6 0 0 0,-5 7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6"/>
    </inkml:context>
    <inkml:brush xml:id="br0">
      <inkml:brushProperty name="width" value="0.1" units="cm"/>
      <inkml:brushProperty name="height" value="0.1" units="cm"/>
    </inkml:brush>
  </inkml:definitions>
  <inkml:trace contextRef="#ctx0" brushRef="#br0">13171 14351 4031 0 0,'-4'13'9728'0'0,"-2"10"-9088"0"0,-4 5-480 0 0,-1 2-64 0 0,-2 0-32 0 0,-4 5 0 0 0,1 0-64 0 0,-2-1 0 0 0,-1 3 0 0 0,2 4-32 0 0,-1 4 0 0 0,-1 3 0 0 0,2-2 32 0 0,-1 5 0 0 0,-1 3 0 0 0,2 0 0 0 0,5 2-32 0 0,-1-2 32 0 0,2-4 0 0 0,3-2-32 0 0,2 0 32 0 0,3 1 0 0 0,2-4-32 0 0,1-5 32 0 0,0-4-32 0 0,5-5-128 0 0,6-6 224 0 0,1-13-32 0 0,4-8-32 0 0,-2-10 32 0 0,1-3-32 0 0,-1-5 0 0 0,-3-4-160 0 0,0-5 0 0 0,-1-1 32 0 0,2-2 64 0 0,4 3-6880 0 0,-1 6 6944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7"/>
    </inkml:context>
    <inkml:brush xml:id="br0">
      <inkml:brushProperty name="width" value="0.1" units="cm"/>
      <inkml:brushProperty name="height" value="0.1" units="cm"/>
    </inkml:brush>
  </inkml:definitions>
  <inkml:trace contextRef="#ctx0" brushRef="#br0">13330 14944 4767 0 0,'0'9'9056'0'0,"-4"3"-7680"0"0,-2 4-1248 0 0,-5 3-96 0 0,1 4-32 0 0,-4 2 0 0 0,2 1 0 0 0,-3 5 0 0 0,2 7-32 0 0,3 1 32 0 0,-1-2 0 0 0,1-2 0 0 0,2-3-32 0 0,3-2 32 0 0,2-2-96 0 0,1-10-3424 0 0,6-13 1376 0 0,2-16 2144 0 0,0-15 0 0 0,-1-3 0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8"/>
    </inkml:context>
    <inkml:brush xml:id="br0">
      <inkml:brushProperty name="width" value="0.1" units="cm"/>
      <inkml:brushProperty name="height" value="0.1" units="cm"/>
    </inkml:brush>
  </inkml:definitions>
  <inkml:trace contextRef="#ctx0" brushRef="#br0">13367 14759 3487 0 0,'4'-13'8480'0'0,"2"-5"-8480"0"0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09"/>
    </inkml:context>
    <inkml:brush xml:id="br0">
      <inkml:brushProperty name="width" value="0.1" units="cm"/>
      <inkml:brushProperty name="height" value="0.1" units="cm"/>
    </inkml:brush>
  </inkml:definitions>
  <inkml:trace contextRef="#ctx0" brushRef="#br0">12926 15183 1375 0 0,'-5'9'9312'0'0,"-1"8"-8800"0"0,0 5 608 0 0,6-1 96 0 0,7-9-1184 0 0,8-11-32 0 0,0-9 0 0 0,2-9 0 0 0,-1-6 0 0 0,1-3 32 0 0,-3-1-32 0 0,-3-2 0 0 0,1 5 0 0 0,-2 2 0 0 0,-3 0 32 0 0,-2-1-32 0 0,3 0 0 0 0,-1-2 32 0 0,-1 0-32 0 0,-1-1 0 0 0,-3-1 32 0 0,0 1 0 0 0,-1-1-32 0 0,-6 5 160 0 0,-1 10-160 0 0,0 12-32 0 0,6 11-32 0 0,7 3 32 0 0,6-1 32 0 0,7-7-160 0 0,4-5-384 0 0,2-6-1952 0 0,1-3-704 0 0,-4-5 3200 0 0,-5 1 0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0"/>
    </inkml:context>
    <inkml:brush xml:id="br0">
      <inkml:brushProperty name="width" value="0.1" units="cm"/>
      <inkml:brushProperty name="height" value="0.1" units="cm"/>
    </inkml:brush>
  </inkml:definitions>
  <inkml:trace contextRef="#ctx0" brushRef="#br0">13703 15157 607 0 0,'-9'0'11328'0'0,"-8"4"-11296"0"0,-5 2 32 0 0,-3 0-32 0 0,-2-2-32 0 0,-1 4 0 0 0,-1 0 0 0 0,6 3 0 0 0,1 0-32 0 0,5 3 32 0 0,1-2 0 0 0,3 3 0 0 0,3 2 0 0 0,0-1 0 0 0,1 1 0 0 0,2 2 0 0 0,2 2 0 0 0,2 3 0 0 0,-2-4 0 0 0,-2 0-32 0 0,6 1 0 0 0,8-3 416 0 0,6-5-256 0 0,2-9 32 0 0,2-10 0 0 0,3-3 0 0 0,-2-5 0 0 0,1-5 0 0 0,-4-3-32 0 0,1-3-32 0 0,2-6 0 0 0,3-2-32 0 0,-3-5 0 0 0,0 0-32 0 0,2-7 0 0 0,2-5 0 0 0,2-3-32 0 0,0-2 32 0 0,2-4-32 0 0,1-6 32 0 0,-5-1-32 0 0,-1 1 32 0 0,0-1-32 0 0,-4-3 32 0 0,1 1 0 0 0,-4 4-32 0 0,1 7 32 0 0,-2 9 0 0 0,-4 9 0 0 0,-3 6 256 0 0,-2 13 896 0 0,-3 15-1056 0 0,-5 12-64 0 0,-2 15 0 0 0,-1 7-32 0 0,2 8-32 0 0,-3 7 0 0 0,-1 5 32 0 0,2 3-32 0 0,2 1 0 0 0,2 2 0 0 0,-4-5 0 0 0,1-2 0 0 0,0 0 0 0 0,1 1 0 0 0,2 2 0 0 0,2 0 0 0 0,0 0 0 0 0,5 2 0 0 0,2-5-32 0 0,0-1 32 0 0,-1-4-32 0 0,3-5 0 0 0,1-4 0 0 0,-3-4-64 0 0,4-7-96 0 0,-1-2-160 0 0,3-6-2432 0 0,4-9-2528 0 0,-1-5 5312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1"/>
    </inkml:context>
    <inkml:brush xml:id="br0">
      <inkml:brushProperty name="width" value="0.1" units="cm"/>
      <inkml:brushProperty name="height" value="0.1" units="cm"/>
    </inkml:brush>
  </inkml:definitions>
  <inkml:trace contextRef="#ctx0" brushRef="#br0">14076 14901 2239 0 0,'-4'14'11200'0'0,"-7"4"-10240"0"0,-1 3-608 0 0,2 4-128 0 0,2 1-32 0 0,-2 1 32 0 0,1 0-160 0 0,-2 0 0 0 0,0 5-64 0 0,2 1 32 0 0,3-1-32 0 0,-3 0 0 0 0,1-2 0 0 0,-3-2 0 0 0,1 0 0 0 0,1-2 0 0 0,3 1 0 0 0,2-1-32 0 0,2-9-1760 0 0,6-16 160 0 0,2-18-1600 0 0,4-18 3232 0 0,1-18 0 0 0,-1 0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2"/>
    </inkml:context>
    <inkml:brush xml:id="br0">
      <inkml:brushProperty name="width" value="0.1" units="cm"/>
      <inkml:brushProperty name="height" value="0.1" units="cm"/>
    </inkml:brush>
  </inkml:definitions>
  <inkml:trace contextRef="#ctx0" brushRef="#br0">14150 14711 4447 0 0,'0'0'0'0'0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3"/>
    </inkml:context>
    <inkml:brush xml:id="br0">
      <inkml:brushProperty name="width" value="0.1" units="cm"/>
      <inkml:brushProperty name="height" value="0.1" units="cm"/>
    </inkml:brush>
  </inkml:definitions>
  <inkml:trace contextRef="#ctx0" brushRef="#br0">14519 14647 5535 0 0,'0'14'8864'0'0,"-5"8"-8800"0"0,-5 6-32 0 0,-2 6-32 0 0,-3 7 0 0 0,-3 6 0 0 0,-4 3 0 0 0,3 2-32 0 0,-1 2 32 0 0,-1 5 0 0 0,3 1 0 0 0,1 0 0 0 0,2-6 0 0 0,-1-8-32 0 0,3-7-128 0 0,-1-6-1632 0 0,2-12-3744 0 0,3-11 5536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4"/>
    </inkml:context>
    <inkml:brush xml:id="br0">
      <inkml:brushProperty name="width" value="0.1" units="cm"/>
      <inkml:brushProperty name="height" value="0.1" units="cm"/>
    </inkml:brush>
  </inkml:definitions>
  <inkml:trace contextRef="#ctx0" brushRef="#br0">14256 15126 4223 0 0,'9'-5'10016'0'0,"7"-1"-9888"0"0,6 0 96 0 0,3 2-128 0 0,3 1 0 0 0,0 5-64 0 0,5 3 0 0 0,1 0 0 0 0,4-5-32 0 0,-1-2-448 0 0,4-2-800 0 0,-2-3-1856 0 0,2-7 3104 0 0,-1 1 0 0 0,-8 1 0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5"/>
    </inkml:context>
    <inkml:brush xml:id="br0">
      <inkml:brushProperty name="width" value="0.1" units="cm"/>
      <inkml:brushProperty name="height" value="0.1" units="cm"/>
    </inkml:brush>
  </inkml:definitions>
  <inkml:trace contextRef="#ctx0" brushRef="#br0">14877 15071 2047 0 0,'-9'0'11072'0'0,"-8"0"-10208"0"0,0 4-512 0 0,-3 7 320 0 0,3 5-352 0 0,0 5 192 0 0,2 3-352 0 0,4 2-64 0 0,4 1 32 0 0,-2-4-32 0 0,2-1 0 0 0,1-1 0 0 0,2 2-32 0 0,1 1-32 0 0,2 0 0 0 0,0 2 0 0 0,1 0-32 0 0,1 0-32 0 0,3 1 32 0 0,7-5-128 0 0,6-6 96 0 0,4-5-32 0 0,3-10 32 0 0,2-9 32 0 0,-3-8 0 0 0,-2-5 32 0 0,-3-5-32 0 0,-1 4 32 0 0,-4 0 0 0 0,2-1-32 0 0,-3-1 32 0 0,1 0 0 0 0,-1-1 0 0 0,2 3 0 0 0,2 7 64 0 0,4 9-32 0 0,-2 11 0 0 0,1 8-32 0 0,-4 7-32 0 0,-3 5 32 0 0,-5 2 0 0 0,-2 1 0 0 0,-3 5-32 0 0,-2 2 0 0 0,-5-2 0 0 0,-2 4-32 0 0,-4-1 32 0 0,0 3-32 0 0,-3 4 32 0 0,-3 3 32 0 0,-4-1-32 0 0,-2 0 0 0 0,-7-2 0 0 0,-2-1 0 0 0,-6-1 32 0 0,-4-5-32 0 0,-4-3 0 0 0,-4-3 32 0 0,-2-2-32 0 0,3-1 64 0 0,6-5 64 0 0,1-3 96 0 0,3-3-32 0 0,3-5 0 0 0,4-5-32 0 0,3-2-96 0 0,2-3-32 0 0,0-1-32 0 0,6-6-32 0 0,1-5-64 0 0,9-2 64 0 0,6-2-32 0 0,9-4 64 0 0,7-3-32 0 0,12-2 32 0 0,15-1 0 0 0,15-6 0 0 0,11-7-64 0 0,13-10-320 0 0,8-6-416 0 0,6-7-448 0 0,2-7-896 0 0,3-5-4032 0 0,3-4 6176 0 0,-2 2 0 0 0,-17 14 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6"/>
    </inkml:context>
    <inkml:brush xml:id="br0">
      <inkml:brushProperty name="width" value="0.1" units="cm"/>
      <inkml:brushProperty name="height" value="0.1" units="cm"/>
    </inkml:brush>
  </inkml:definitions>
  <inkml:trace contextRef="#ctx0" brushRef="#br0">14422 14965 1951 0 0,'-4'9'6784'0'0,"-7"7"-6688"0"0,-5 6 0 0 0,0 4-32 0 0,2 1 96 0 0,0-3 0 0 0,1-2 0 0 0,-1 0-64 0 0,2 1-32 0 0,3 1-32 0 0,3 1 0 0 0,-2 1-32 0 0,0 0 32 0 0,2 0-32 0 0,1 1 0 0 0,-2-1 0 0 0,0 1 0 0 0,1 0 0 0 0,1-1-224 0 0,-3 1-832 0 0,1-5 1056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7"/>
    </inkml:context>
    <inkml:brush xml:id="br0">
      <inkml:brushProperty name="width" value="0.1" units="cm"/>
      <inkml:brushProperty name="height" value="0.1" units="cm"/>
    </inkml:brush>
  </inkml:definitions>
  <inkml:trace contextRef="#ctx0" brushRef="#br0">11951 14309 1087 0 0,'-5'9'6048'0'0,"-1"7"-3328"0"0,5 2-2432 0 0,7-4-192 0 0,7-2 576 0 0,6-5-192 0 0,4-3-64 0 0,2-2-224 0 0,3-2-64 0 0,-1 0 96 0 0,1 4 160 0 0,0 1 128 0 0,-1 0-352 0 0,-4 4-64 0 0,-2 0-64 0 0,-5 3-32 0 0,0-1 0 0 0,1-1 32 0 0,3-4 0 0 0,2-1 0 0 0,-2 1-32 0 0,-1 1 0 0 0,2-1-960 0 0,-4-2 960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8"/>
    </inkml:context>
    <inkml:brush xml:id="br0">
      <inkml:brushProperty name="width" value="0.1" units="cm"/>
      <inkml:brushProperty name="height" value="0.1" units="cm"/>
    </inkml:brush>
  </inkml:definitions>
  <inkml:trace contextRef="#ctx0" brushRef="#br0">23966 10888 5151 0 0,'-9'5'9344'0'0,"-8"1"-9248"0"0,-5-1 0 0 0,-3 5 224 0 0,-2-1-160 0 0,-1-1 0 0 0,-1-3-32 0 0,-3-1-32 0 0,-2-2 0 0 0,1 3-32 0 0,-3 2 0 0 0,-4-2 0 0 0,-5-1-32 0 0,1-1 0 0 0,-1-1 0 0 0,3 3-32 0 0,-1 1 32 0 0,3 0-32 0 0,-1-2 0 0 0,-3-1-32 0 0,-2-1 32 0 0,-3-1-64 0 0,-2-1-32 0 0,3 0-32 0 0,1 0 32 0 0,4 0 32 0 0,0-5 32 0 0,3-1 0 0 0,0 0 32 0 0,1 1 0 0 0,4 2 0 0 0,2 1 0 0 0,-1 1 0 0 0,0 0 0 0 0,1 6 32 0 0,2-3-32 0 0,2-2 0 0 0,1-1 0 0 0,1 0 0 0 0,1 4 0 0 0,-5 2 32 0 0,-1-4-32 0 0,0-3 32 0 0,1-1 0 0 0,2 1 64 0 0,1 0 0 0 0,0 0-32 0 0,1-4-64 0 0,-4 0 32 0 0,-1 0-32 0 0,0 1 0 0 0,1 2 0 0 0,2 1 0 0 0,0-3 0 0 0,2-2 0 0 0,0 2 0 0 0,-4 0 0 0 0,3-2 32 0 0,7-5-32 0 0,2-1 32 0 0,4-2-32 0 0,1 1 0 0 0,2-1 32 0 0,-2-3-32 0 0,-2-3 0 0 0,2-2 0 0 0,-2 3 0 0 0,-3 0 0 0 0,-2-1 0 0 0,-2-1-32 0 0,-2-2 32 0 0,-6-5 0 0 0,-6-3 0 0 0,-1 0 0 0 0,-4 1 0 0 0,1 1 32 0 0,-1 1-32 0 0,2 1 0 0 0,-2 1 0 0 0,-2 0 0 0 0,-3 1 32 0 0,2 4-32 0 0,-4 2 0 0 0,-4 0 0 0 0,-1-2 0 0 0,-1 3 0 0 0,5 1 0 0 0,2-2-32 0 0,-1 3 32 0 0,0 5 0 0 0,-1-1-32 0 0,4 2 32 0 0,0 3 0 0 0,-1-2 0 0 0,-1 1 0 0 0,-2 2 0 0 0,-1 3 0 0 0,-1 1 0 0 0,-1-3 0 0 0,0-1 0 0 0,0 1 0 0 0,0 2 0 0 0,4 1 0 0 0,2 2 0 0 0,0 0 0 0 0,-2 1 0 0 0,0-5 0 0 0,2 0 0 0 0,2-1 0 0 0,-2 2 0 0 0,3-4 0 0 0,0 0 0 0 0,-1 2-32 0 0,2-4 32 0 0,4 1-64 0 0,4 1-64 0 0,-1 3-96 0 0,1 1-128 0 0,3-2-192 0 0,1-1-352 0 0,2 2-640 0 0,1-4-1280 0 0,1 0 2816 0 0,6 2 0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19"/>
    </inkml:context>
    <inkml:brush xml:id="br0">
      <inkml:brushProperty name="width" value="0.1" units="cm"/>
      <inkml:brushProperty name="height" value="0.1" units="cm"/>
    </inkml:brush>
  </inkml:definitions>
  <inkml:trace contextRef="#ctx0" brushRef="#br0">19479 9779 1407 0 0,'-9'0'5728'0'0,"-8"0"-5440"0"0,0 4 0 0 0,-3 7 32 0 0,-1 1-32 0 0,2 7-64 0 0,0 5-32 0 0,3 3-64 0 0,4 2-32 0 0,1 0 32 0 0,1 4 32 0 0,-2 1 0 0 0,1-1 0 0 0,-2-1 32 0 0,1-2 0 0 0,3-1-64 0 0,-2 3-32 0 0,1 0 0 0 0,-2 0-64 0 0,1-1 0 0 0,2-1-32 0 0,3-2 0 0 0,2-1-32 0 0,6-5-32 0 0,8-6-1184 0 0,6-6-1120 0 0,6-4 2368 0 0,7-4 0 0 0,-1-2 0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0"/>
    </inkml:context>
    <inkml:brush xml:id="br0">
      <inkml:brushProperty name="width" value="0.1" units="cm"/>
      <inkml:brushProperty name="height" value="0.1" units="cm"/>
    </inkml:brush>
  </inkml:definitions>
  <inkml:trace contextRef="#ctx0" brushRef="#br0">23522 10288 1375 0 0,'-13'-4'11584'0'0,"-9"2"-11520"0"0,-6 2-64 0 0,2 11 0 0 0,2 6-32 0 0,-1 11 0 0 0,5 9 32 0 0,5 11 0 0 0,6 17-32 0 0,4 9 32 0 0,3 7 0 0 0,1-2 0 0 0,2-1 0 0 0,5 0-32 0 0,1-4 32 0 0,4-6-224 0 0,4-6-256 0 0,1-8-448 0 0,1-14-1024 0 0,-2-9 1952 0 0,-4-10 0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1"/>
    </inkml:context>
    <inkml:brush xml:id="br0">
      <inkml:brushProperty name="width" value="0.1" units="cm"/>
      <inkml:brushProperty name="height" value="0.1" units="cm"/>
    </inkml:brush>
  </inkml:definitions>
  <inkml:trace contextRef="#ctx0" brushRef="#br0">23488 10346 2335 0 0,'-13'-9'9664'0'0,"-10"-3"-9344"0"0,0-4-192 0 0,-1 1 0 0 0,4-2-128 0 0,5-2 64 0 0,9 2 64 0 0,7-1 32 0 0,6 3-64 0 0,8-1 32 0 0,5 3-96 0 0,4 3 0 0 0,2 4 0 0 0,1 2-32 0 0,1 3 0 0 0,0 5 32 0 0,-1 2-32 0 0,-4 5 32 0 0,-2 5 0 0 0,-4 4-32 0 0,-1-1 32 0 0,-3 0-32 0 0,-4 2 0 0 0,-3 2-32 0 0,-3 1 32 0 0,-2 1 0 0 0,-1 6 0 0 0,0 1 0 0 0,-1 1 32 0 0,1-2-32 0 0,-6-1 96 0 0,0-1 32 0 0,-4 3 0 0 0,-1 1-32 0 0,-3-1 0 0 0,-3-1 0 0 0,1-1-32 0 0,-1 2 32 0 0,-2 2-32 0 0,-3-6-32 0 0,-2-3 0 0 0,4-2-32 0 0,0-4 0 0 0,3 0 0 0 0,1-5-32 0 0,2 1-192 0 0,9-3 192 0 0,9-3 32 0 0,9-3-32 0 0,7-3 32 0 0,3-1 0 0 0,4 2 0 0 0,1 2-32 0 0,0-1 32 0 0,0 3 0 0 0,0 1-32 0 0,0-2 32 0 0,-1 3 32 0 0,-1 4 0 0 0,-3 5 32 0 0,-7 2 0 0 0,-6 3-32 0 0,-5 2 0 0 0,-2 1-32 0 0,-8 0 32 0 0,-6 1 32 0 0,-6-1 0 0 0,-5 0-32 0 0,-3-5 32 0 0,3-1-32 0 0,0-5-32 0 0,0 0-32 0 0,-1-3 0 0 0,-1 1-128 0 0,-2-2-832 0 0,10-3 384 0 0,10-8-416 0 0,12-4-1632 0 0,9-5-1280 0 0,7-7 3936 0 0,-1 0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2"/>
    </inkml:context>
    <inkml:brush xml:id="br0">
      <inkml:brushProperty name="width" value="0.1" units="cm"/>
      <inkml:brushProperty name="height" value="0.1" units="cm"/>
    </inkml:brush>
  </inkml:definitions>
  <inkml:trace contextRef="#ctx0" brushRef="#br0">24039 11011 3807 0 0,'0'-9'5216'0'0,"0"-7"-5184"0"0,5-2 96 0 0,1-1 192 0 0,-1-3 128 0 0,0-1 3008 0 0,-6 7-3360 0 0,-8 11 0 0 0,-6 11-64 0 0,-5 4 0 0 0,-4 5-32 0 0,-3 0 0 0 0,0 2-32 0 0,-1 3 0 0 0,0 2-32 0 0,5 2 32 0 0,2-3 0 0 0,4-1 32 0 0,6 1 0 0 0,8 1 0 0 0,5 2 64 0 0,7-4-64 0 0,6-4 32 0 0,6-6-32 0 0,2-9 0 0 0,3-4 32 0 0,2-7-32 0 0,-1-6 0 0 0,1-4 32 0 0,-5-4-32 0 0,-2 3 32 0 0,-4-1-32 0 0,-1 0 32 0 0,-3-1 0 0 0,1 8-32 0 0,-2 11 0 0 0,-3 15 0 0 0,-3 10 32 0 0,-3 11 0 0 0,-1 13-32 0 0,-2 8 32 0 0,0 4-32 0 0,4-3 0 0 0,1-6-96 0 0,0-3-128 0 0,4-4-4480 0 0,0-14 4704 0 0,3-11 0 0 0,0-8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3"/>
    </inkml:context>
    <inkml:brush xml:id="br0">
      <inkml:brushProperty name="width" value="0.1" units="cm"/>
      <inkml:brushProperty name="height" value="0.1" units="cm"/>
    </inkml:brush>
  </inkml:definitions>
  <inkml:trace contextRef="#ctx0" brushRef="#br0">24421 10351 5887 0 0,'-4'13'8384'0'0,"-2"9"-8224"0"0,-4 11-32 0 0,-1 7 0 0 0,-2 11-64 0 0,0 11-32 0 0,3 7 0 0 0,-2 2 0 0 0,2 2-32 0 0,2 7 0 0 0,-2 2 0 0 0,1-2-64 0 0,2-3-224 0 0,2 0-224 0 0,1-4-224 0 0,3-6-320 0 0,0-9-480 0 0,1-11-864 0 0,1-8 2400 0 0,-1-11 0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4"/>
    </inkml:context>
    <inkml:brush xml:id="br0">
      <inkml:brushProperty name="width" value="0.1" units="cm"/>
      <inkml:brushProperty name="height" value="0.1" units="cm"/>
    </inkml:brush>
  </inkml:definitions>
  <inkml:trace contextRef="#ctx0" brushRef="#br0">24162 10895 4991 0 0,'13'-4'5120'0'0,"10"-7"-4832"0"0,4-1-32 0 0,3-2-32 0 0,1-5-96 0 0,4 2-32 0 0,0-1-32 0 0,-1 3-160 0 0,-2-1-512 0 0,-1-2-4768 0 0,-3-3 5376 0 0,-5 3 0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5"/>
    </inkml:context>
    <inkml:brush xml:id="br0">
      <inkml:brushProperty name="width" value="0.1" units="cm"/>
      <inkml:brushProperty name="height" value="0.1" units="cm"/>
    </inkml:brush>
  </inkml:definitions>
  <inkml:trace contextRef="#ctx0" brushRef="#br0">24855 10266 3711 0 0,'-4'13'9792'0'0,"-2"10"-9568"0"0,-4 9-64 0 0,-1 8-32 0 0,-2 7-64 0 0,-5 4-32 0 0,-2 7 0 0 0,1 11 0 0 0,0 8 0 0 0,-2 5-32 0 0,-1 1 0 0 0,-2 0 0 0 0,4-1 0 0 0,0-4-32 0 0,3-8-320 0 0,1-6-384 0 0,3-9-480 0 0,3-10-384 0 0,4-8-544 0 0,3-10 2144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6"/>
    </inkml:context>
    <inkml:brush xml:id="br0">
      <inkml:brushProperty name="width" value="0.1" units="cm"/>
      <inkml:brushProperty name="height" value="0.1" units="cm"/>
    </inkml:brush>
  </inkml:definitions>
  <inkml:trace contextRef="#ctx0" brushRef="#br0">24500 10900 2943 0 0,'9'-9'8096'0'0,"8"-3"-7584"0"0,5-4-96 0 0,3 1-32 0 0,2 3-320 0 0,2 3 0 0 0,-1 4-32 0 0,0 2-96 0 0,0 2-960 0 0,-1-4-384 0 0,0 0-992 0 0,-1-1 2400 0 0,-4 3 0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7"/>
    </inkml:context>
    <inkml:brush xml:id="br0">
      <inkml:brushProperty name="width" value="0.1" units="cm"/>
      <inkml:brushProperty name="height" value="0.1" units="cm"/>
    </inkml:brush>
  </inkml:definitions>
  <inkml:trace contextRef="#ctx0" brushRef="#br0">24797 11125 2911 0 0,'13'-4'7488'0'0,"5"-7"-7200"0"0,4-1 0 0 0,2-2 448 0 0,-2-5-416 0 0,-1 2-224 0 0,-4-1 0 0 0,-1-1 0 0 0,3-3 0 0 0,-3-2-32 0 0,-4-1 0 0 0,0 3-32 0 0,-1 2 0 0 0,1-1 64 0 0,-5 3-736 0 0,-9 9 608 0 0,-8 11 32 0 0,-8 5 0 0 0,-4 10 0 0 0,1 7-32 0 0,0 8 32 0 0,3 4-32 0 0,5-1 0 0 0,4-1 0 0 0,9-2 32 0 0,9-2-64 0 0,6-6 32 0 0,7-7 32 0 0,3-7 0 0 0,2-4-32 0 0,1-4 32 0 0,0-7-224 0 0,0-2-480 0 0,0-4-2976 0 0,-1-1 3680 0 0,-5-3 0 0 0,-6 2 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8"/>
    </inkml:context>
    <inkml:brush xml:id="br0">
      <inkml:brushProperty name="width" value="0.1" units="cm"/>
      <inkml:brushProperty name="height" value="0.1" units="cm"/>
    </inkml:brush>
  </inkml:definitions>
  <inkml:trace contextRef="#ctx0" brushRef="#br0">25400 10985 4927 0 0,'0'-9'8000'0'0,"-4"-8"-7968"0"0,-2 4 0 0 0,-4 4 32 0 0,-1 8 128 0 0,-3 5 128 0 0,2 5 0 0 0,-3 6 0 0 0,-2 5-96 0 0,1 4-96 0 0,-1 2-32 0 0,2 1-96 0 0,4-9 384 0 0,4-11-416 0 0,2-16-32 0 0,8-12-32 0 0,7-6-64 0 0,2-7-32 0 0,4-3-64 0 0,3 0 0 0 0,3 3 0 0 0,2 6-64 0 0,-2 4-96 0 0,-2 6-384 0 0,2 6-704 0 0,0 1-1472 0 0,2 1 2976 0 0,-4 4 0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29"/>
    </inkml:context>
    <inkml:brush xml:id="br0">
      <inkml:brushProperty name="width" value="0.1" units="cm"/>
      <inkml:brushProperty name="height" value="0.1" units="cm"/>
    </inkml:brush>
  </inkml:definitions>
  <inkml:trace contextRef="#ctx0" brushRef="#br0">25679 10902 4287 0 0,'-9'-5'10976'0'0,"-7"-1"-10816"0"0,-6 5-32 0 0,1 7 0 0 0,0 7 0 0 0,-2 6-32 0 0,4 4 0 0 0,1 2-64 0 0,2 3-32 0 0,5-1 0 0 0,4 1-32 0 0,3 0-32 0 0,7-5-96 0 0,7-11 160 0 0,7-8 0 0 0,5-8 32 0 0,3-9 0 0 0,-3-6 0 0 0,0-4 0 0 0,0-4-32 0 0,1 0 32 0 0,1-6-32 0 0,1-1 32 0 0,-3 0-32 0 0,-2 2 0 0 0,-4 2 32 0 0,0 6 0 0 0,-2 2 0 0 0,-5 10 96 0 0,-3 11-128 0 0,-3 10 0 0 0,-6 13-32 0 0,-3 12-32 0 0,0 8 0 0 0,-3 12-32 0 0,-1 4 0 0 0,-3 7 64 0 0,1 6 0 0 0,-2 3 32 0 0,1 0 32 0 0,-2-1-32 0 0,2 2 64 0 0,-1-4 32 0 0,-3-4-32 0 0,-3-5 32 0 0,2-8-32 0 0,-1-5 64 0 0,-1-6 32 0 0,-2-10 0 0 0,-2-6 32 0 0,-1-4 0 0 0,-1-5 64 0 0,-5-1 0 0 0,-1-4-128 0 0,-1-4-64 0 0,2-4-64 0 0,1-6-32 0 0,1-9-32 0 0,1-2 32 0 0,1-3-32 0 0,5-4 32 0 0,2-8-32 0 0,4-3 0 0 0,5-2 0 0 0,9 1 0 0 0,4-4 32 0 0,7 0-32 0 0,6-4-224 0 0,10 1-128 0 0,9-2-32 0 0,9-4 32 0 0,9-2-64 0 0,10-4-64 0 0,8 3-160 0 0,6-4-160 0 0,7 2-416 0 0,4 0-896 0 0,0 0 2176 0 0,3 4 0 0 0,-13 8 0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0"/>
    </inkml:context>
    <inkml:brush xml:id="br0">
      <inkml:brushProperty name="width" value="0.1" units="cm"/>
      <inkml:brushProperty name="height" value="0.1" units="cm"/>
    </inkml:brush>
  </inkml:definitions>
  <inkml:trace contextRef="#ctx0" brushRef="#br0">26843 10889 31 0 0,'-13'-9'1280'0'0,"-10"-3"-416"0"0,-4 1-448 0 0,-3 2-256 0 0,-1 2-256 0 0,1 8-992 0 0,5 2 1088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1"/>
    </inkml:context>
    <inkml:brush xml:id="br0">
      <inkml:brushProperty name="width" value="0.1" units="cm"/>
      <inkml:brushProperty name="height" value="0.1" units="cm"/>
    </inkml:brush>
  </inkml:definitions>
  <inkml:trace contextRef="#ctx0" brushRef="#br0">26443 10372 3391 0 0,'-9'0'10496'0'0,"-8"4"-10336"0"0,0 7-64 0 0,-2 9-32 0 0,-3 16 0 0 0,3 15-32 0 0,0 16-32 0 0,3 11 32 0 0,5 6 0 0 0,-1 1-32 0 0,2 1 0 0 0,2-2 0 0 0,4-1-32 0 0,1-6-64 0 0,2-6-128 0 0,0-12-128 0 0,2-11-128 0 0,-1-9-256 0 0,5-11-3520 0 0,2-20 480 0 0,3-20 3776 0 0,1-7 0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2"/>
    </inkml:context>
    <inkml:brush xml:id="br0">
      <inkml:brushProperty name="width" value="0.1" units="cm"/>
      <inkml:brushProperty name="height" value="0.1" units="cm"/>
    </inkml:brush>
  </inkml:definitions>
  <inkml:trace contextRef="#ctx0" brushRef="#br0">26364 10329 4831 0 0,'13'9'9312'0'0,"10"8"-9312"0"0,4 5 0 0 0,3 3 0 0 0,1 2-32 0 0,-5 2-32 0 0,-3-1 0 0 0,0 0 0 0 0,0-1-96 0 0,-4 1 96 0 0,-5-1 32 0 0,-5-1 64 0 0,1-4 0 0 0,-6-1 0 0 0,-4-1 96 0 0,-6 2-96 0 0,-7-3 32 0 0,-6-1-32 0 0,-3-3 0 0 0,-4 1 0 0 0,0 1-32 0 0,-2-1 0 0 0,0 0-32 0 0,1-2-96 0 0,-1-3-224 0 0,6 0-224 0 0,1-1-32 0 0,9-7-3136 0 0,11-4 384 0 0,10-6 3360 0 0,8-2 0 0 0,2 0 0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3"/>
    </inkml:context>
    <inkml:brush xml:id="br0">
      <inkml:brushProperty name="width" value="0.1" units="cm"/>
      <inkml:brushProperty name="height" value="0.1" units="cm"/>
    </inkml:brush>
  </inkml:definitions>
  <inkml:trace contextRef="#ctx0" brushRef="#br0">26669 11028 2527 0 0,'5'-9'11072'0'0,"1"-7"-10848"0"0,-5-1-64 0 0,-3-3 0 0 0,-5 3 32 0 0,-6 4 32 0 0,-5 4-160 0 0,-4 4-32 0 0,-3 3-32 0 0,-2 5-32 0 0,-1 8-32 0 0,1 6-192 0 0,-1 9 128 0 0,5 5 64 0 0,7 1 32 0 0,1 0 0 0 0,3 4 0 0 0,4 0 0 0 0,7-6 0 0 0,5-4 0 0 0,0-2 0 0 0,6-4 32 0 0,4-7 0 0 0,0-9 0 0 0,3-5 0 0 0,2-8 32 0 0,-1-6-32 0 0,0-6 32 0 0,1-3 0 0 0,3 3 0 0 0,-3-1 0 0 0,0 0 0 0 0,-3-1 0 0 0,0 3-32 0 0,1 1 32 0 0,4 3 0 0 0,1 5 0 0 0,2 4 320 0 0,-3 8-160 0 0,-5 8 32 0 0,-5 7-64 0 0,-5 5-32 0 0,-3 4-32 0 0,-2 2-64 0 0,-2 1 0 0 0,0 0-96 0 0,-4 0-288 0 0,-2-1-864 0 0,5-4-1504 0 0,3-11 736 0 0,5-7 1984 0 0,3-5 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4"/>
    </inkml:context>
    <inkml:brush xml:id="br0">
      <inkml:brushProperty name="width" value="0.1" units="cm"/>
      <inkml:brushProperty name="height" value="0.1" units="cm"/>
    </inkml:brush>
  </inkml:definitions>
  <inkml:trace contextRef="#ctx0" brushRef="#br0">27127 10880 2591 0 0,'-9'13'13760'0'0,"-3"10"-13472"0"0,-4 0-128 0 0,-4 1-64 0 0,2 1-64 0 0,-1 0 0 0 0,3 1-32 0 0,0 1 32 0 0,-2-1-32 0 0,1 1 0 0 0,1-1 96 0 0,1 1-32 0 0,5 0 0 0 0,-2-1-32 0 0,7 1-32 0 0,4-1-64 0 0,6-4-32 0 0,7-6-256 0 0,6-6 32 0 0,4-9-800 0 0,8-9 224 0 0,3-3-192 0 0,1-4-256 0 0,-2-5-160 0 0,-1-3-384 0 0,-2 3-1344 0 0,0 0 3232 0 0,-2-2 0 0 0,-5 4 0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5"/>
    </inkml:context>
    <inkml:brush xml:id="br0">
      <inkml:brushProperty name="width" value="0.1" units="cm"/>
      <inkml:brushProperty name="height" value="0.1" units="cm"/>
    </inkml:brush>
  </inkml:definitions>
  <inkml:trace contextRef="#ctx0" brushRef="#br0">27401 10647 6335 0 0,'-14'9'11968'0'0,"-3"7"-11904"0"0,-1 6 0 0 0,0 4 0 0 0,2 1-64 0 0,5 6 32 0 0,3 5-32 0 0,3 6 0 0 0,3 5 0 0 0,2 7 0 0 0,0 3 0 0 0,5 0 0 0 0,2 4-32 0 0,-1 1 32 0 0,-1-7-32 0 0,-1-4 32 0 0,-2-6-32 0 0,4-7 0 0 0,0-6-32 0 0,0-3-32 0 0,-2-13 64 0 0,-1-17 0 0 0,-1-15 0 0 0,-1-8 32 0 0,4-5-32 0 0,1-7 32 0 0,-1-3-32 0 0,-1-3 32 0 0,4 0 0 0 0,0-2-32 0 0,3 1 32 0 0,0 4-32 0 0,2 4 0 0 0,4 6 32 0 0,-1 5-32 0 0,1 5 32 0 0,2 6 0 0 0,3 0 0 0 0,2 2 0 0 0,1 2 0 0 0,1 3 0 0 0,0 7 32 0 0,1 2 0 0 0,0 5 64 0 0,-5 5 64 0 0,-5 5 64 0 0,-7 3 0 0 0,-8 3 0 0 0,-11 1 192 0 0,-2 0-160 0 0,-4-4-64 0 0,-5-6-32 0 0,-3-6-224 0 0,-1-5-352 0 0,-3-3 64 0 0,0-7-32 0 0,0-3-192 0 0,0-4 416 0 0,0-1 96 0 0,0 2-32 0 0,4 7 64 0 0,3 4-32 0 0,3 7-32 0 0,6 6 64 0 0,4 5 0 0 0,8 4 0 0 0,4 3 0 0 0,5-4 0 0 0,6 0 0 0 0,4 0 0 0 0,4-4 0 0 0,6 0 0 0 0,3-3 32 0 0,5-4-128 0 0,5-5-512 0 0,-1-2-512 0 0,2-2-992 0 0,2-2 2144 0 0,-1-1 0 0 0,-10 0 0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6"/>
    </inkml:context>
    <inkml:brush xml:id="br0">
      <inkml:brushProperty name="width" value="0.1" units="cm"/>
      <inkml:brushProperty name="height" value="0.1" units="cm"/>
    </inkml:brush>
  </inkml:definitions>
  <inkml:trace contextRef="#ctx0" brushRef="#br0">22238 13208 8927 0 0,'0'9'8608'0'0,"5"3"-8672"0"0,1-5 64 0 0,-1-8 64 0 0,0-9-32 0 0,-2-6 96 0 0,-5-6-32 0 0,-3-3-32 0 0,-5-3 0 0 0,-5 5-32 0 0,-5 1 0 0 0,-3 0-32 0 0,-2-1 32 0 0,-2 3-32 0 0,-5 1 0 0 0,-6-1 0 0 0,-5-1 0 0 0,-5-2 0 0 0,-3 3-32 0 0,-2 0 0 0 0,-5 4 32 0 0,-2 5-32 0 0,0 3 32 0 0,-3 4 0 0 0,0 3 32 0 0,2-4-32 0 0,2 0 0 0 0,3 0 0 0 0,-4 1 0 0 0,0-3 0 0 0,2 0-32 0 0,0-4 32 0 0,3 0 0 0 0,0-3 0 0 0,1-3 0 0 0,1 2 0 0 0,1-7 0 0 0,-1-3 0 0 0,0-3 0 0 0,-4 0-32 0 0,-2-5 0 0 0,1-5 32 0 0,1-2 0 0 0,0-2-32 0 0,2-3 32 0 0,1-3 0 0 0,1-2 32 0 0,0 2-32 0 0,0 1 0 0 0,-4-1 0 0 0,-6-1 32 0 0,-1 4-32 0 0,-4-1 32 0 0,1 0 0 0 0,4 2 0 0 0,-3 5 32 0 0,3 0 0 0 0,-3 6 0 0 0,2 4 0 0 0,-3 4 0 0 0,2 0-32 0 0,3 0-32 0 0,3 5 32 0 0,2 1-32 0 0,2 4 32 0 0,-3 0-32 0 0,-1-3 0 0 0,-4 3 0 0 0,1 4 0 0 0,-4-2 0 0 0,-4 3 0 0 0,1 2 0 0 0,-1 2 0 0 0,3 3 0 0 0,3 2 0 0 0,3 1 0 0 0,4 4 0 0 0,6 3-32 0 0,4-1 32 0 0,0-1 0 0 0,-1-1 0 0 0,4-2 0 0 0,0-1 0 0 0,-2 4 0 0 0,3 1 0 0 0,0 0 0 0 0,2-2 0 0 0,4 4 32 0 0,-1-1-32 0 0,2 4 32 0 0,2 0 0 0 0,-2-2-32 0 0,1-2 32 0 0,1 1-32 0 0,3 0 0 0 0,1-1-32 0 0,-2 2 32 0 0,-1 0 0 0 0,1 3-32 0 0,1-1 0 0 0,1 3 0 0 0,2-2 0 0 0,1 2-320 0 0,0-1-448 0 0,1 1-704 0 0,0-1-2368 0 0,4-8 3872 0 0,7-4 0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7"/>
    </inkml:context>
    <inkml:brush xml:id="br0">
      <inkml:brushProperty name="width" value="0.1" units="cm"/>
      <inkml:brushProperty name="height" value="0.1" units="cm"/>
    </inkml:brush>
  </inkml:definitions>
  <inkml:trace contextRef="#ctx0" brushRef="#br0">17490 11515 2271 0 0,'-14'4'6176'0'0,"-8"7"-4800"0"0,-6 0-672 0 0,3 4-64 0 0,0-1-96 0 0,5 1-128 0 0,1-1-128 0 0,0 1 64 0 0,-2-2-256 0 0,-2 2-32 0 0,-1 2-64 0 0,3 3-32 0 0,1 2 32 0 0,-1 3-32 0 0,-1 1 0 0 0,3 5 0 0 0,0 2 32 0 0,4 4-32 0 0,4 5 32 0 0,4 4 0 0 0,3-1-32 0 0,2-3 0 0 0,2-5 0 0 0,5-4 0 0 0,6-8-96 0 0,6-8 64 0 0,9-7-128 0 0,5-5-128 0 0,6-3-160 0 0,0-3-192 0 0,5 0-384 0 0,2-5-576 0 0,4-1-1184 0 0,3 0 2816 0 0,5 1 0 0 0,-6 3 0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8"/>
    </inkml:context>
    <inkml:brush xml:id="br0">
      <inkml:brushProperty name="width" value="0.1" units="cm"/>
      <inkml:brushProperty name="height" value="0.1" units="cm"/>
    </inkml:brush>
  </inkml:definitions>
  <inkml:trace contextRef="#ctx0" brushRef="#br0">21524 13508 2559 0 0,'-13'9'11936'0'0,"-1"-2"-12896"0"0,3-6 672 0 0,8-12 32 0 0,8-14 64 0 0,8-11 32 0 0,11-13 64 0 0,6-8 0 0 0,7-6 64 0 0,1-3 0 0 0,4-3 32 0 0,-1 1 0 0 0,-4 3-32 0 0,-2 4 32 0 0,-4 7 32 0 0,-2 9-32 0 0,-1 12 96 0 0,-2 7 128 0 0,0 12 1312 0 0,-5 14-1088 0 0,-5 10-352 0 0,-6 9 0 0 0,-5 5 32 0 0,-3 8 32 0 0,-6 3 32 0 0,-3 4-32 0 0,-4 5-32 0 0,-1 4 0 0 0,2 2-32 0 0,3 2-32 0 0,2 2-32 0 0,2-5 0 0 0,2-6-32 0 0,1-5 0 0 0,5-10-32 0 0,1-5 0 0 0,5-1 0 0 0,4-5 0 0 0,5-6 0 0 0,3-4 64 0 0,-2-8-32 0 0,-1-8 0 0 0,2-7 0 0 0,1-10-32 0 0,-4-10-64 0 0,0-7 0 0 0,2-6-64 0 0,-4-3 0 0 0,-4 3 32 0 0,0 0 32 0 0,-3 0 32 0 0,3-1 32 0 0,-2 3 32 0 0,2 2 0 0 0,-1 3 0 0 0,-3 4 0 0 0,2 9 0 0 0,-1 5 32 0 0,2 6 160 0 0,-1 11 224 0 0,2 11-352 0 0,-1 14 0 0 0,-2 13-32 0 0,-4 14 0 0 0,-2 14-32 0 0,-2 10 0 0 0,-1 6 32 0 0,-1 5-32 0 0,4-3 0 0 0,1-1-32 0 0,1-4 32 0 0,2-6-64 0 0,1-4-224 0 0,-1-9-416 0 0,2-9-640 0 0,-1-7-992 0 0,4-6 2336 0 0,-2-7 0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39"/>
    </inkml:context>
    <inkml:brush xml:id="br0">
      <inkml:brushProperty name="width" value="0.1" units="cm"/>
      <inkml:brushProperty name="height" value="0.1" units="cm"/>
    </inkml:brush>
  </inkml:definitions>
  <inkml:trace contextRef="#ctx0" brushRef="#br0">22598 13145 3039 0 0,'4'8'10752'0'0,"2"9"-10080"0"0,0 9-224 0 0,-1 10-160 0 0,-2 8-128 0 0,-1 5-96 0 0,-5 3 0 0 0,-3-2-32 0 0,0-2-96 0 0,2-3-128 0 0,0-6-160 0 0,2-4-1216 0 0,-4-13-1952 0 0,-1-15 1408 0 0,6-22 2112 0 0,3-21 0 0 0,0-6 0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0"/>
    </inkml:context>
    <inkml:brush xml:id="br0">
      <inkml:brushProperty name="width" value="0.1" units="cm"/>
      <inkml:brushProperty name="height" value="0.1" units="cm"/>
    </inkml:brush>
  </inkml:definitions>
  <inkml:trace contextRef="#ctx0" brushRef="#br0">22617 12932 7295 0 0,'4'-13'6880'0'0,"7"-10"-7360"0"0,5-5-480 0 0,0-2-768 0 0,2 0-1088 0 0,2 0 2816 0 0,3 0 0 0 0,-3 6 0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1"/>
    </inkml:context>
    <inkml:brush xml:id="br0">
      <inkml:brushProperty name="width" value="0.1" units="cm"/>
      <inkml:brushProperty name="height" value="0.1" units="cm"/>
    </inkml:brush>
  </inkml:definitions>
  <inkml:trace contextRef="#ctx0" brushRef="#br0">23059 13114 4479 0 0,'4'-9'7008'0'0,"2"-8"-6112"0"0,-4 0 64 0 0,-4 7-736 0 0,-5 4-32 0 0,-6 9-96 0 0,-5 8-32 0 0,-5 7-32 0 0,-2 4 0 0 0,-1 8-64 0 0,-2 3-96 0 0,1 1-64 0 0,-1-1 0 0 0,5-2 64 0 0,2-2 32 0 0,0 4 64 0 0,3 0 0 0 0,6 4 0 0 0,-1 0 0 0 0,2 3 32 0 0,8-2-32 0 0,4 3 0 0 0,7-2 0 0 0,1-2 0 0 0,5-8-288 0 0,3-5-352 0 0,4-6-384 0 0,7-6-480 0 0,4-5-1376 0 0,5-8 2912 0 0,1-9 0 0 0,-7-2 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2"/>
    </inkml:context>
    <inkml:brush xml:id="br0">
      <inkml:brushProperty name="width" value="0.1" units="cm"/>
      <inkml:brushProperty name="height" value="0.1" units="cm"/>
    </inkml:brush>
  </inkml:definitions>
  <inkml:trace contextRef="#ctx0" brushRef="#br0">23241 13282 5407 0 0,'4'14'8800'0'0,"-2"12"-8768"0"0,-3 8 0 0 0,0 6 0 0 0,0 6 96 0 0,-5-1 32 0 0,-1 1 32 0 0,1-2-64 0 0,1-5 32 0 0,1-5 0 0 0,-2-7-32 0 0,-1-13-32 0 0,1-14 0 0 0,1-11 0 0 0,2-8-64 0 0,6-6-32 0 0,2-2 32 0 0,1-2-32 0 0,3-5 0 0 0,0 0 0 0 0,4-5-32 0 0,-1-3-160 0 0,2-1-288 0 0,3 4-320 0 0,4-1-512 0 0,2 2-480 0 0,2 3-704 0 0,1 3-1792 0 0,0 2 4288 0 0,2 2 0 0 0,-6 6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3"/>
    </inkml:context>
    <inkml:brush xml:id="br0">
      <inkml:brushProperty name="width" value="0.1" units="cm"/>
      <inkml:brushProperty name="height" value="0.1" units="cm"/>
    </inkml:brush>
  </inkml:definitions>
  <inkml:trace contextRef="#ctx0" brushRef="#br0">23855 13104 5599 0 0,'-9'-4'7840'0'0,"-7"2"-7808"0"0,-6 7-64 0 0,-3 2 32 0 0,-7 5-32 0 0,-2 9 32 0 0,0 5 0 0 0,1 3 0 0 0,2 1 0 0 0,2 0 0 0 0,6 0 0 0 0,1-2 0 0 0,6 4-32 0 0,0 1 0 0 0,4 0 0 0 0,3-2 0 0 0,3-1 0 0 0,3-2 0 0 0,2-1 0 0 0,5 0-64 0 0,7-5 64 0 0,6-6 64 0 0,5-6 32 0 0,2-9 32 0 0,7-5-32 0 0,3-11 96 0 0,4-7 32 0 0,0-4 96 0 0,-2-7 0 0 0,-2-2-32 0 0,-3-5-96 0 0,-2 1 0 0 0,-1 6-64 0 0,-6 5 0 0 0,-6-2-32 0 0,-6 0 0 0 0,-5 0-192 0 0,-3 0-288 0 0,-7 2-224 0 0,-6 1-224 0 0,-6 4-416 0 0,-5 7-448 0 0,-3 1-1312 0 0,-2 8 3040 0 0,-1 5 0 0 0,5 3 0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4"/>
    </inkml:context>
    <inkml:brush xml:id="br0">
      <inkml:brushProperty name="width" value="0.1" units="cm"/>
      <inkml:brushProperty name="height" value="0.1" units="cm"/>
    </inkml:brush>
  </inkml:definitions>
  <inkml:trace contextRef="#ctx0" brushRef="#br0">24246 13229 3711 0 0,'14'5'9824'0'0,"8"1"-10560"0"0,6-1-992 0 0,2 0 1728 0 0,-4-6 0 0 0,-6-3 0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5"/>
    </inkml:context>
    <inkml:brush xml:id="br0">
      <inkml:brushProperty name="width" value="0.1" units="cm"/>
      <inkml:brushProperty name="height" value="0.1" units="cm"/>
    </inkml:brush>
  </inkml:definitions>
  <inkml:trace contextRef="#ctx0" brushRef="#br0">25210 12742 5983 0 0,'-9'9'7136'0'0,"-7"8"-6848"0"0,-6 5 0 0 0,-8 3-32 0 0,-3 7 0 0 0,-1 2 0 0 0,-3 4-32 0 0,-5 6-32 0 0,1 3-96 0 0,-3 3-32 0 0,3 6-64 0 0,-1 3 32 0 0,2 1-32 0 0,3-2 0 0 0,4 4-32 0 0,7 4 32 0 0,4 0 32 0 0,5 2 0 0 0,6 4 32 0 0,5-7 224 0 0,3-9-320 0 0,7-15-128 0 0,2-9-288 0 0,5-6-1504 0 0,6-8 448 0 0,3-6-864 0 0,4-1 2368 0 0,6-2 0 0 0,-2-3 0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6"/>
    </inkml:context>
    <inkml:brush xml:id="br0">
      <inkml:brushProperty name="width" value="0.1" units="cm"/>
      <inkml:brushProperty name="height" value="0.1" units="cm"/>
    </inkml:brush>
  </inkml:definitions>
  <inkml:trace contextRef="#ctx0" brushRef="#br0">25745 13442 5503 0 0,'-9'-4'7136'0'0,"-8"2"-6912"0"0,-4 2 64 0 0,-5 1 32 0 0,-1 1-32 0 0,-6-1 0 0 0,-1 0-64 0 0,-4 4-64 0 0,-5 1-64 0 0,1 0-64 0 0,-2-1 0 0 0,-2-2-32 0 0,2-1 0 0 0,4 4-64 0 0,0 0-64 0 0,2 4 0 0 0,3 5 0 0 0,4 4 32 0 0,1 4 64 0 0,7 2 0 0 0,2 6 0 0 0,5 2 32 0 0,5 0 0 0 0,5-1 0 0 0,3-2 0 0 0,2-1 0 0 0,6-5-64 0 0,6-8 32 0 0,6-5 32 0 0,5-6 0 0 0,3-3 0 0 0,1-2 32 0 0,2-1 32 0 0,0-4 64 0 0,-1-3 0 0 0,1-3 0 0 0,-1 0 32 0 0,0-3-64 0 0,-5-4 32 0 0,-2 2 0 0 0,-3-1 160 0 0,-11-2-128 0 0,-9-3-64 0 0,-5-2-96 0 0,-6-1 0 0 0,-4 4-96 0 0,-4 0-64 0 0,-3 4-64 0 0,3 1-32 0 0,0 3 0 0 0,1 3-832 0 0,2-1-1728 0 0,6 7-32 0 0,4 3 2848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7"/>
    </inkml:context>
    <inkml:brush xml:id="br0">
      <inkml:brushProperty name="width" value="0.1" units="cm"/>
      <inkml:brushProperty name="height" value="0.1" units="cm"/>
    </inkml:brush>
  </inkml:definitions>
  <inkml:trace contextRef="#ctx0" brushRef="#br0">25715 13377 4575 0 0,'-9'9'9792'0'0,"-3"8"-9312"0"0,-4 5-128 0 0,-4-1-128 0 0,2 0-96 0 0,-1 1-64 0 0,-1 2-32 0 0,2 5-32 0 0,0 3 32 0 0,3 0-32 0 0,0 3 0 0 0,2 1 0 0 0,-2-1 0 0 0,3-3 0 0 0,3-2 32 0 0,-2-6-32 0 0,2-2 32 0 0,6-10-32 0 0,4-11-32 0 0,1-11 32 0 0,6-12-32 0 0,1-12 32 0 0,3-4 0 0 0,0 0 0 0 0,3 1 0 0 0,-2 3 0 0 0,1 3 0 0 0,4 7 0 0 0,2 6 32 0 0,3 3 0 0 0,2 8 96 0 0,1 6 32 0 0,1 2 32 0 0,0 6 64 0 0,0 6-32 0 0,0 6 32 0 0,-5 3-64 0 0,-1 4-64 0 0,-5 0-32 0 0,0 2-32 0 0,-3-1-32 0 0,-4 1 32 0 0,-3-1-32 0 0,2-4 0 0 0,-1-2 0 0 0,-5-5-32 0 0,-4 0-448 0 0,-6-3-5088 0 0,-1-8 5536 0 0,0-5 0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8"/>
    </inkml:context>
    <inkml:brush xml:id="br0">
      <inkml:brushProperty name="width" value="0.1" units="cm"/>
      <inkml:brushProperty name="height" value="0.1" units="cm"/>
    </inkml:brush>
  </inkml:definitions>
  <inkml:trace contextRef="#ctx0" brushRef="#br0">26035 13039 1023 0 0,'-4'13'10912'0'0,"-2"14"-10176"0"0,0 11-96 0 0,-3 8-160 0 0,0 6-224 0 0,1 2-96 0 0,2 6-64 0 0,3 1-96 0 0,1 0-96 0 0,1-1-32 0 0,1 2-32 0 0,0-5-32 0 0,0-3-64 0 0,1-7 0 0 0,-1-5-64 0 0,5-7-128 0 0,1-4-3712 0 0,4-13 4160 0 0,1-8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49"/>
    </inkml:context>
    <inkml:brush xml:id="br0">
      <inkml:brushProperty name="width" value="0.1" units="cm"/>
      <inkml:brushProperty name="height" value="0.1" units="cm"/>
    </inkml:brush>
  </inkml:definitions>
  <inkml:trace contextRef="#ctx0" brushRef="#br0">25813 13474 4223 0 0,'9'-9'6752'0'0,"7"-3"-6560"0"0,6 1 96 0 0,3-3 96 0 0,3 2 32 0 0,4-3-128 0 0,3 2-96 0 0,-2-1-96 0 0,0 2 0 0 0,-3 2-384 0 0,-1-1-800 0 0,-1 1-2368 0 0,-6-2 3456 0 0,-6 1 0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0"/>
    </inkml:context>
    <inkml:brush xml:id="br0">
      <inkml:brushProperty name="width" value="0.1" units="cm"/>
      <inkml:brushProperty name="height" value="0.1" units="cm"/>
    </inkml:brush>
  </inkml:definitions>
  <inkml:trace contextRef="#ctx0" brushRef="#br0">26241 13588 4095 0 0,'-9'9'8256'0'0,"-7"8"-7968"0"0,-2 5 96 0 0,3 3 448 0 0,4 3-448 0 0,-1-5-64 0 0,2-1-64 0 0,3 1-96 0 0,2 0 32 0 0,-3-4-192 0 0,1 0 0 0 0,1 1 0 0 0,1-7 32 0 0,3-11 32 0 0,5-6-32 0 0,2-6-32 0 0,1-10 32 0 0,3-3-32 0 0,1-1 32 0 0,2-1-64 0 0,0-1 32 0 0,2-1 0 0 0,3 1-32 0 0,4 3-64 0 0,2 2-128 0 0,2 5-160 0 0,1 0-256 0 0,1-2-256 0 0,0 3-576 0 0,-5-1-800 0 0,-1-3 2272 0 0,0-1 0 0 0,-3 1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1"/>
    </inkml:context>
    <inkml:brush xml:id="br0">
      <inkml:brushProperty name="width" value="0.1" units="cm"/>
      <inkml:brushProperty name="height" value="0.1" units="cm"/>
    </inkml:brush>
  </inkml:definitions>
  <inkml:trace contextRef="#ctx0" brushRef="#br0">26608 13576 3583 0 0,'-14'5'9344'0'0,"-8"1"-8832"0"0,-6-1-384 0 0,-2 0-64 0 0,0 3-32 0 0,0 0-32 0 0,0 3 0 0 0,2 4-32 0 0,0 5-96 0 0,6 3-64 0 0,1 1 0 0 0,0 3 32 0 0,0 0 32 0 0,2 0 96 0 0,5 0 32 0 0,1 0-32 0 0,6 0 0 0 0,10 0 256 0 0,8-5 0 0 0,7-6-64 0 0,5-10 32 0 0,2-6-32 0 0,8-8-32 0 0,1-7-32 0 0,0-5-32 0 0,3-4 0 0 0,-1 2 0 0 0,-1 1 32 0 0,-2-2-32 0 0,-3 5 0 0 0,-6-1 0 0 0,-2 0 0 0 0,-6-3 0 0 0,-5-1 64 0 0,-5-1-192 0 0,-7-2-256 0 0,-4 0-256 0 0,-5 4-160 0 0,-6 1-96 0 0,-5 4-320 0 0,-3 6-768 0 0,-2 4-1760 0 0,-1-2 3680 0 0,5 2 0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2"/>
    </inkml:context>
    <inkml:brush xml:id="br0">
      <inkml:brushProperty name="width" value="0.1" units="cm"/>
      <inkml:brushProperty name="height" value="0.1" units="cm"/>
    </inkml:brush>
  </inkml:definitions>
  <inkml:trace contextRef="#ctx0" brushRef="#br0">26744 13060 3839 0 0,'9'9'9216'0'0,"3"12"-9184"0"0,0 11 0 0 0,-3 14 32 0 0,-3 8-32 0 0,-2 9 0 0 0,-1 6-32 0 0,-3 10 32 0 0,-4 5 0 0 0,-2 2-32 0 0,-1-1 0 0 0,2-5 0 0 0,-3-12-32 0 0,0-13-224 0 0,1-11-224 0 0,2-9-224 0 0,1-15-4928 0 0,3-11 5632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3"/>
    </inkml:context>
    <inkml:brush xml:id="br0">
      <inkml:brushProperty name="width" value="0.1" units="cm"/>
      <inkml:brushProperty name="height" value="0.1" units="cm"/>
    </inkml:brush>
  </inkml:definitions>
  <inkml:trace contextRef="#ctx0" brushRef="#br0">26892 13187 3359 0 0,'14'13'13600'0'0,"4"10"-13504"0"0,-1 4-32 0 0,1 8-32 0 0,-2 6 32 0 0,-4 5 0 0 0,-4 0 0 0 0,-4 0 0 0 0,-2 2 0 0 0,-1-2-32 0 0,-2-1 0 0 0,1-4 0 0 0,-1 1 0 0 0,0 2-32 0 0,1-1 0 0 0,-1-5 0 0 0,1-4-160 0 0,-5-2-32 0 0,-1-3-160 0 0,1-2-832 0 0,0-10-9632 0 0,2-12 10816 0 0,1-7 0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4"/>
    </inkml:context>
    <inkml:brush xml:id="br0">
      <inkml:brushProperty name="width" value="0.1" units="cm"/>
      <inkml:brushProperty name="height" value="0.1" units="cm"/>
    </inkml:brush>
  </inkml:definitions>
  <inkml:trace contextRef="#ctx0" brushRef="#br0">27062 13702 2911 0 0,'13'0'10752'0'0,"10"0"-10304"0"0,0-5-352 0 0,1-1-32 0 0,-4-4-32 0 0,0-5 32 0 0,-5-4-32 0 0,1-4-32 0 0,-3-2 0 0 0,1-2 0 0 0,3 0 32 0 0,-2-1-32 0 0,1 6 0 0 0,-2 0 64 0 0,-3 10 224 0 0,-9 6-288 0 0,-4 9 0 0 0,-6 9 0 0 0,-6 6-32 0 0,-6 9 32 0 0,1 5-32 0 0,-1 2 32 0 0,-1-2-32 0 0,-2 0 32 0 0,-2-2-32 0 0,4-2 32 0 0,5 0-32 0 0,2-1 32 0 0,2-1-32 0 0,3 0-32 0 0,8 0 64 0 0,5 1-32 0 0,5-6 32 0 0,1 0-32 0 0,4-5 32 0 0,4 0-32 0 0,3-3 32 0 0,8-4-32 0 0,2-8 32 0 0,1-3-32 0 0,0-7-32 0 0,-2-2-416 0 0,0-3-576 0 0,-7-3-864 0 0,-2-5-1920 0 0,1-2 3840 0 0,-5-1 0 0 0,-5 3 0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03T02:36:48.255"/>
    </inkml:context>
    <inkml:brush xml:id="br0">
      <inkml:brushProperty name="width" value="0.1" units="cm"/>
      <inkml:brushProperty name="height" value="0.1" units="cm"/>
    </inkml:brush>
  </inkml:definitions>
  <inkml:trace contextRef="#ctx0" brushRef="#br0">27479 13541 4639 0 0,'0'14'8416'0'0,"0"8"-7776"0"0,-5 6 32 0 0,-1 2 0 0 0,1 0 0 0 0,0 1 0 0 0,2-2-96 0 0,-4-1 288 0 0,0 0-672 0 0,1-1-64 0 0,1 0-32 0 0,2-1-96 0 0,-3-4 0 0 0,-1-2 0 0 0,1 1-32 0 0,2 1 0 0 0,5-4 32 0 0,4-8 32 0 0,-1-12-32 0 0,5-13 0 0 0,1-10 0 0 0,2-4 0 0 0,5-6-32 0 0,3-7 32 0 0,3-5-32 0 0,2 1-64 0 0,1 0-128 0 0,6 2-224 0 0,1 5-256 0 0,0 4-224 0 0,3 4-352 0 0,0 3-736 0 0,3 5 2016 0 0,-1 8 0 0 0,-6 5 0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4"/>
    </inkml:context>
    <inkml:brush xml:id="br0">
      <inkml:brushProperty name="width" value="0.1" units="cm"/>
      <inkml:brushProperty name="height" value="0.1" units="cm"/>
    </inkml:brush>
  </inkml:definitions>
  <inkml:trace contextRef="#ctx0" brushRef="#br0">4763 18230 2015 0 0,'4'13'8800'0'0,"2"10"-7872"0"0,5 1-832 0 0,-1 0-32 0 0,4-3 0 0 0,-1-2-32 0 0,2-3-32 0 0,-2 0 32 0 0,2-2-32 0 0,-2 0 0 0 0,1-2 32 0 0,3 2-32 0 0,4-2 0 0 0,-3 2 0 0 0,1-2 32 0 0,1 2-32 0 0,3-1 0 0 0,-4 1 0 0 0,0-1 32 0 0,2 1 0 0 0,-4 3 64 0 0,-3 3-32 0 0,-6 3 96 0 0,2-3-128 0 0,-2 1 32 0 0,-1 0-32 0 0,-3 2 32 0 0,-6-4-32 0 0,-3 0-32 0 0,-1 2 96 0 0,-3-4 0 0 0,-1 1 192 0 0,-3-4-192 0 0,1 2-32 0 0,-2-3 0 0 0,-4-4-32 0 0,2-7 32 0 0,-1-5-32 0 0,-2-1-32 0 0,-3 0 0 0 0,-2 0 0 0 0,-1 2 0 0 0,-2 0 32 0 0,0 1 0 0 0,5-4 0 0 0,1-1-32 0 0,4-4 0 0 0,0-1 32 0 0,4-2-32 0 0,-1-5 32 0 0,2-2 0 0 0,3-4-32 0 0,3-1 32 0 0,7-2 0 0 0,8 0-32 0 0,7-1 64 0 0,5 5 224 0 0,4 7-192 0 0,2 5-32 0 0,-8 9-32 0 0,-7 10-32 0 0,-6 8 0 0 0,-4 6 0 0 0,-7-1 32 0 0,-2 1-32 0 0,0 0 0 0 0,1 2 0 0 0,1 2 32 0 0,2 0 0 0 0,6-4 0 0 0,2-2 0 0 0,6-3 128 0 0,0-10-96 0 0,3-5-32 0 0,-1-9 0 0 0,-3-7 32 0 0,-3-5-32 0 0,-2-5-64 0 0,-3-3 32 0 0,-1 0-32 0 0,-1-2 0 0 0,-5 1 0 0 0,-11 18 32 0 0,3 16 0 0 0,2 11 0 0 0,4 7 0 0 0,7 0 32 0 0,4 0-32 0 0,1 1 0 0 0,5-4 0 0 0,0-2 32 0 0,3-3 0 0 0,4-4 64 0 0,-1-10-64 0 0,-3-8-32 0 0,-4-9 0 0 0,-4-6 32 0 0,-2-4-32 0 0,-6-3 0 0 0,-3 0 0 0 0,-1-1 0 0 0,2 1 0 0 0,1 9 0 0 0,1 12 0 0 0,2 13 0 0 0,5 4 32 0 0,2 6-32 0 0,0 4 0 0 0,-1 4 32 0 0,-2 2 32 0 0,4-3 288 0 0,0-11-192 0 0,0-11-128 0 0,-3-11-32 0 0,0-8 0 0 0,-3-5 0 0 0,0-4 0 0 0,-5 3 32 0 0,-2 1-32 0 0,-5 9 128 0 0,0 7-128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5"/>
    </inkml:context>
    <inkml:brush xml:id="br0">
      <inkml:brushProperty name="width" value="0.1" units="cm"/>
      <inkml:brushProperty name="height" value="0.1" units="cm"/>
    </inkml:brush>
  </inkml:definitions>
  <inkml:trace contextRef="#ctx0" brushRef="#br0">4130 17651 1727 0 0,'-9'5'3136'0'0,"-8"1"-2592"0"0,-5 4 64 0 0,-4 1 64 0 0,-1-2 608 0 0,3-7-832 0 0,1-3-96 0 0,5-7 160 0 0,1-6-320 0 0,3-6-32 0 0,9 1-96 0 0,4 0 32 0 0,4-3 160 0 0,5-1 32 0 0,1-2-192 0 0,4-1 64 0 0,0 0-64 0 0,-3-1 32 0 0,2 4 0 0 0,-1 2 0 0 0,-3 0-32 0 0,2 3 0 0 0,4 0 32 0 0,4 8 416 0 0,4 11-320 0 0,-3 8-192 0 0,-3 9-32 0 0,-6 5 32 0 0,-3 3 0 0 0,-4 2 64 0 0,-2 1 0 0 0,-1-1 96 0 0,-1 1 224 0 0,0-1-32 0 0,0-1-32 0 0,1 0-96 0 0,-1 0 64 0 0,6-4 128 0 0,1-12-416 0 0,-1-11-32 0 0,0-11 0 0 0,-2-8-96 0 0,-1-5-320 0 0,-1-7-992 0 0,0-4-3904 0 0,-1 0 5312 0 0,0-3 0 0 0,0 5 0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6"/>
    </inkml:context>
    <inkml:brush xml:id="br0">
      <inkml:brushProperty name="width" value="0.1" units="cm"/>
      <inkml:brushProperty name="height" value="0.1" units="cm"/>
    </inkml:brush>
  </inkml:definitions>
  <inkml:trace contextRef="#ctx0" brushRef="#br0">5322 17254 2783 0 0,'-14'4'4160'0'0,"-9"2"-4128"0"0,-5 0-32 0 0,-2 3 32 0 0,-1 1 0 0 0,0-3 32 0 0,6-5 192 0 0,2-5 128 0 0,1 0 416 0 0,4-6-288 0 0,5-4-128 0 0,5-6-320 0 0,3-4 0 0 0,3-2-64 0 0,7-2 32 0 0,1 0 0 0 0,6-1 0 0 0,4 0 64 0 0,4 5 32 0 0,4 6 64 0 0,2 7 192 0 0,1-1-128 0 0,1 7 320 0 0,-1 4-64 0 0,-3 6-320 0 0,-8 8 0 0 0,0 0-96 0 0,-4 3 0 0 0,-4 3-64 0 0,-3 2 0 0 0,-2 3-32 0 0,-2 1 0 0 0,-6-3 0 0 0,-2-2-64 0 0,-4 0-256 0 0,-5-3-2240 0 0,-4-4 2560 0 0,-3-6 0 0 0,2-3 0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7"/>
    </inkml:context>
    <inkml:brush xml:id="br0">
      <inkml:brushProperty name="width" value="0.1" units="cm"/>
      <inkml:brushProperty name="height" value="0.1" units="cm"/>
    </inkml:brush>
  </inkml:definitions>
  <inkml:trace contextRef="#ctx0" brushRef="#br0">3943 17206 3935 0 0,'-5'-14'5536'0'0,"-1"-8"-5472"0"0,1-6-32 0 0,-5-7 0 0 0,1-2-32 0 0,1 1 32 0 0,2 1 128 0 0,3-2 64 0 0,1 1 64 0 0,1-2-32 0 0,1-1-32 0 0,0-1-32 0 0,0 1-64 0 0,1 2-32 0 0,-1 4-32 0 0,5 2-32 0 0,1 2-32 0 0,0 1 32 0 0,3 2-32 0 0,5 4-32 0 0,4 11 64 0 0,5 7 0 0 0,1 9 128 0 0,3 8 96 0 0,0 7 32 0 0,1 4 0 0 0,-1 7 0 0 0,1 8 32 0 0,-1 1-64 0 0,1 3-64 0 0,-1 0-32 0 0,-5-5-96 0 0,-1-2 0 0 0,-5-4-32 0 0,0-8-32 0 0,-3-2-192 0 0,-8-10-2912 0 0,-5-12 3104 0 0,-7-14 0 0 0,-2-6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8"/>
    </inkml:context>
    <inkml:brush xml:id="br0">
      <inkml:brushProperty name="width" value="0.1" units="cm"/>
      <inkml:brushProperty name="height" value="0.1" units="cm"/>
    </inkml:brush>
  </inkml:definitions>
  <inkml:trace contextRef="#ctx0" brushRef="#br0">4815 16886 5535 0 0,'0'-14'6048'0'0,"0"-9"-6176"0"0,5-5 0 0 0,1-2 64 0 0,0-1 0 0 0,3 1 64 0 0,0 0 0 0 0,4 1 0 0 0,-1 1 32 0 0,-3-4 0 0 0,2-1-32 0 0,0 1 32 0 0,-3 0-32 0 0,2 2 0 0 0,4 11 0 0 0,4 8 32 0 0,3 10 32 0 0,4 11 64 0 0,1 12 32 0 0,1 11 128 0 0,0 6 64 0 0,1 4 64 0 0,-1 0 32 0 0,-4 1 0 0 0,-2 8-32 0 0,1-1-96 0 0,-5-1-128 0 0,1-3-64 0 0,-4-5-64 0 0,-8-11-1792 0 0,-15-14 1728 0 0,-5-10 0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09"/>
    </inkml:context>
    <inkml:brush xml:id="br0">
      <inkml:brushProperty name="width" value="0.1" units="cm"/>
      <inkml:brushProperty name="height" value="0.1" units="cm"/>
    </inkml:brush>
  </inkml:definitions>
  <inkml:trace contextRef="#ctx0" brushRef="#br0">5665 18735 1663 0 0,'-5'9'5632'0'0,"-1"8"-5376"0"0,-4 5-64 0 0,-5-1-32 0 0,-1 1-32 0 0,-1 0-32 0 0,-7 2 0 0 0,-4 2-64 0 0,-2-1 32 0 0,0 2-64 0 0,0 0 32 0 0,0 0 0 0 0,-2 4-32 0 0,-2 2 32 0 0,-4 0 32 0 0,1-1 0 0 0,-4-2 64 0 0,2-6 32 0 0,-3-2-64 0 0,-2 0 32 0 0,-4 0 64 0 0,-2-4 32 0 0,3 1 0 0 0,0-4-64 0 0,3-4 0 0 0,5 0 0 0 0,5-1 0 0 0,3-3 32 0 0,7-6 32 0 0,3-5 256 0 0,1 0-128 0 0,3-5-256 0 0,0-1 0 0 0,-1-2 0 0 0,-2-1-96 0 0,-3-1 32 0 0,-2 1-32 0 0,0 2 32 0 0,-2 0-32 0 0,0 1 0 0 0,0-3 32 0 0,-5-3-32 0 0,-6-3 0 0 0,-1-4 32 0 0,2-2-32 0 0,-3 3 0 0 0,2 1 32 0 0,-2 0 0 0 0,-4-2 0 0 0,2-1 0 0 0,3-1 32 0 0,-1-1 32 0 0,2-1 32 0 0,-2 0-64 0 0,1 5 0 0 0,4 1 0 0 0,6-1-32 0 0,5 5 0 0 0,5-1-32 0 0,3 4 32 0 0,-2 3-32 0 0,3 0 32 0 0,-1-3-32 0 0,-2-4 0 0 0,-2-3 32 0 0,-3 1-32 0 0,3 1 0 0 0,0-2 0 0 0,-1-2 0 0 0,-2 3 32 0 0,4 1-32 0 0,-1-1 0 0 0,0 2 0 0 0,3 0 0 0 0,-1-1 32 0 0,-1-2-32 0 0,2-3 0 0 0,0 4 0 0 0,2 0 32 0 0,0 4-32 0 0,2-1 0 0 0,-1 4 0 0 0,1-2 0 0 0,4-1 32 0 0,-2 0-32 0 0,1 0 32 0 0,3-3-32 0 0,-3 2 0 0 0,1 0 0 0 0,2-3 0 0 0,1-1 0 0 0,3-3 0 0 0,2-6 0 0 0,0-6 32 0 0,1-3-32 0 0,0 1 0 0 0,1 3 0 0 0,-1 3 32 0 0,0 1-32 0 0,1-2 0 0 0,3 0 0 0 0,2 0 0 0 0,0-2 0 0 0,-1-1 0 0 0,-2 2 0 0 0,-1 2 32 0 0,4-3-32 0 0,0-4 0 0 0,5-5 0 0 0,-1-4 0 0 0,-1 1 0 0 0,2 5 0 0 0,-1 0 0 0 0,3-2 32 0 0,-1-3-32 0 0,2-2 0 0 0,-2 3 0 0 0,-2 4 0 0 0,1 5 0 0 0,4 0 0 0 0,3-4 0 0 0,4-3 32 0 0,2-3-32 0 0,-3 1 0 0 0,0 4 0 0 0,1 5 0 0 0,1 0 0 0 0,-4 1 0 0 0,5-3 0 0 0,2 2 32 0 0,2 2-32 0 0,5 2 0 0 0,1 3 32 0 0,5 1 0 0 0,-1 2 0 0 0,3 5 0 0 0,13 1-32 0 0,1 1 32 0 0,-4 3 0 0 0,-1 4 0 0 0,4 5 0 0 0,2 4 0 0 0,1 2 0 0 0,0 1 32 0 0,-1-3-32 0 0,-1-1 0 0 0,0-4-32 0 0,-1-1 32 0 0,-1 1-32 0 0,1-2 0 0 0,9 1 32 0 0,2 2-32 0 0,-4 7 0 0 0,-5 3 0 0 0,8 7 0 0 0,1 5 0 0 0,3 6 0 0 0,0 3 0 0 0,-7 3 0 0 0,3 6 0 0 0,-3-2 0 0 0,-9-3 0 0 0,6 9 0 0 0,2 2-32 0 0,-5 0 32 0 0,-7-2 0 0 0,2 1 0 0 0,-3 9-32 0 0,-5 5 32 0 0,-5 8 0 0 0,-4-2 0 0 0,-4 8-32 0 0,-1 11 32 0 0,-6 6-32 0 0,-2 8 32 0 0,-5 2-32 0 0,-4-1 32 0 0,-10 2-32 0 0,-3 3 32 0 0,-8 0 0 0 0,-5-3-32 0 0,-6-4 32 0 0,-7-4 0 0 0,-5-6 0 0 0,-4-4 0 0 0,-2 0 0 0 0,-3-4 0 0 0,-3-1-32 0 0,-3-3-160 0 0,-3 1-672 0 0,3 3-800 0 0,0-2-1856 0 0,0 1 3520 0 0,-2-3 0 0 0,9-11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0"/>
    </inkml:context>
    <inkml:brush xml:id="br0">
      <inkml:brushProperty name="width" value="0.1" units="cm"/>
      <inkml:brushProperty name="height" value="0.1" units="cm"/>
    </inkml:brush>
  </inkml:definitions>
  <inkml:trace contextRef="#ctx0" brushRef="#br0">5477 18791 1055 0 0,'9'-5'2560'0'0,"8"-1"-1824"0"0,0-4-288 0 0,3-1-32 0 0,-3-3-64 0 0,1-3 128 0 0,-3-4-320 0 0,-4-2-64 0 0,1 2 0 0 0,-2 0-64 0 0,2 0 32 0 0,-1-2-32 0 0,2 3-32 0 0,4 6 32 0 0,-2-1-32 0 0,2 4 32 0 0,-2-2-32 0 0,0 1 64 0 0,3 4 320 0 0,-1-3-32 0 0,0 2 0 0 0,2 2 672 0 0,-2-3-384 0 0,0 1-320 0 0,2 1-160 0 0,3 3-96 0 0,2 2-32 0 0,1 1 0 0 0,1 2 128 0 0,-4-5-64 0 0,-1-1 32 0 0,1 1 64 0 0,0 1 0 0 0,2 1-64 0 0,-4-4-64 0 0,0 0-32 0 0,1 1 32 0 0,1 2 0 0 0,2 0 0 0 0,1 3-32 0 0,1-5 0 0 0,0 0 0 0 0,1 0-32 0 0,0 2 0 0 0,0 1 0 0 0,-4 6 0 0 0,-2 2 0 0 0,0 0 0 0 0,1 0 0 0 0,-3 3 0 0 0,0 0 0 0 0,1 0 0 0 0,1 1 0 0 0,3 1 0 0 0,1 2 0 0 0,1 0 0 0 0,0 2 0 0 0,1-2-32 0 0,0-2-128 0 0,5 1-416 0 0,1 0-736 0 0,0-4-2496 0 0,-1-1 3808 0 0,-7-3 0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1"/>
    </inkml:context>
    <inkml:brush xml:id="br0">
      <inkml:brushProperty name="width" value="0.1" units="cm"/>
      <inkml:brushProperty name="height" value="0.1" units="cm"/>
    </inkml:brush>
  </inkml:definitions>
  <inkml:trace contextRef="#ctx0" brushRef="#br0">6773 18480 1791 0 0,'0'-9'5856'0'0,"0"-8"-5504"0"0,5 0-128 0 0,1-3-192 0 0,4 3 0 0 0,6-1-32 0 0,3 3 32 0 0,0-1 0 0 0,0 3-32 0 0,2 3 64 0 0,-2-1 0 0 0,-1 2 0 0 0,2-3 96 0 0,2 1-96 0 0,1-3 0 0 0,2 2-32 0 0,1 3 0 0 0,1-3 0 0 0,0 2-32 0 0,0-2 0 0 0,0 1 32 0 0,0 2-32 0 0,0-2 0 0 0,5 1 96 0 0,1-2 64 0 0,-1 0 0 0 0,0 3 0 0 0,-2 3-32 0 0,-1-2 0 0 0,3-1-32 0 0,2 3-32 0 0,3-3 32 0 0,0 0-64 0 0,-1 2 0 0 0,-8-3-32 0 0,-3 0 32 0 0,-1 3-32 0 0,-1-3 32 0 0,0 0 0 0 0,2-2 0 0 0,0 1 0 0 0,1-3-32 0 0,0 2 32 0 0,1-3-32 0 0,0 3 32 0 0,0 2-32 0 0,0 3 0 0 0,0 3 0 0 0,0 2 32 0 0,-5-3-32 0 0,-1-1 32 0 0,0 1 0 0 0,1-4 0 0 0,1 0 0 0 0,2 2 32 0 0,1-3-32 0 0,0 0 0 0 0,1-2 0 0 0,0 0-32 0 0,0 3 32 0 0,0 3-32 0 0,0-3 0 0 0,0 1 32 0 0,0 1-32 0 0,0-2 0 0 0,0-4 32 0 0,-1-1-32 0 0,-3-1 0 0 0,-3 1 0 0 0,-3-2 0 0 0,-1 3 0 0 0,-3-2 0 0 0,1 2 0 0 0,-2-1 32 0 0,2 1-32 0 0,-2-1 0 0 0,1 1 0 0 0,4-1 0 0 0,3 2 0 0 0,3 2 0 0 0,2 3 32 0 0,1 4-32 0 0,1 1 0 0 0,-4-3 0 0 0,-1-1 32 0 0,-1 0 0 0 0,2 2 64 0 0,0 2 64 0 0,2 0 0 0 0,-3-3-128 0 0,-2-2 32 0 0,1 2-32 0 0,1-4-32 0 0,-3-5 0 0 0,-9 0 0 0 0,-2 7 0 0 0,-2 10 0 0 0,-2 8 0 0 0,2 2 0 0 0,1 5 0 0 0,3-3 0 0 0,1 3 0 0 0,-3 1 0 0 0,3-2 0 0 0,-1 1 0 0 0,-6 2-32 0 0,-9-3 0 0 0,-8-4 32 0 0,-6 0 0 0 0,-5-2 0 0 0,2 2 0 0 0,0-1-32 0 0,0-4-32 0 0,-2-2-1120 0 0,-1-2-2816 0 0,-1-2 4000 0 0,5-2 0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2"/>
    </inkml:context>
    <inkml:brush xml:id="br0">
      <inkml:brushProperty name="width" value="0.1" units="cm"/>
      <inkml:brushProperty name="height" value="0.1" units="cm"/>
    </inkml:brush>
  </inkml:definitions>
  <inkml:trace contextRef="#ctx0" brushRef="#br0">8762 17806 1599 0 0,'9'10'5024'0'0,"4"6"-4992"0"0,-2 6 128 0 0,-2 4 192 0 0,-2 2 64 0 0,-3 0-224 0 0,-2 1 32 0 0,-1-1 0 0 0,-1 0-64 0 0,0 0 128 0 0,-1-10-96 0 0,-4-12-160 0 0,-1-12 0 0 0,-5-5 256 0 0,-4 0 64 0 0,-5 1-224 0 0,-3 3-64 0 0,-3 2-64 0 0,0 7 0 0 0,-2 2 32 0 0,0 2-32 0 0,1 3 0 0 0,-1-3-32 0 0,1-4 0 0 0,0-2-64 0 0,0 0-512 0 0,0-1-800 0 0,0 0 1408 0 0,0 4 0 0 0,5 3 0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3"/>
    </inkml:context>
    <inkml:brush xml:id="br0">
      <inkml:brushProperty name="width" value="0.1" units="cm"/>
      <inkml:brushProperty name="height" value="0.1" units="cm"/>
    </inkml:brush>
  </inkml:definitions>
  <inkml:trace contextRef="#ctx0" brushRef="#br0">6721 19463 2783 0 0,'-5'-9'4128'0'0,"-1"-8"-4096"0"0,0-5 0 0 0,2-4 0 0 0,0-1 0 0 0,7 3 96 0 0,2 1 128 0 0,5 1 64 0 0,5-2 96 0 0,5 0 32 0 0,3-1-32 0 0,3-1-32 0 0,1-1-96 0 0,1 1-64 0 0,0-1-96 0 0,-1 0-32 0 0,1-5-32 0 0,-1-1-32 0 0,0 1 32 0 0,0-4-64 0 0,0-1 96 0 0,4 3 0 0 0,2-3 64 0 0,4 0 64 0 0,5-2 0 0 0,9 0 64 0 0,5 3 64 0 0,2 3-96 0 0,-9 2 128 0 0,-8 7-128 0 0,-6 2-160 0 0,-5 1 0 0 0,-3 4-64 0 0,3-4-32 0 0,1-4 0 0 0,0-1 0 0 0,4-1-32 0 0,0-1-64 0 0,-1 0-128 0 0,-2 0-192 0 0,3 1-224 0 0,4-5-352 0 0,1-1-448 0 0,-2 5-1152 0 0,-4 2 2592 0 0,-2 2 0 0 0,-7 4 0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4"/>
    </inkml:context>
    <inkml:brush xml:id="br0">
      <inkml:brushProperty name="width" value="0.1" units="cm"/>
      <inkml:brushProperty name="height" value="0.1" units="cm"/>
    </inkml:brush>
  </inkml:definitions>
  <inkml:trace contextRef="#ctx0" brushRef="#br0">3969 17652 991 0 0,'-4'-14'2848'0'0,"2"-8"-1024"0"0,7-6-544 0 0,7 2-1184 0 0,1 10-32 0 0,3 8-64 0 0,4 5 224 0 0,-2-1 64 0 0,0-1 192 0 0,-2-3-288 0 0,-4-5 416 0 0,-5-5-224 0 0,-7 1-128 0 0,-4 7-256 0 0,-6 10 0 0 0,-1 10 0 0 0,1 8 0 0 0,-2 1 0 0 0,1 1 32 0 0,-2-2-32 0 0,0 0 0 0 0,-1-3 32 0 0,-3-4 0 0 0,1 0 0 0 0,4-5 288 0 0,3-9-32 0 0,4-9 64 0 0,2-6-192 0 0,2-5-32 0 0,1-3 32 0 0,1-2-96 0 0,0 0 0 0 0,-1-1 64 0 0,1 10 352 0 0,-1 13-480 0 0,1 11 0 0 0,-1 10 32 0 0,-5 2 32 0 0,-1-6 448 0 0,0-10-288 0 0,2-9-32 0 0,0-8-128 0 0,2-6 64 0 0,1-4-64 0 0,5-2 32 0 0,2 9 0 0 0,0 11 32 0 0,-5 13-96 0 0,-4 9 64 0 0,0 7 0 0 0,-1 5-32 0 0,1 2 64 0 0,1 1-96 0 0,6-5 0 0 0,6-6 224 0 0,1-10 64 0 0,4-8-128 0 0,-1-7 0 0 0,-2-7 0 0 0,0-2-32 0 0,-1-3-64 0 0,2-1 64 0 0,-1-4-128 0 0,-3-1-32 0 0,-3-1-32 0 0,-7 4 0 0 0,-7 5 0 0 0,-4 11 32 0 0,2 10 0 0 0,1 10 0 0 0,-1 6 0 0 0,0 5 0 0 0,2 2 0 0 0,3 2 0 0 0,2 0 0 0 0,1 0 32 0 0,1-1-32 0 0,1-9 32 0 0,1-13-32 0 0,-1-12 32 0 0,5-5-4992 0 0,6 0 4960 0 0,1 1 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1T02:54:01.815"/>
    </inkml:context>
    <inkml:brush xml:id="br0">
      <inkml:brushProperty name="width" value="0.1" units="cm"/>
      <inkml:brushProperty name="height" value="0.1" units="cm"/>
    </inkml:brush>
  </inkml:definitions>
  <inkml:trace contextRef="#ctx0" brushRef="#br0">5107 17174 1983 0 0,'-4'-9'4640'0'0,"-7"-3"-352"0"0,-1 5-4288 0 0,2 8 32 0 0,7 9 0 0 0,3 7-32 0 0,3 5 32 0 0,5-1 64 0 0,0 0 96 0 0,5-3 0 0 0,4-4 224 0 0,3-6-224 0 0,4-3 288 0 0,2-3-128 0 0,-4-6-224 0 0,-1-7-32 0 0,-3-7-32 0 0,-6-3 0 0 0,-4-5-32 0 0,-9-5-32 0 0,-8-8 32 0 0,-7-1-32 0 0,-6 2-64 0 0,-3 7 64 0 0,-3 8 0 0 0,0 9 0 0 0,4 2 0 0 0,2 3 0 0 0,0 8 0 0 0,3 13 32 0 0,6 8-32 0 0,9 7 64 0 0,5 2-64 0 0,3 2 32 0 0,5-1 32 0 0,6-1 32 0 0,4 0-32 0 0,4-1 32 0 0,3-5 128 0 0,1-11-160 0 0,-4-12-32 0 0,-6-11 32 0 0,-5-8-32 0 0,-6-5-32 0 0,-7 1 0 0 0,-5 1 32 0 0,-5-2-32 0 0,0 0 0 0 0,-4 3 0 0 0,1 11 32 0 0,3 10-32 0 0,8 11 32 0 0,4 7 0 0 0,7 6-32 0 0,2 3 32 0 0,4-3-32 0 0,-1-1 32 0 0,-2-9 96 0 0,-3-11-128 0 0,-8-11 32 0 0,-4-9-32 0 0,-5-1 0 0 0,-1-3 0 0 0,-4 4 0 0 0,-4 3 0 0 0,-4 5 0 0 0,3 8 32 0 0,4 9 320 0 0,9 7-224 0 0,10 2 0 0 0,5-7-768 0 0,-5-10-992 0 0,-2-9 1632 0 0,-6-12 0 0 0,-2-3 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0:46.764"/>
    </inkml:context>
    <inkml:brush xml:id="br0">
      <inkml:brushProperty name="width" value="0.1" units="cm"/>
      <inkml:brushProperty name="height" value="0.1" units="cm"/>
    </inkml:brush>
  </inkml:definitions>
  <inkml:trace contextRef="#ctx0" brushRef="#br0">12673 4912 16383 0 0,'0'0'0'0'0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0.877"/>
    </inkml:context>
    <inkml:brush xml:id="br0">
      <inkml:brushProperty name="width" value="0.1" units="cm"/>
      <inkml:brushProperty name="height" value="0.1" units="cm"/>
    </inkml:brush>
  </inkml:definitions>
  <inkml:trace contextRef="#ctx0" brushRef="#br0">16651 5074 16383 0 0,'0'0'0'0'0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12:11.425"/>
    </inkml:context>
    <inkml:brush xml:id="br0">
      <inkml:brushProperty name="width" value="0.1" units="cm"/>
      <inkml:brushProperty name="height" value="0.1" units="cm"/>
    </inkml:brush>
  </inkml:definitions>
  <inkml:trace contextRef="#ctx0" brushRef="#br0">16986 4495 16383 0 0,'2'4'0'0'0,"1"1"0"0"0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3"/>
    </inkml:context>
    <inkml:brush xml:id="br0">
      <inkml:brushProperty name="width" value="0.1" units="cm"/>
      <inkml:brushProperty name="height" value="0.1" units="cm"/>
    </inkml:brush>
  </inkml:definitions>
  <inkml:trace contextRef="#ctx0" brushRef="#br0">30769 10046 16383 0 0,'0'1'0'0'0,"-1"2"0"0"0,-7 0 0 0 0,-26-1 0 0 0,-45 0 0 0 0,-55-1 0 0 0,-48 0 0 0 0,-40 0 0 0 0,-34-1 0 0 0,-28-3 0 0 0,-28-6 0 0 0,-20-15 0 0 0,-9-17 0 0 0,0-15 0 0 0,3-11 0 0 0,3-10 0 0 0,5-3 0 0 0,1-2 0 0 0,-6 2 0 0 0,3 4 0 0 0,6 7 0 0 0,14 9 0 0 0,17 11 0 0 0,16 7 0 0 0,14 6 0 0 0,11 3 0 0 0,8 0 0 0 0,3-2 0 0 0,4-2 0 0 0,4-3 0 0 0,4-2 0 0 0,11 2 0 0 0,11 3 0 0 0,10 4 0 0 0,10 7 0 0 0,10 5 0 0 0,9 5 0 0 0,10 4 0 0 0,7 0 0 0 0,6 1 0 0 0,6-4 0 0 0,4-4 0 0 0,6-5 0 0 0,6-5 0 0 0,7-4 0 0 0,11-2 0 0 0,12 1 0 0 0,13 4 0 0 0,12 4 0 0 0,10 4 0 0 0,7 4 0 0 0,2 3 0 0 0,-3 3 0 0 0,-6-1 0 0 0,-8 1 0 0 0,-4-2 0 0 0,-5 1 0 0 0,-3 2 0 0 0,3 4 0 0 0,1 2 0 0 0,4 1 0 0 0,4 0 0 0 0,3-1 0 0 0,1-3 0 0 0,-3-2 0 0 0,-3-4 0 0 0,-7-3 0 0 0,-4-6 0 0 0,-6-4 0 0 0,-2-3 0 0 0,1 0 0 0 0,3 0 0 0 0,4 4 0 0 0,7 2 0 0 0,5 4 0 0 0,1 4 0 0 0,0 2 0 0 0,-1 0 0 0 0,-1 1 0 0 0,-2 2 0 0 0,-1 1 0 0 0,-2 0 0 0 0,0 0 0 0 0,-1-1 0 0 0,1 1 0 0 0,2-1 0 0 0,-3-1 0 0 0,-2-2 0 0 0,-4-2 0 0 0,-7-3 0 0 0,-7-3 0 0 0,-7-4 0 0 0,-6-2 0 0 0,-4 1 0 0 0,0 2 0 0 0,3 3 0 0 0,6 6 0 0 0,8 6 0 0 0,7 3 0 0 0,2 1 0 0 0,0 0 0 0 0,-2-2 0 0 0,-4-3 0 0 0,-5-1 0 0 0,-2-3 0 0 0,1-2 0 0 0,2 0 0 0 0,5 1 0 0 0,7 2 0 0 0,7 1 0 0 0,4 3 0 0 0,2 0 0 0 0,-2 4 0 0 0,-5 1 0 0 0,-6 3 0 0 0,-4 1 0 0 0,-4 0 0 0 0,-1 2 0 0 0,-1-1 0 0 0,2 0 0 0 0,1-1 0 0 0,2-3 0 0 0,2-3 0 0 0,6-2 0 0 0,6-1 0 0 0,3-2 0 0 0,5-1 0 0 0,2 0 0 0 0,6 2 0 0 0,4 3 0 0 0,4 2 0 0 0,4 2 0 0 0,4-1 0 0 0,4 1 0 0 0,5 1 0 0 0,5 1 0 0 0,3 1 0 0 0,5 0 0 0 0,3 1 0 0 0,3 0 0 0 0,3-1 0 0 0,3-5 0 0 0,4-11-16383 0 0,3-3 16383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4"/>
    </inkml:context>
    <inkml:brush xml:id="br0">
      <inkml:brushProperty name="width" value="0.1" units="cm"/>
      <inkml:brushProperty name="height" value="0.1" units="cm"/>
    </inkml:brush>
  </inkml:definitions>
  <inkml:trace contextRef="#ctx0" brushRef="#br0">11071 8687 16383 0 0,'5'0'0'0'0,"24"0"0"0"0,49 0 0 0 0,71 0 0 0 0,79 0 0 0 0,77 0 0 0 0,57 0 0 0 0,31 0 0 0 0,13 4 0 0 0,-4 12 0 0 0,-16 17 0 0 0,-25 15 0 0 0,-36 8 0 0 0,-29 5 0 0 0,-22 0 0 0 0,-14 0 0 0 0,-1 0 0 0 0,5 0 0 0 0,0 1 0 0 0,-2 0 0 0 0,-5 1 0 0 0,-12-4 0 0 0,-18-5 0 0 0,-18-4 0 0 0,-18-5 0 0 0,-14-3 0 0 0,-12-1 0 0 0,-7-2 0 0 0,-6 0 0 0 0,-9 3 0 0 0,-8 1 0 0 0,-7 1 0 0 0,-7 1 0 0 0,-4 1 0 0 0,0 2 0 0 0,-1 1 0 0 0,1 0 0 0 0,-1 1 0 0 0,-2 2 0 0 0,-2-2 0 0 0,-2-2 0 0 0,-2-2 0 0 0,-3-2 0 0 0,1 0 0 0 0,5 3 0 0 0,6 2 0 0 0,7 4 0 0 0,6 4 0 0 0,5 4 0 0 0,4 6 0 0 0,1 3 0 0 0,2 4 0 0 0,1 3 0 0 0,3 7 0 0 0,1 5 0 0 0,3 6 0 0 0,6 8 0 0 0,15 13 0 0 0,18 14 0 0 0,11 6 0 0 0,6 0 0 0 0,-1-7 0 0 0,-11-15 0 0 0,-20-19 0 0 0,-24-20 0 0 0,-24-17 0 0 0,-19-13 0 0 0,-12-7 0 0 0,-1-6 0 0 0,8-4 0 0 0,16 1 0 0 0,20 4 0 0 0,19 5 0 0 0,16 5 0 0 0,6 3 0 0 0,-6-1 0 0 0,-16 0 0 0 0,-22-5 0 0 0,-21-4 0 0 0,-14-5 0 0 0,-8-5 0 0 0,-3-3 0 0 0,2-1 0 0 0,2 1 0 0 0,0 1 0 0 0,-4 0 0 0 0,-2 1 0 0 0,-4 2 0 0 0,-3 1 0 0 0,1 3 0 0 0,-1 0 0 0 0,0-1 0 0 0,-6-1 0 0 0,-7 0 0 0 0,-10-4 0 0 0,-8-2 0 0 0,-10-2 0 0 0,-8-4 0 0 0,-8-1 0 0 0,-7 0 0 0 0,-4 1 0 0 0,-2 0 0 0 0,0 0 0 0 0,1-2 0 0 0,0-1 0 0 0,0-1 0 0 0,-1-2 0 0 0,2-1 0 0 0,-1 0 0 0 0,0 1 0 0 0,0 1 0 0 0,0 1 0 0 0,-1 0 0 0 0,0 0 0 0 0,-1 0 0 0 0,-2-3 0 0 0,-1-3 0 0 0,-1-4 0 0 0,-6-14 0 0 0,-11-18 0 0 0,-4-5 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5"/>
    </inkml:context>
    <inkml:brush xml:id="br0">
      <inkml:brushProperty name="width" value="0.1" units="cm"/>
      <inkml:brushProperty name="height" value="0.1" units="cm"/>
    </inkml:brush>
  </inkml:definitions>
  <inkml:trace contextRef="#ctx0" brushRef="#br0">12237 11528 16383 0 0,'2'0'0'0'0,"7"0"0"0"0,20 0 0 0 0,39 0 0 0 0,46 0 0 0 0,49 1 0 0 0,50 5 0 0 0,47 11 0 0 0,40 14 0 0 0,29 13 0 0 0,17 12 0 0 0,8 8 0 0 0,3 6 0 0 0,-4 4 0 0 0,-15 2 0 0 0,-21-2 0 0 0,-19-3 0 0 0,-21-5 0 0 0,-25-5 0 0 0,-26-5 0 0 0,-26-9 0 0 0,-17-6 0 0 0,2-6 0 0 0,16-2 0 0 0,25 3 0 0 0,28 2 0 0 0,28 3 0 0 0,25 3 0 0 0,13 2 0 0 0,0 1 0 0 0,-7 0 0 0 0,-15-3 0 0 0,-22-2 0 0 0,-23-3 0 0 0,-21-4 0 0 0,-15-1 0 0 0,-6-3 0 0 0,3-1 0 0 0,5-3 0 0 0,7-2 0 0 0,3-1 0 0 0,2-4 0 0 0,1-3 0 0 0,-4-3 0 0 0,-3-2 0 0 0,-5-1 0 0 0,-3-3 0 0 0,-7-2 0 0 0,-8-3 0 0 0,-9-2 0 0 0,-3 0 0 0 0,-1-1 0 0 0,4-1 0 0 0,7 1 0 0 0,8-1 0 0 0,8 1 0 0 0,7 0 0 0 0,3 0 0 0 0,-2-4 0 0 0,-5-6 0 0 0,-10-4 0 0 0,-13-2 0 0 0,-13 1 0 0 0,-11 2 0 0 0,-11 1 0 0 0,-7 0 0 0 0,-4-1 0 0 0,1-2 0 0 0,5-1 0 0 0,8 0 0 0 0,8 1 0 0 0,5 2 0 0 0,1 0 0 0 0,2 2 0 0 0,-1-1 0 0 0,-3-4 0 0 0,-1-4 0 0 0,-1-3 0 0 0,-1-1 0 0 0,-5 2 0 0 0,-10 0 0 0 0,-11 0 0 0 0,-10 1 0 0 0,-7-1 0 0 0,-3-3 0 0 0,-5-2 0 0 0,-3-1 0 0 0,-10 1 0 0 0,-12 4 0 0 0,-15 4 0 0 0,-12 4 0 0 0,-7 3 0 0 0,-1 0 0 0 0,1 0 0 0 0,7-2 0 0 0,9-3 0 0 0,8-4 0 0 0,6-1 0 0 0,1-2 0 0 0,-8 1 0 0 0,-12 2 0 0 0,-14 2 0 0 0,-14 3 0 0 0,-10 2 0 0 0,-8 2 0 0 0,-5 1 0 0 0,-1-2 0 0 0,-1 0 0 0 0,0-1 0 0 0,2-2 0 0 0,1-2 0 0 0,3 1 0 0 0,-1 2 0 0 0,0 3 0 0 0,-7 4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8T02:25:21.816"/>
    </inkml:context>
    <inkml:brush xml:id="br0">
      <inkml:brushProperty name="width" value="0.1" units="cm"/>
      <inkml:brushProperty name="height" value="0.1" units="cm"/>
    </inkml:brush>
  </inkml:definitions>
  <inkml:trace contextRef="#ctx0" brushRef="#br0">28595 14043 16383 0 0,'0'1'0'0'0,"-6"1"0"0"0,-24 1 0 0 0,-49 0 0 0 0,-66-2 0 0 0,-66 1 0 0 0,-50-2 0 0 0,-24 1 0 0 0,-4-1 0 0 0,6 0 0 0 0,16 0 0 0 0,21 0 0 0 0,25 0 0 0 0,23-2 0 0 0,19-2 0 0 0,12-2 0 0 0,5-2 0 0 0,-1-3 0 0 0,-3-3 0 0 0,-4-3 0 0 0,-7-3 0 0 0,-5-2 0 0 0,-7-5 0 0 0,-5-3 0 0 0,-3-4 0 0 0,-2-5 0 0 0,-1-2 0 0 0,-3-5 0 0 0,-3-2 0 0 0,-4-5 0 0 0,-4-6 0 0 0,-5-5 0 0 0,-2-4 0 0 0,2-3 0 0 0,5 0 0 0 0,10 2 0 0 0,13 6 0 0 0,13 4 0 0 0,13 4 0 0 0,9 3 0 0 0,7 3 0 0 0,3 0 0 0 0,3-1 0 0 0,0 3 0 0 0,0 2 0 0 0,1 3 0 0 0,3 1 0 0 0,1 0 0 0 0,0-1 0 0 0,1-1 0 0 0,-1-2 0 0 0,-2-5 0 0 0,-3-4 0 0 0,-5-10 0 0 0,-8-10 0 0 0,-13-16 0 0 0,-14-14 0 0 0,-12-6 0 0 0,-10-6 0 0 0,-7-1 0 0 0,-3 1 0 0 0,-1 2 0 0 0,0 1 0 0 0,3 1 0 0 0,4 1 0 0 0,3 2 0 0 0,3 0 0 0 0,4 0 0 0 0,9 6 0 0 0,13 6 0 0 0,13 8 0 0 0,14 7 0 0 0,14 9 0 0 0,8 5 0 0 0,5 6 0 0 0,-1 4 0 0 0,-3 5 0 0 0,-4 3 0 0 0,-2 2 0 0 0,2 3 0 0 0,5 5 0 0 0,7 3 0 0 0,8 4 0 0 0,11 2 0 0 0,10 4 0 0 0,10 2 0 0 0,7 1 0 0 0,6 1 0 0 0,5 0 0 0 0,2-1 0 0 0,2 2 0 0 0,5 1 0 0 0,6 4 0 0 0,6 3 0 0 0,7 5 0 0 0,7 3 0 0 0,7 4 0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7:29.153"/>
    </inkml:context>
    <inkml:brush xml:id="br0">
      <inkml:brushProperty name="width" value="0.1" units="cm"/>
      <inkml:brushProperty name="height" value="0.1" units="cm"/>
    </inkml:brush>
  </inkml:definitions>
  <inkml:trace contextRef="#ctx0" brushRef="#br0">13735 7800 16383 0 0,'-1'0'0'0'0,"-10"0"0"0"0,-49-16 0 0 0,-107-30 0 0 0,-160-32 0 0 0,-192-33 0 0 0,-175-24 0 0 0,-125-15 0 0 0,-60-5 0 0 0,15 7 0 0 0,67 13 0 0 0,84 10 0 0 0,84 5 0 0 0,81 2 0 0 0,73-4 0 0 0,71-3 0 0 0,71 3 0 0 0,66 7 0 0 0,55 11 0 0 0,48 11 0 0 0,37 14 0 0 0,29 11 0 0 0,20 10 0 0 0,14 9 0 0 0,12 10 0 0 0,10 9 0 0 0,9 8 0 0 0,8 9 0 0 0,7 6 0 0 0,7 4 0 0 0,8 4 0 0 0,10 4 0 0 0,8 4-16383 0 0,2 1 16383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1"/>
    </inkml:context>
    <inkml:brush xml:id="br0">
      <inkml:brushProperty name="width" value="0.1" units="cm"/>
      <inkml:brushProperty name="height" value="0.1" units="cm"/>
    </inkml:brush>
  </inkml:definitions>
  <inkml:trace contextRef="#ctx0" brushRef="#br0">18207 9719 16383 0 0,'-1'0'0'0'0,"-5"0"0"0"0,-16-2 0 0 0,-22-6 0 0 0,-21-10 0 0 0,-15-7 0 0 0,-6-1 0 0 0,2 4 0 0 0,7 5 0 0 0,5 5 0 0 0,2 5 0 0 0,-1 4 0 0 0,-1 2 0 0 0,-5 4 0 0 0,-5 4 0 0 0,-11 3 0 0 0,-14-1 0 0 0,-15-1 0 0 0,-15-3 0 0 0,-11-2 0 0 0,-5-1 0 0 0,-3-6 0 0 0,0-7 0 0 0,2-9 0 0 0,4-8 0 0 0,8-6 0 0 0,11-4 0 0 0,16-1 0 0 0,17 1 0 0 0,13 0 0 0 0,11 1 0 0 0,8 2 0 0 0,7 1 0 0 0,7 0 0 0 0,6 2 0 0 0,4 0 0 0 0,3-1 0 0 0,3 0 0 0 0,2 1 0 0 0,2 1 0 0 0,2 2 0 0 0,1 3 0 0 0,1 4 0 0 0,2 3 0 0 0,2 3 0 0 0,0 3 0 0 0,-1 0 0 0 0,0 2 0 0 0,1 0 0 0 0,-1 2 0 0 0,-1 0 0 0 0,0 2 0 0 0,-2 1 0 0 0,-1 0 0 0 0,-3 0 0 0 0,-6 1 0 0 0,-8 0 0 0 0,-10-1 0 0 0,-10-1 0 0 0,-9-2 0 0 0,-4-2 0 0 0,-1 0 0 0 0,-1-2 0 0 0,1-1 0 0 0,0-2 0 0 0,1 0 0 0 0,3 1 0 0 0,4 2 0 0 0,2 1 0 0 0,4 3 0 0 0,2 0 0 0 0,2 1 0 0 0,0 1 0 0 0,-1-1 0 0 0,-4-1 0 0 0,-3-2 0 0 0,-3 0 0 0 0,-1-1 0 0 0,-3 1 0 0 0,-5 0 0 0 0,-6 1 0 0 0,-7-1 0 0 0,-7 2 0 0 0,-9 0 0 0 0,-10 1 0 0 0,-12 1 0 0 0,-10 2 0 0 0,-8 2 0 0 0,-12-1 0 0 0,-10 0 0 0 0,-13 0 0 0 0,-17 0 0 0 0,-15-4 0 0 0,-19-1 0 0 0,-24-1 0 0 0,-26 0 0 0 0,-14 2 0 0 0,3 0 0 0 0,14 1 0 0 0,21 0 0 0 0,27 0 0 0 0,32 1 0 0 0,30 1 0 0 0,31 2 0 0 0,26-1 0 0 0,20 0 0 0 0,15-2 0 0 0,14 1 0 0 0,9 1 0 0 0,11 1 0 0 0,7 2 0 0 0,9 0 0 0 0,4 1 0 0 0,5 0 0 0 0,1 0 0 0 0,2 0 0 0 0,-1 0 0 0 0,-3 0 0 0 0,-3 1 0 0 0,-4-1 0 0 0,-4 0 0 0 0,-2 0 0 0 0,0 0 0 0 0,3 0 0 0 0,4 0 0 0 0,6-2 0 0 0,6-5 0 0 0,7-3 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2"/>
    </inkml:context>
    <inkml:brush xml:id="br0">
      <inkml:brushProperty name="width" value="0.1" units="cm"/>
      <inkml:brushProperty name="height" value="0.1" units="cm"/>
    </inkml:brush>
  </inkml:definitions>
  <inkml:trace contextRef="#ctx0" brushRef="#br0">18075 10471 16383 0 0,'-2'0'0'0'0,"-8"0"0"0"0,-15 1 0 0 0,-31 6 0 0 0,-45 13 0 0 0,-41 14 0 0 0,-41 14 0 0 0,-36 16 0 0 0,-21 11 0 0 0,-2 5 0 0 0,9-1 0 0 0,9-6 0 0 0,12-7 0 0 0,15-8 0 0 0,18-10 0 0 0,18-13 0 0 0,18-9 0 0 0,16-7 0 0 0,14-6 0 0 0,10 0 0 0 0,7 0 0 0 0,3 0 0 0 0,-4-1 0 0 0,-9-1 0 0 0,-12-3 0 0 0,-12-2 0 0 0,-14-3 0 0 0,-15-1 0 0 0,-15-3 0 0 0,-11-5 0 0 0,-11-11 0 0 0,-8-11 0 0 0,-2-9 0 0 0,4-7 0 0 0,8-3 0 0 0,14-1 0 0 0,18 1 0 0 0,16 3 0 0 0,15 5 0 0 0,16 5 0 0 0,12 5 0 0 0,8 5 0 0 0,3 5 0 0 0,0 3 0 0 0,-3-2 0 0 0,-3-2 0 0 0,0-2 0 0 0,-1-3 0 0 0,2-1 0 0 0,-1-1 0 0 0,-3 0 0 0 0,-7 1 0 0 0,-9-2 0 0 0,-9-2 0 0 0,-5-2 0 0 0,-1-1 0 0 0,-2-4 0 0 0,0-4 0 0 0,-2-5 0 0 0,-3-8 0 0 0,-6-7 0 0 0,-7-7 0 0 0,-2-5 0 0 0,1-1 0 0 0,2 1 0 0 0,4 2 0 0 0,7-1 0 0 0,8-2 0 0 0,7-3 0 0 0,10-4 0 0 0,8-3 0 0 0,11 0 0 0 0,8 3 0 0 0,9 5 0 0 0,8 7 0 0 0,4 11 0 0 0,5 9 0 0 0,5 10 0 0 0,5 7 0 0 0,5 8 0 0 0,5 2 0 0 0,4 3 0 0 0,4 2 0 0 0,5 0 0 0 0,2 1 0 0 0,3 0 0 0 0,1 0 0 0 0,2 0 0 0 0,-1 0 0 0 0,2-2 0 0 0,-1 0 0 0 0,-1 1 0 0 0,2 0 0 0 0,0 1 0 0 0,-3-3 0 0 0,-3-3 0 0 0,-2-2 0 0 0,-1 0 0 0 0,1-1 0 0 0,2 1 0 0 0,0 1 0 0 0,3 1 0 0 0,1 2 0 0 0,2 0 0 0 0,4 2 0 0 0,2 1 0 0 0,2 4 0 0 0,3 2 0 0 0,3 3 0 0 0,1 0 0 0 0,0 2 0 0 0,2-1 0 0 0,1 0 0 0 0,0-1 0 0 0,2 0 0 0 0,0 1 0 0 0,0 1 0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3"/>
    </inkml:context>
    <inkml:brush xml:id="br0">
      <inkml:brushProperty name="width" value="0.1" units="cm"/>
      <inkml:brushProperty name="height" value="0.1" units="cm"/>
    </inkml:brush>
  </inkml:definitions>
  <inkml:trace contextRef="#ctx0" brushRef="#br0">12197 9597 16383 0 0,'0'0'0'0'0,"-1"2"0"0"0,-9 1 0 0 0,-26-1 0 0 0,-45-1 0 0 0,-54-1 0 0 0,-51-4 0 0 0,-39-10 0 0 0,-24-10 0 0 0,-14-12 0 0 0,-5-8 0 0 0,3-3 0 0 0,7 0 0 0 0,5 2 0 0 0,12 4 0 0 0,16 6 0 0 0,14 2 0 0 0,15 3 0 0 0,15 3 0 0 0,16 1 0 0 0,13 1 0 0 0,11 2 0 0 0,10 0 0 0 0,7 1 0 0 0,7-2 0 0 0,6-1 0 0 0,6-1 0 0 0,5-2 0 0 0,8-2 0 0 0,8-4 0 0 0,10-1 0 0 0,9-2 0 0 0,10 1 0 0 0,9 2 0 0 0,7 2 0 0 0,4 1 0 0 0,5 4 0 0 0,2 1 0 0 0,3 3 0 0 0,2 2 0 0 0,2 3 0 0 0,3 4 0 0 0,2 2 0 0 0,3 2 0 0 0,0 3 0 0 0,1 0 0 0 0,0 1 0 0 0,1 0 0 0 0,1 1 0 0 0,3-2 0 0 0,2 0 0 0 0,1-2 0 0 0,1-1 0 0 0,0 2 0 0 0,0 0 0 0 0,0 1 0 0 0,-1 0 0 0 0,-2-3 0 0 0,0-4 0 0 0,-1-3 0 0 0,0-2 0 0 0,2 0 0 0 0,1 3 0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4"/>
    </inkml:context>
    <inkml:brush xml:id="br0">
      <inkml:brushProperty name="width" value="0.1" units="cm"/>
      <inkml:brushProperty name="height" value="0.1" units="cm"/>
    </inkml:brush>
  </inkml:definitions>
  <inkml:trace contextRef="#ctx0" brushRef="#br0">12021 10588 16383 0 0,'0'0'0'0'0,"-2"2"0"0"0,-13-7 0 0 0,-22-13 0 0 0,-28-19 0 0 0,-28-22 0 0 0,-24-19 0 0 0,-15-12 0 0 0,-4-6 0 0 0,4 3 0 0 0,11 9 0 0 0,14 12 0 0 0,15 13 0 0 0,14 13 0 0 0,12 9 0 0 0,9 8 0 0 0,6 4 0 0 0,5 3 0 0 0,5 3 0 0 0,3 1 0 0 0,3 1 0 0 0,2-1 0 0 0,2 1 0 0 0,0-1 0 0 0,-1-1 0 0 0,-1 0 0 0 0,-3 1 0 0 0,-1 1 0 0 0,-1 0 0 0 0,0 2 0 0 0,-2 3 0 0 0,0 1 0 0 0,-3-1 0 0 0,-2-1 0 0 0,-1 0 0 0 0,-2-3 0 0 0,0 0 0 0 0,-1 0 0 0 0,1 0 0 0 0,3 1 0 0 0,2 2 0 0 0,4-1 0 0 0,2-1 0 0 0,5 1 0 0 0,4 1 0 0 0,2 0 0 0 0,3 0 0 0 0,3 2 0 0 0,1 1 0 0 0,0 1 0 0 0,0-1 0 0 0,-1-1 0 0 0,1 0 0 0 0,-1 0 0 0 0,-2-3 0 0 0,-1-1 0 0 0,-1-2 0 0 0,-3-1 0 0 0,-1-2 0 0 0,-2 0 0 0 0,-3 0 0 0 0,-1 1 0 0 0,-5 1 0 0 0,-2 0 0 0 0,-3 0 0 0 0,-3 1 0 0 0,0-1 0 0 0,-1 0 0 0 0,1 0 0 0 0,0-2 0 0 0,1-1 0 0 0,0-2 0 0 0,1 0 0 0 0,1 1 0 0 0,2 2 0 0 0,1 2 0 0 0,-1 1 0 0 0,-1 2 0 0 0,-3 1 0 0 0,-2 2 0 0 0,-2 1 0 0 0,3 1 0 0 0,-7 1 0 0 0,-18-1 0 0 0,-17-3 0 0 0,-16-3 0 0 0,-10-3 0 0 0,-3-3 0 0 0,6 1 0 0 0,12 3 0 0 0,15 2 0 0 0,17 4 0 0 0,14 1 0 0 0,12 2 0 0 0,10 1 0 0 0,6 0 0 0 0,7 0 0 0 0,4 0 0 0 0,3-1 0 0 0,1-4 0 0 0,1-2 0 0 0,0-2 0 0 0,0-1 0 0 0,0 1 0 0 0,-1 0 0 0 0,2 3 0 0 0,0 2 0 0 0,2 2 0 0 0,0 3 0 0 0,0 2 0 0 0,0 1 0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8-13T23:24:53.475"/>
    </inkml:context>
    <inkml:brush xml:id="br0">
      <inkml:brushProperty name="width" value="0.1" units="cm"/>
      <inkml:brushProperty name="height" value="0.1" units="cm"/>
    </inkml:brush>
  </inkml:definitions>
  <inkml:trace contextRef="#ctx0" brushRef="#br0">16027 11774 16383 0 0,'-4'0'0'0'0,"-18"0"0"0"0,-50 0 0 0 0,-94 0 0 0 0,-136 0 0 0 0,-174 0 0 0 0,-185 0 0 0 0,-167 0 0 0 0,-99 0 0 0 0,-26 0 0 0 0,17-2 0 0 0,47-13 0 0 0,67-23 0 0 0,88-23 0 0 0,93-20 0 0 0,95-11 0 0 0,93 0 0 0 0,81 9 0 0 0,66 9 0 0 0,51 11 0 0 0,39 12 0 0 0,26 10 0 0 0,19 7 0 0 0,15 5 0 0 0,15 4 0 0 0,18 3 0 0 0,22 4 0 0 0,22 5 0 0 0,19 3 0 0 0,18 4 0 0 0,15 2 0 0 0,13 2 0 0 0,13 1 0 0 0,6 1 0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60693E-6207-961A-27D3-BA5572E63F6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AU"/>
          </a:p>
        </p:txBody>
      </p:sp>
      <p:sp>
        <p:nvSpPr>
          <p:cNvPr id="3" name="Subtitle 2">
            <a:extLst>
              <a:ext uri="{FF2B5EF4-FFF2-40B4-BE49-F238E27FC236}">
                <a16:creationId xmlns:a16="http://schemas.microsoft.com/office/drawing/2014/main" id="{6B8784A3-B07D-CB07-0193-9C45816AA3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AU"/>
          </a:p>
        </p:txBody>
      </p:sp>
      <p:sp>
        <p:nvSpPr>
          <p:cNvPr id="4" name="Date Placeholder 3">
            <a:extLst>
              <a:ext uri="{FF2B5EF4-FFF2-40B4-BE49-F238E27FC236}">
                <a16:creationId xmlns:a16="http://schemas.microsoft.com/office/drawing/2014/main" id="{990879BE-22E6-124E-17FA-86A37A9C2208}"/>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F1380A8E-7415-76F6-A78A-C62AE9BAA00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EEE6339C-B0C4-1E62-89DB-C58D8D1EB672}"/>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4903471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96D790-479E-FB2C-B09D-93E7C5825A86}"/>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670E0CD6-F134-7BDE-ABF1-79CF398953B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006FB849-8FCB-70AF-BDA1-61AE7574B25B}"/>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5E752926-502E-8742-25E3-EE4872D664D1}"/>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A435BE01-3EAE-A0D6-DC32-3C4EF127E1A1}"/>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05607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0B9CE4-966E-F69D-882C-2F66D5406B2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AU"/>
          </a:p>
        </p:txBody>
      </p:sp>
      <p:sp>
        <p:nvSpPr>
          <p:cNvPr id="3" name="Text Placeholder 2">
            <a:extLst>
              <a:ext uri="{FF2B5EF4-FFF2-40B4-BE49-F238E27FC236}">
                <a16:creationId xmlns:a16="http://schemas.microsoft.com/office/drawing/2014/main" id="{B9B822C8-53C5-A403-A41F-C15978F787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AB16C-512C-E5D4-8458-8DAEC2D5FEE0}"/>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9ACD149A-CCC9-316B-F5B2-1D9721A25812}"/>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9659795F-932C-6C24-440F-27251F43EA7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80566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81E770-3378-75BE-1EED-C98F3011EB88}"/>
              </a:ext>
            </a:extLst>
          </p:cNvPr>
          <p:cNvSpPr>
            <a:spLocks noGrp="1"/>
          </p:cNvSpPr>
          <p:nvPr>
            <p:ph type="title"/>
          </p:nvPr>
        </p:nvSpPr>
        <p:spPr/>
        <p:txBody>
          <a:bodyPr/>
          <a:lstStyle/>
          <a:p>
            <a:r>
              <a:rPr lang="en-US"/>
              <a:t>Click to edit Master title style</a:t>
            </a:r>
            <a:endParaRPr lang="en-AU"/>
          </a:p>
        </p:txBody>
      </p:sp>
      <p:sp>
        <p:nvSpPr>
          <p:cNvPr id="3" name="Content Placeholder 2">
            <a:extLst>
              <a:ext uri="{FF2B5EF4-FFF2-40B4-BE49-F238E27FC236}">
                <a16:creationId xmlns:a16="http://schemas.microsoft.com/office/drawing/2014/main" id="{8FBC8922-0AEF-D31B-3E1B-5C3944744FA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a:extLst>
              <a:ext uri="{FF2B5EF4-FFF2-40B4-BE49-F238E27FC236}">
                <a16:creationId xmlns:a16="http://schemas.microsoft.com/office/drawing/2014/main" id="{053D5E35-1C38-219D-6253-23D7052584D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a:extLst>
              <a:ext uri="{FF2B5EF4-FFF2-40B4-BE49-F238E27FC236}">
                <a16:creationId xmlns:a16="http://schemas.microsoft.com/office/drawing/2014/main" id="{2D4AC897-CD7E-BD66-F55B-7304A8D792B3}"/>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6" name="Footer Placeholder 5">
            <a:extLst>
              <a:ext uri="{FF2B5EF4-FFF2-40B4-BE49-F238E27FC236}">
                <a16:creationId xmlns:a16="http://schemas.microsoft.com/office/drawing/2014/main" id="{1468B5C9-48C3-0090-95B9-A140A602E574}"/>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44DFC3AC-52E8-8F23-DAB5-345FE57EF01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1821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18B90-C596-DD37-58D8-BF8F44C23554}"/>
              </a:ext>
            </a:extLst>
          </p:cNvPr>
          <p:cNvSpPr>
            <a:spLocks noGrp="1"/>
          </p:cNvSpPr>
          <p:nvPr>
            <p:ph type="title"/>
          </p:nvPr>
        </p:nvSpPr>
        <p:spPr>
          <a:xfrm>
            <a:off x="839788" y="365125"/>
            <a:ext cx="10515600" cy="1325563"/>
          </a:xfrm>
        </p:spPr>
        <p:txBody>
          <a:bodyPr/>
          <a:lstStyle/>
          <a:p>
            <a:r>
              <a:rPr lang="en-US"/>
              <a:t>Click to edit Master title style</a:t>
            </a:r>
            <a:endParaRPr lang="en-AU"/>
          </a:p>
        </p:txBody>
      </p:sp>
      <p:sp>
        <p:nvSpPr>
          <p:cNvPr id="3" name="Text Placeholder 2">
            <a:extLst>
              <a:ext uri="{FF2B5EF4-FFF2-40B4-BE49-F238E27FC236}">
                <a16:creationId xmlns:a16="http://schemas.microsoft.com/office/drawing/2014/main" id="{468267A7-7218-A6C8-2229-33D4F35698B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224471F-74EA-6723-E1C0-B2F6D72DF62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a:extLst>
              <a:ext uri="{FF2B5EF4-FFF2-40B4-BE49-F238E27FC236}">
                <a16:creationId xmlns:a16="http://schemas.microsoft.com/office/drawing/2014/main" id="{C106054E-CF8F-4E20-E08D-F9940E7706C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A24052C-89F2-D8FB-2E02-AE25B5012B9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a:extLst>
              <a:ext uri="{FF2B5EF4-FFF2-40B4-BE49-F238E27FC236}">
                <a16:creationId xmlns:a16="http://schemas.microsoft.com/office/drawing/2014/main" id="{CB779723-618B-EB71-ED91-02FB31A33867}"/>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8" name="Footer Placeholder 7">
            <a:extLst>
              <a:ext uri="{FF2B5EF4-FFF2-40B4-BE49-F238E27FC236}">
                <a16:creationId xmlns:a16="http://schemas.microsoft.com/office/drawing/2014/main" id="{A38B54C0-35B4-121B-EEF8-544FDED5D565}"/>
              </a:ext>
            </a:extLst>
          </p:cNvPr>
          <p:cNvSpPr>
            <a:spLocks noGrp="1"/>
          </p:cNvSpPr>
          <p:nvPr>
            <p:ph type="ftr" sz="quarter" idx="11"/>
          </p:nvPr>
        </p:nvSpPr>
        <p:spPr/>
        <p:txBody>
          <a:bodyPr/>
          <a:lstStyle/>
          <a:p>
            <a:endParaRPr lang="en-AU"/>
          </a:p>
        </p:txBody>
      </p:sp>
      <p:sp>
        <p:nvSpPr>
          <p:cNvPr id="9" name="Slide Number Placeholder 8">
            <a:extLst>
              <a:ext uri="{FF2B5EF4-FFF2-40B4-BE49-F238E27FC236}">
                <a16:creationId xmlns:a16="http://schemas.microsoft.com/office/drawing/2014/main" id="{8479A6F5-5FBF-7482-2E69-6E374E7669E8}"/>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4612900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30472-AC8A-60B9-1798-830C55CA5F37}"/>
              </a:ext>
            </a:extLst>
          </p:cNvPr>
          <p:cNvSpPr>
            <a:spLocks noGrp="1"/>
          </p:cNvSpPr>
          <p:nvPr>
            <p:ph type="title"/>
          </p:nvPr>
        </p:nvSpPr>
        <p:spPr/>
        <p:txBody>
          <a:bodyPr/>
          <a:lstStyle/>
          <a:p>
            <a:r>
              <a:rPr lang="en-US"/>
              <a:t>Click to edit Master title style</a:t>
            </a:r>
            <a:endParaRPr lang="en-AU"/>
          </a:p>
        </p:txBody>
      </p:sp>
      <p:sp>
        <p:nvSpPr>
          <p:cNvPr id="3" name="Date Placeholder 2">
            <a:extLst>
              <a:ext uri="{FF2B5EF4-FFF2-40B4-BE49-F238E27FC236}">
                <a16:creationId xmlns:a16="http://schemas.microsoft.com/office/drawing/2014/main" id="{35170EFE-84C9-B124-7676-BD3F647FBD48}"/>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4" name="Footer Placeholder 3">
            <a:extLst>
              <a:ext uri="{FF2B5EF4-FFF2-40B4-BE49-F238E27FC236}">
                <a16:creationId xmlns:a16="http://schemas.microsoft.com/office/drawing/2014/main" id="{514FD78E-942F-0252-E54E-EB0A6A1A7D78}"/>
              </a:ext>
            </a:extLst>
          </p:cNvPr>
          <p:cNvSpPr>
            <a:spLocks noGrp="1"/>
          </p:cNvSpPr>
          <p:nvPr>
            <p:ph type="ftr" sz="quarter" idx="11"/>
          </p:nvPr>
        </p:nvSpPr>
        <p:spPr/>
        <p:txBody>
          <a:bodyPr/>
          <a:lstStyle/>
          <a:p>
            <a:endParaRPr lang="en-AU"/>
          </a:p>
        </p:txBody>
      </p:sp>
      <p:sp>
        <p:nvSpPr>
          <p:cNvPr id="5" name="Slide Number Placeholder 4">
            <a:extLst>
              <a:ext uri="{FF2B5EF4-FFF2-40B4-BE49-F238E27FC236}">
                <a16:creationId xmlns:a16="http://schemas.microsoft.com/office/drawing/2014/main" id="{A73EC701-C906-71AE-8E7B-08B722152C8C}"/>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994045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8D4999-70E4-430C-679C-B6C1BD8CF70A}"/>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3" name="Footer Placeholder 2">
            <a:extLst>
              <a:ext uri="{FF2B5EF4-FFF2-40B4-BE49-F238E27FC236}">
                <a16:creationId xmlns:a16="http://schemas.microsoft.com/office/drawing/2014/main" id="{B092EBBF-DC05-8F92-66DF-E389C28FB090}"/>
              </a:ext>
            </a:extLst>
          </p:cNvPr>
          <p:cNvSpPr>
            <a:spLocks noGrp="1"/>
          </p:cNvSpPr>
          <p:nvPr>
            <p:ph type="ftr" sz="quarter" idx="11"/>
          </p:nvPr>
        </p:nvSpPr>
        <p:spPr/>
        <p:txBody>
          <a:bodyPr/>
          <a:lstStyle/>
          <a:p>
            <a:endParaRPr lang="en-AU"/>
          </a:p>
        </p:txBody>
      </p:sp>
      <p:sp>
        <p:nvSpPr>
          <p:cNvPr id="4" name="Slide Number Placeholder 3">
            <a:extLst>
              <a:ext uri="{FF2B5EF4-FFF2-40B4-BE49-F238E27FC236}">
                <a16:creationId xmlns:a16="http://schemas.microsoft.com/office/drawing/2014/main" id="{E8C7A34E-848E-6CB5-2037-8E2686F7F234}"/>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1604778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9FEB8-D44A-A94C-6D96-A10D560859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Content Placeholder 2">
            <a:extLst>
              <a:ext uri="{FF2B5EF4-FFF2-40B4-BE49-F238E27FC236}">
                <a16:creationId xmlns:a16="http://schemas.microsoft.com/office/drawing/2014/main" id="{13F6F3F1-1949-2ECE-337C-75DA3DD9251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a:extLst>
              <a:ext uri="{FF2B5EF4-FFF2-40B4-BE49-F238E27FC236}">
                <a16:creationId xmlns:a16="http://schemas.microsoft.com/office/drawing/2014/main" id="{DD27F68C-D483-206F-86F0-B8AD1A3764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394533C-26BE-85A3-1578-C1FD486B8BE4}"/>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6" name="Footer Placeholder 5">
            <a:extLst>
              <a:ext uri="{FF2B5EF4-FFF2-40B4-BE49-F238E27FC236}">
                <a16:creationId xmlns:a16="http://schemas.microsoft.com/office/drawing/2014/main" id="{448C9B39-1905-0C9D-5976-8D4EE9340713}"/>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B9D38069-9681-3D3C-8922-C1DF3413C34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12827884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8051B2-C676-0BB3-41BF-2DC2EA6A952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AU"/>
          </a:p>
        </p:txBody>
      </p:sp>
      <p:sp>
        <p:nvSpPr>
          <p:cNvPr id="3" name="Picture Placeholder 2">
            <a:extLst>
              <a:ext uri="{FF2B5EF4-FFF2-40B4-BE49-F238E27FC236}">
                <a16:creationId xmlns:a16="http://schemas.microsoft.com/office/drawing/2014/main" id="{A9063321-2C7A-9FB7-7C89-0B9A4ECB5DB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a:extLst>
              <a:ext uri="{FF2B5EF4-FFF2-40B4-BE49-F238E27FC236}">
                <a16:creationId xmlns:a16="http://schemas.microsoft.com/office/drawing/2014/main" id="{B8F928BF-DAB0-5C67-AFE5-33708C6B74C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AF9F807-CAF2-70A3-754E-3B06461B2244}"/>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6" name="Footer Placeholder 5">
            <a:extLst>
              <a:ext uri="{FF2B5EF4-FFF2-40B4-BE49-F238E27FC236}">
                <a16:creationId xmlns:a16="http://schemas.microsoft.com/office/drawing/2014/main" id="{4A60D4B2-4340-E180-201D-4A8AA3ABF7D8}"/>
              </a:ext>
            </a:extLst>
          </p:cNvPr>
          <p:cNvSpPr>
            <a:spLocks noGrp="1"/>
          </p:cNvSpPr>
          <p:nvPr>
            <p:ph type="ftr" sz="quarter" idx="11"/>
          </p:nvPr>
        </p:nvSpPr>
        <p:spPr/>
        <p:txBody>
          <a:bodyPr/>
          <a:lstStyle/>
          <a:p>
            <a:endParaRPr lang="en-AU"/>
          </a:p>
        </p:txBody>
      </p:sp>
      <p:sp>
        <p:nvSpPr>
          <p:cNvPr id="7" name="Slide Number Placeholder 6">
            <a:extLst>
              <a:ext uri="{FF2B5EF4-FFF2-40B4-BE49-F238E27FC236}">
                <a16:creationId xmlns:a16="http://schemas.microsoft.com/office/drawing/2014/main" id="{6DE566EE-6EDB-DC85-2C59-6C744BF2DFCB}"/>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28728518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2DCD60-2C57-3579-D6AD-36F7CB47E9A1}"/>
              </a:ext>
            </a:extLst>
          </p:cNvPr>
          <p:cNvSpPr>
            <a:spLocks noGrp="1"/>
          </p:cNvSpPr>
          <p:nvPr>
            <p:ph type="title"/>
          </p:nvPr>
        </p:nvSpPr>
        <p:spPr/>
        <p:txBody>
          <a:bodyPr/>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0EFAD4E8-5659-906A-40B6-DC79F74A0AC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FC9FFD11-A090-9ABF-599E-BF8634B9C090}"/>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C0F70FFD-B070-4F30-7B33-8AC9A090BB78}"/>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D075ACB5-2F99-C176-180F-7D9565F42736}"/>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51132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924EDC-270A-132D-A94C-6D49162B4016}"/>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AU"/>
          </a:p>
        </p:txBody>
      </p:sp>
      <p:sp>
        <p:nvSpPr>
          <p:cNvPr id="3" name="Vertical Text Placeholder 2">
            <a:extLst>
              <a:ext uri="{FF2B5EF4-FFF2-40B4-BE49-F238E27FC236}">
                <a16:creationId xmlns:a16="http://schemas.microsoft.com/office/drawing/2014/main" id="{DC1CBA7E-C267-07A8-38F7-A93C5196FB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2986E541-6571-F42A-FEA2-E468A663ACCA}"/>
              </a:ext>
            </a:extLst>
          </p:cNvPr>
          <p:cNvSpPr>
            <a:spLocks noGrp="1"/>
          </p:cNvSpPr>
          <p:nvPr>
            <p:ph type="dt" sz="half" idx="10"/>
          </p:nvPr>
        </p:nvSpPr>
        <p:spPr/>
        <p:txBody>
          <a:body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FA47B1E3-EE60-551E-0D89-F36C5460CE10}"/>
              </a:ext>
            </a:extLst>
          </p:cNvPr>
          <p:cNvSpPr>
            <a:spLocks noGrp="1"/>
          </p:cNvSpPr>
          <p:nvPr>
            <p:ph type="ftr" sz="quarter" idx="11"/>
          </p:nvPr>
        </p:nvSpPr>
        <p:spPr/>
        <p:txBody>
          <a:bodyPr/>
          <a:lstStyle/>
          <a:p>
            <a:endParaRPr lang="en-AU"/>
          </a:p>
        </p:txBody>
      </p:sp>
      <p:sp>
        <p:nvSpPr>
          <p:cNvPr id="6" name="Slide Number Placeholder 5">
            <a:extLst>
              <a:ext uri="{FF2B5EF4-FFF2-40B4-BE49-F238E27FC236}">
                <a16:creationId xmlns:a16="http://schemas.microsoft.com/office/drawing/2014/main" id="{B6D1882C-5837-8AF3-5255-E41DDF52474D}"/>
              </a:ext>
            </a:extLst>
          </p:cNvPr>
          <p:cNvSpPr>
            <a:spLocks noGrp="1"/>
          </p:cNvSpPr>
          <p:nvPr>
            <p:ph type="sldNum" sz="quarter" idx="12"/>
          </p:nvPr>
        </p:nvSpPr>
        <p:spPr/>
        <p:txBody>
          <a:bodyPr/>
          <a:lstStyle/>
          <a:p>
            <a:fld id="{485786F8-FF83-4303-AD71-92C0C8C6DD44}" type="slidenum">
              <a:rPr lang="en-AU" smtClean="0"/>
              <a:t>‹#›</a:t>
            </a:fld>
            <a:endParaRPr lang="en-AU"/>
          </a:p>
        </p:txBody>
      </p:sp>
    </p:spTree>
    <p:extLst>
      <p:ext uri="{BB962C8B-B14F-4D97-AF65-F5344CB8AC3E}">
        <p14:creationId xmlns:p14="http://schemas.microsoft.com/office/powerpoint/2010/main" val="39274401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5E06D12-988D-81D2-D483-332B117343A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a:extLst>
              <a:ext uri="{FF2B5EF4-FFF2-40B4-BE49-F238E27FC236}">
                <a16:creationId xmlns:a16="http://schemas.microsoft.com/office/drawing/2014/main" id="{1A4164DD-ED81-6B02-869C-3054B695F36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a:extLst>
              <a:ext uri="{FF2B5EF4-FFF2-40B4-BE49-F238E27FC236}">
                <a16:creationId xmlns:a16="http://schemas.microsoft.com/office/drawing/2014/main" id="{EBFF7907-3E26-9080-94DE-DC7DA9A441D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5BAAA6-0493-4262-AD30-4183B33F0543}" type="datetimeFigureOut">
              <a:rPr lang="en-AU" smtClean="0"/>
              <a:t>24/08/2026</a:t>
            </a:fld>
            <a:endParaRPr lang="en-AU"/>
          </a:p>
        </p:txBody>
      </p:sp>
      <p:sp>
        <p:nvSpPr>
          <p:cNvPr id="5" name="Footer Placeholder 4">
            <a:extLst>
              <a:ext uri="{FF2B5EF4-FFF2-40B4-BE49-F238E27FC236}">
                <a16:creationId xmlns:a16="http://schemas.microsoft.com/office/drawing/2014/main" id="{5DE280BE-9C64-374D-A2F1-C89F733594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AU"/>
          </a:p>
        </p:txBody>
      </p:sp>
      <p:sp>
        <p:nvSpPr>
          <p:cNvPr id="6" name="Slide Number Placeholder 5">
            <a:extLst>
              <a:ext uri="{FF2B5EF4-FFF2-40B4-BE49-F238E27FC236}">
                <a16:creationId xmlns:a16="http://schemas.microsoft.com/office/drawing/2014/main" id="{EAB3139C-D90D-6EC2-2594-C68100770C3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85786F8-FF83-4303-AD71-92C0C8C6DD44}" type="slidenum">
              <a:rPr lang="en-AU" smtClean="0"/>
              <a:t>‹#›</a:t>
            </a:fld>
            <a:endParaRPr lang="en-AU"/>
          </a:p>
        </p:txBody>
      </p:sp>
    </p:spTree>
    <p:extLst>
      <p:ext uri="{BB962C8B-B14F-4D97-AF65-F5344CB8AC3E}">
        <p14:creationId xmlns:p14="http://schemas.microsoft.com/office/powerpoint/2010/main" val="30073896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17" Type="http://schemas.openxmlformats.org/officeDocument/2006/relationships/customXml" Target="../ink/ink58.xml"/><Relationship Id="rId21" Type="http://schemas.openxmlformats.org/officeDocument/2006/relationships/customXml" Target="../ink/ink10.xml"/><Relationship Id="rId42" Type="http://schemas.openxmlformats.org/officeDocument/2006/relationships/image" Target="../media/image23.png"/><Relationship Id="rId63" Type="http://schemas.openxmlformats.org/officeDocument/2006/relationships/customXml" Target="../ink/ink31.xml"/><Relationship Id="rId84" Type="http://schemas.openxmlformats.org/officeDocument/2006/relationships/image" Target="../media/image44.png"/><Relationship Id="rId138" Type="http://schemas.openxmlformats.org/officeDocument/2006/relationships/image" Target="../media/image71.png"/><Relationship Id="rId159" Type="http://schemas.openxmlformats.org/officeDocument/2006/relationships/customXml" Target="../ink/ink79.xml"/><Relationship Id="rId170" Type="http://schemas.openxmlformats.org/officeDocument/2006/relationships/image" Target="../media/image87.png"/><Relationship Id="rId191" Type="http://schemas.openxmlformats.org/officeDocument/2006/relationships/customXml" Target="../ink/ink95.xml"/><Relationship Id="rId107" Type="http://schemas.openxmlformats.org/officeDocument/2006/relationships/customXml" Target="../ink/ink53.xml"/><Relationship Id="rId11" Type="http://schemas.openxmlformats.org/officeDocument/2006/relationships/customXml" Target="../ink/ink5.xml"/><Relationship Id="rId32" Type="http://schemas.openxmlformats.org/officeDocument/2006/relationships/image" Target="../media/image18.png"/><Relationship Id="rId53" Type="http://schemas.openxmlformats.org/officeDocument/2006/relationships/customXml" Target="../ink/ink26.xml"/><Relationship Id="rId74" Type="http://schemas.openxmlformats.org/officeDocument/2006/relationships/image" Target="../media/image39.png"/><Relationship Id="rId128" Type="http://schemas.openxmlformats.org/officeDocument/2006/relationships/image" Target="../media/image66.png"/><Relationship Id="rId149" Type="http://schemas.openxmlformats.org/officeDocument/2006/relationships/customXml" Target="../ink/ink74.xml"/><Relationship Id="rId5" Type="http://schemas.openxmlformats.org/officeDocument/2006/relationships/customXml" Target="../ink/ink2.xml"/><Relationship Id="rId95" Type="http://schemas.openxmlformats.org/officeDocument/2006/relationships/customXml" Target="../ink/ink47.xml"/><Relationship Id="rId160" Type="http://schemas.openxmlformats.org/officeDocument/2006/relationships/image" Target="../media/image82.png"/><Relationship Id="rId181" Type="http://schemas.openxmlformats.org/officeDocument/2006/relationships/customXml" Target="../ink/ink90.xml"/><Relationship Id="rId22" Type="http://schemas.openxmlformats.org/officeDocument/2006/relationships/image" Target="../media/image13.png"/><Relationship Id="rId43" Type="http://schemas.openxmlformats.org/officeDocument/2006/relationships/customXml" Target="../ink/ink21.xml"/><Relationship Id="rId64" Type="http://schemas.openxmlformats.org/officeDocument/2006/relationships/image" Target="../media/image34.png"/><Relationship Id="rId118" Type="http://schemas.openxmlformats.org/officeDocument/2006/relationships/image" Target="../media/image61.png"/><Relationship Id="rId139" Type="http://schemas.openxmlformats.org/officeDocument/2006/relationships/customXml" Target="../ink/ink69.xml"/><Relationship Id="rId85" Type="http://schemas.openxmlformats.org/officeDocument/2006/relationships/customXml" Target="../ink/ink42.xml"/><Relationship Id="rId150" Type="http://schemas.openxmlformats.org/officeDocument/2006/relationships/image" Target="../media/image77.png"/><Relationship Id="rId171" Type="http://schemas.openxmlformats.org/officeDocument/2006/relationships/customXml" Target="../ink/ink85.xml"/><Relationship Id="rId192" Type="http://schemas.openxmlformats.org/officeDocument/2006/relationships/image" Target="../media/image98.png"/><Relationship Id="rId12" Type="http://schemas.openxmlformats.org/officeDocument/2006/relationships/image" Target="../media/image8.png"/><Relationship Id="rId33" Type="http://schemas.openxmlformats.org/officeDocument/2006/relationships/customXml" Target="../ink/ink16.xml"/><Relationship Id="rId108" Type="http://schemas.openxmlformats.org/officeDocument/2006/relationships/image" Target="../media/image56.png"/><Relationship Id="rId129" Type="http://schemas.openxmlformats.org/officeDocument/2006/relationships/customXml" Target="../ink/ink64.xml"/><Relationship Id="rId54" Type="http://schemas.openxmlformats.org/officeDocument/2006/relationships/image" Target="../media/image29.png"/><Relationship Id="rId75" Type="http://schemas.openxmlformats.org/officeDocument/2006/relationships/customXml" Target="../ink/ink37.xml"/><Relationship Id="rId96" Type="http://schemas.openxmlformats.org/officeDocument/2006/relationships/image" Target="../media/image50.png"/><Relationship Id="rId140" Type="http://schemas.openxmlformats.org/officeDocument/2006/relationships/image" Target="../media/image72.png"/><Relationship Id="rId161" Type="http://schemas.openxmlformats.org/officeDocument/2006/relationships/customXml" Target="../ink/ink80.xml"/><Relationship Id="rId182" Type="http://schemas.openxmlformats.org/officeDocument/2006/relationships/image" Target="../media/image93.png"/><Relationship Id="rId6" Type="http://schemas.openxmlformats.org/officeDocument/2006/relationships/image" Target="../media/image5.png"/><Relationship Id="rId23" Type="http://schemas.openxmlformats.org/officeDocument/2006/relationships/customXml" Target="../ink/ink11.xml"/><Relationship Id="rId119" Type="http://schemas.openxmlformats.org/officeDocument/2006/relationships/customXml" Target="../ink/ink59.xml"/><Relationship Id="rId44" Type="http://schemas.openxmlformats.org/officeDocument/2006/relationships/image" Target="../media/image24.png"/><Relationship Id="rId65" Type="http://schemas.openxmlformats.org/officeDocument/2006/relationships/customXml" Target="../ink/ink32.xml"/><Relationship Id="rId86" Type="http://schemas.openxmlformats.org/officeDocument/2006/relationships/image" Target="../media/image45.png"/><Relationship Id="rId130" Type="http://schemas.openxmlformats.org/officeDocument/2006/relationships/image" Target="../media/image67.png"/><Relationship Id="rId151" Type="http://schemas.openxmlformats.org/officeDocument/2006/relationships/customXml" Target="../ink/ink75.xml"/><Relationship Id="rId172" Type="http://schemas.openxmlformats.org/officeDocument/2006/relationships/image" Target="../media/image88.png"/><Relationship Id="rId193" Type="http://schemas.openxmlformats.org/officeDocument/2006/relationships/customXml" Target="../ink/ink96.xml"/><Relationship Id="rId13" Type="http://schemas.openxmlformats.org/officeDocument/2006/relationships/customXml" Target="../ink/ink6.xml"/><Relationship Id="rId109" Type="http://schemas.openxmlformats.org/officeDocument/2006/relationships/customXml" Target="../ink/ink54.xml"/><Relationship Id="rId34" Type="http://schemas.openxmlformats.org/officeDocument/2006/relationships/image" Target="../media/image19.png"/><Relationship Id="rId50" Type="http://schemas.openxmlformats.org/officeDocument/2006/relationships/image" Target="../media/image27.png"/><Relationship Id="rId55" Type="http://schemas.openxmlformats.org/officeDocument/2006/relationships/customXml" Target="../ink/ink27.xml"/><Relationship Id="rId76" Type="http://schemas.openxmlformats.org/officeDocument/2006/relationships/image" Target="../media/image40.png"/><Relationship Id="rId97" Type="http://schemas.openxmlformats.org/officeDocument/2006/relationships/customXml" Target="../ink/ink48.xml"/><Relationship Id="rId104" Type="http://schemas.openxmlformats.org/officeDocument/2006/relationships/image" Target="../media/image54.png"/><Relationship Id="rId120" Type="http://schemas.openxmlformats.org/officeDocument/2006/relationships/image" Target="../media/image62.png"/><Relationship Id="rId125" Type="http://schemas.openxmlformats.org/officeDocument/2006/relationships/customXml" Target="../ink/ink62.xml"/><Relationship Id="rId141" Type="http://schemas.openxmlformats.org/officeDocument/2006/relationships/customXml" Target="../ink/ink70.xml"/><Relationship Id="rId146" Type="http://schemas.openxmlformats.org/officeDocument/2006/relationships/image" Target="../media/image75.png"/><Relationship Id="rId167" Type="http://schemas.openxmlformats.org/officeDocument/2006/relationships/customXml" Target="../ink/ink83.xml"/><Relationship Id="rId188" Type="http://schemas.openxmlformats.org/officeDocument/2006/relationships/image" Target="../media/image96.png"/><Relationship Id="rId7" Type="http://schemas.openxmlformats.org/officeDocument/2006/relationships/customXml" Target="../ink/ink3.xml"/><Relationship Id="rId71" Type="http://schemas.openxmlformats.org/officeDocument/2006/relationships/customXml" Target="../ink/ink35.xml"/><Relationship Id="rId92" Type="http://schemas.openxmlformats.org/officeDocument/2006/relationships/image" Target="../media/image48.png"/><Relationship Id="rId162" Type="http://schemas.openxmlformats.org/officeDocument/2006/relationships/image" Target="../media/image83.png"/><Relationship Id="rId183" Type="http://schemas.openxmlformats.org/officeDocument/2006/relationships/customXml" Target="../ink/ink91.xml"/><Relationship Id="rId2" Type="http://schemas.openxmlformats.org/officeDocument/2006/relationships/image" Target="../media/image3.png"/><Relationship Id="rId29" Type="http://schemas.openxmlformats.org/officeDocument/2006/relationships/customXml" Target="../ink/ink14.xml"/><Relationship Id="rId24" Type="http://schemas.openxmlformats.org/officeDocument/2006/relationships/image" Target="../media/image14.png"/><Relationship Id="rId40" Type="http://schemas.openxmlformats.org/officeDocument/2006/relationships/image" Target="../media/image22.png"/><Relationship Id="rId45" Type="http://schemas.openxmlformats.org/officeDocument/2006/relationships/customXml" Target="../ink/ink22.xml"/><Relationship Id="rId66" Type="http://schemas.openxmlformats.org/officeDocument/2006/relationships/image" Target="../media/image35.png"/><Relationship Id="rId87" Type="http://schemas.openxmlformats.org/officeDocument/2006/relationships/customXml" Target="../ink/ink43.xml"/><Relationship Id="rId110" Type="http://schemas.openxmlformats.org/officeDocument/2006/relationships/image" Target="../media/image57.png"/><Relationship Id="rId115" Type="http://schemas.openxmlformats.org/officeDocument/2006/relationships/customXml" Target="../ink/ink57.xml"/><Relationship Id="rId131" Type="http://schemas.openxmlformats.org/officeDocument/2006/relationships/customXml" Target="../ink/ink65.xml"/><Relationship Id="rId136" Type="http://schemas.openxmlformats.org/officeDocument/2006/relationships/image" Target="../media/image70.png"/><Relationship Id="rId157" Type="http://schemas.openxmlformats.org/officeDocument/2006/relationships/customXml" Target="../ink/ink78.xml"/><Relationship Id="rId178" Type="http://schemas.openxmlformats.org/officeDocument/2006/relationships/image" Target="../media/image91.png"/><Relationship Id="rId61" Type="http://schemas.openxmlformats.org/officeDocument/2006/relationships/customXml" Target="../ink/ink30.xml"/><Relationship Id="rId82" Type="http://schemas.openxmlformats.org/officeDocument/2006/relationships/image" Target="../media/image43.png"/><Relationship Id="rId152" Type="http://schemas.openxmlformats.org/officeDocument/2006/relationships/image" Target="../media/image78.png"/><Relationship Id="rId173" Type="http://schemas.openxmlformats.org/officeDocument/2006/relationships/customXml" Target="../ink/ink86.xml"/><Relationship Id="rId194" Type="http://schemas.openxmlformats.org/officeDocument/2006/relationships/image" Target="../media/image99.png"/><Relationship Id="rId19" Type="http://schemas.openxmlformats.org/officeDocument/2006/relationships/customXml" Target="../ink/ink9.xml"/><Relationship Id="rId14" Type="http://schemas.openxmlformats.org/officeDocument/2006/relationships/image" Target="../media/image9.png"/><Relationship Id="rId30" Type="http://schemas.openxmlformats.org/officeDocument/2006/relationships/image" Target="../media/image17.png"/><Relationship Id="rId35" Type="http://schemas.openxmlformats.org/officeDocument/2006/relationships/customXml" Target="../ink/ink17.xml"/><Relationship Id="rId56" Type="http://schemas.openxmlformats.org/officeDocument/2006/relationships/image" Target="../media/image30.png"/><Relationship Id="rId77" Type="http://schemas.openxmlformats.org/officeDocument/2006/relationships/customXml" Target="../ink/ink38.xml"/><Relationship Id="rId100" Type="http://schemas.openxmlformats.org/officeDocument/2006/relationships/image" Target="../media/image52.png"/><Relationship Id="rId105" Type="http://schemas.openxmlformats.org/officeDocument/2006/relationships/customXml" Target="../ink/ink52.xml"/><Relationship Id="rId126" Type="http://schemas.openxmlformats.org/officeDocument/2006/relationships/image" Target="../media/image65.png"/><Relationship Id="rId147" Type="http://schemas.openxmlformats.org/officeDocument/2006/relationships/customXml" Target="../ink/ink73.xml"/><Relationship Id="rId168" Type="http://schemas.openxmlformats.org/officeDocument/2006/relationships/image" Target="../media/image86.png"/><Relationship Id="rId8" Type="http://schemas.openxmlformats.org/officeDocument/2006/relationships/image" Target="../media/image6.png"/><Relationship Id="rId51" Type="http://schemas.openxmlformats.org/officeDocument/2006/relationships/customXml" Target="../ink/ink25.xml"/><Relationship Id="rId72" Type="http://schemas.openxmlformats.org/officeDocument/2006/relationships/image" Target="../media/image38.png"/><Relationship Id="rId93" Type="http://schemas.openxmlformats.org/officeDocument/2006/relationships/customXml" Target="../ink/ink46.xml"/><Relationship Id="rId98" Type="http://schemas.openxmlformats.org/officeDocument/2006/relationships/image" Target="../media/image51.png"/><Relationship Id="rId121" Type="http://schemas.openxmlformats.org/officeDocument/2006/relationships/customXml" Target="../ink/ink60.xml"/><Relationship Id="rId142" Type="http://schemas.openxmlformats.org/officeDocument/2006/relationships/image" Target="../media/image73.png"/><Relationship Id="rId163" Type="http://schemas.openxmlformats.org/officeDocument/2006/relationships/customXml" Target="../ink/ink81.xml"/><Relationship Id="rId184" Type="http://schemas.openxmlformats.org/officeDocument/2006/relationships/image" Target="../media/image94.png"/><Relationship Id="rId189" Type="http://schemas.openxmlformats.org/officeDocument/2006/relationships/customXml" Target="../ink/ink94.xml"/><Relationship Id="rId3" Type="http://schemas.openxmlformats.org/officeDocument/2006/relationships/customXml" Target="../ink/ink1.xml"/><Relationship Id="rId25" Type="http://schemas.openxmlformats.org/officeDocument/2006/relationships/customXml" Target="../ink/ink12.xml"/><Relationship Id="rId46" Type="http://schemas.openxmlformats.org/officeDocument/2006/relationships/image" Target="../media/image25.png"/><Relationship Id="rId67" Type="http://schemas.openxmlformats.org/officeDocument/2006/relationships/customXml" Target="../ink/ink33.xml"/><Relationship Id="rId116" Type="http://schemas.openxmlformats.org/officeDocument/2006/relationships/image" Target="../media/image60.png"/><Relationship Id="rId137" Type="http://schemas.openxmlformats.org/officeDocument/2006/relationships/customXml" Target="../ink/ink68.xml"/><Relationship Id="rId158" Type="http://schemas.openxmlformats.org/officeDocument/2006/relationships/image" Target="../media/image81.png"/><Relationship Id="rId20" Type="http://schemas.openxmlformats.org/officeDocument/2006/relationships/image" Target="../media/image12.png"/><Relationship Id="rId41" Type="http://schemas.openxmlformats.org/officeDocument/2006/relationships/customXml" Target="../ink/ink20.xml"/><Relationship Id="rId62" Type="http://schemas.openxmlformats.org/officeDocument/2006/relationships/image" Target="../media/image33.png"/><Relationship Id="rId83" Type="http://schemas.openxmlformats.org/officeDocument/2006/relationships/customXml" Target="../ink/ink41.xml"/><Relationship Id="rId88" Type="http://schemas.openxmlformats.org/officeDocument/2006/relationships/image" Target="../media/image46.png"/><Relationship Id="rId111" Type="http://schemas.openxmlformats.org/officeDocument/2006/relationships/customXml" Target="../ink/ink55.xml"/><Relationship Id="rId132" Type="http://schemas.openxmlformats.org/officeDocument/2006/relationships/image" Target="../media/image68.png"/><Relationship Id="rId153" Type="http://schemas.openxmlformats.org/officeDocument/2006/relationships/customXml" Target="../ink/ink76.xml"/><Relationship Id="rId174" Type="http://schemas.openxmlformats.org/officeDocument/2006/relationships/image" Target="../media/image89.png"/><Relationship Id="rId179" Type="http://schemas.openxmlformats.org/officeDocument/2006/relationships/customXml" Target="../ink/ink89.xml"/><Relationship Id="rId195" Type="http://schemas.openxmlformats.org/officeDocument/2006/relationships/customXml" Target="../ink/ink97.xml"/><Relationship Id="rId190" Type="http://schemas.openxmlformats.org/officeDocument/2006/relationships/image" Target="../media/image97.png"/><Relationship Id="rId15" Type="http://schemas.openxmlformats.org/officeDocument/2006/relationships/customXml" Target="../ink/ink7.xml"/><Relationship Id="rId36" Type="http://schemas.openxmlformats.org/officeDocument/2006/relationships/image" Target="../media/image20.png"/><Relationship Id="rId57" Type="http://schemas.openxmlformats.org/officeDocument/2006/relationships/customXml" Target="../ink/ink28.xml"/><Relationship Id="rId106" Type="http://schemas.openxmlformats.org/officeDocument/2006/relationships/image" Target="../media/image55.png"/><Relationship Id="rId127" Type="http://schemas.openxmlformats.org/officeDocument/2006/relationships/customXml" Target="../ink/ink63.xml"/><Relationship Id="rId10" Type="http://schemas.openxmlformats.org/officeDocument/2006/relationships/image" Target="../media/image7.png"/><Relationship Id="rId31" Type="http://schemas.openxmlformats.org/officeDocument/2006/relationships/customXml" Target="../ink/ink15.xml"/><Relationship Id="rId52" Type="http://schemas.openxmlformats.org/officeDocument/2006/relationships/image" Target="../media/image28.png"/><Relationship Id="rId73" Type="http://schemas.openxmlformats.org/officeDocument/2006/relationships/customXml" Target="../ink/ink36.xml"/><Relationship Id="rId78" Type="http://schemas.openxmlformats.org/officeDocument/2006/relationships/image" Target="../media/image41.png"/><Relationship Id="rId94" Type="http://schemas.openxmlformats.org/officeDocument/2006/relationships/image" Target="../media/image49.png"/><Relationship Id="rId99" Type="http://schemas.openxmlformats.org/officeDocument/2006/relationships/customXml" Target="../ink/ink49.xml"/><Relationship Id="rId101" Type="http://schemas.openxmlformats.org/officeDocument/2006/relationships/customXml" Target="../ink/ink50.xml"/><Relationship Id="rId122" Type="http://schemas.openxmlformats.org/officeDocument/2006/relationships/image" Target="../media/image63.png"/><Relationship Id="rId143" Type="http://schemas.openxmlformats.org/officeDocument/2006/relationships/customXml" Target="../ink/ink71.xml"/><Relationship Id="rId148" Type="http://schemas.openxmlformats.org/officeDocument/2006/relationships/image" Target="../media/image76.png"/><Relationship Id="rId164" Type="http://schemas.openxmlformats.org/officeDocument/2006/relationships/image" Target="../media/image84.png"/><Relationship Id="rId169" Type="http://schemas.openxmlformats.org/officeDocument/2006/relationships/customXml" Target="../ink/ink84.xml"/><Relationship Id="rId185" Type="http://schemas.openxmlformats.org/officeDocument/2006/relationships/customXml" Target="../ink/ink92.xml"/><Relationship Id="rId4" Type="http://schemas.openxmlformats.org/officeDocument/2006/relationships/image" Target="../media/image4.png"/><Relationship Id="rId9" Type="http://schemas.openxmlformats.org/officeDocument/2006/relationships/customXml" Target="../ink/ink4.xml"/><Relationship Id="rId180" Type="http://schemas.openxmlformats.org/officeDocument/2006/relationships/image" Target="../media/image92.png"/><Relationship Id="rId26" Type="http://schemas.openxmlformats.org/officeDocument/2006/relationships/image" Target="../media/image15.png"/><Relationship Id="rId47" Type="http://schemas.openxmlformats.org/officeDocument/2006/relationships/customXml" Target="../ink/ink23.xml"/><Relationship Id="rId68" Type="http://schemas.openxmlformats.org/officeDocument/2006/relationships/image" Target="../media/image36.png"/><Relationship Id="rId89" Type="http://schemas.openxmlformats.org/officeDocument/2006/relationships/customXml" Target="../ink/ink44.xml"/><Relationship Id="rId112" Type="http://schemas.openxmlformats.org/officeDocument/2006/relationships/image" Target="../media/image58.png"/><Relationship Id="rId133" Type="http://schemas.openxmlformats.org/officeDocument/2006/relationships/customXml" Target="../ink/ink66.xml"/><Relationship Id="rId154" Type="http://schemas.openxmlformats.org/officeDocument/2006/relationships/image" Target="../media/image79.png"/><Relationship Id="rId175" Type="http://schemas.openxmlformats.org/officeDocument/2006/relationships/customXml" Target="../ink/ink87.xml"/><Relationship Id="rId196" Type="http://schemas.openxmlformats.org/officeDocument/2006/relationships/image" Target="../media/image100.png"/><Relationship Id="rId16" Type="http://schemas.openxmlformats.org/officeDocument/2006/relationships/image" Target="../media/image10.png"/><Relationship Id="rId37" Type="http://schemas.openxmlformats.org/officeDocument/2006/relationships/customXml" Target="../ink/ink18.xml"/><Relationship Id="rId58" Type="http://schemas.openxmlformats.org/officeDocument/2006/relationships/image" Target="../media/image31.png"/><Relationship Id="rId79" Type="http://schemas.openxmlformats.org/officeDocument/2006/relationships/customXml" Target="../ink/ink39.xml"/><Relationship Id="rId102" Type="http://schemas.openxmlformats.org/officeDocument/2006/relationships/image" Target="../media/image53.png"/><Relationship Id="rId123" Type="http://schemas.openxmlformats.org/officeDocument/2006/relationships/customXml" Target="../ink/ink61.xml"/><Relationship Id="rId144" Type="http://schemas.openxmlformats.org/officeDocument/2006/relationships/image" Target="../media/image74.png"/><Relationship Id="rId90" Type="http://schemas.openxmlformats.org/officeDocument/2006/relationships/image" Target="../media/image47.png"/><Relationship Id="rId165" Type="http://schemas.openxmlformats.org/officeDocument/2006/relationships/customXml" Target="../ink/ink82.xml"/><Relationship Id="rId186" Type="http://schemas.openxmlformats.org/officeDocument/2006/relationships/image" Target="../media/image95.png"/><Relationship Id="rId27" Type="http://schemas.openxmlformats.org/officeDocument/2006/relationships/customXml" Target="../ink/ink13.xml"/><Relationship Id="rId48" Type="http://schemas.openxmlformats.org/officeDocument/2006/relationships/image" Target="../media/image26.png"/><Relationship Id="rId69" Type="http://schemas.openxmlformats.org/officeDocument/2006/relationships/customXml" Target="../ink/ink34.xml"/><Relationship Id="rId113" Type="http://schemas.openxmlformats.org/officeDocument/2006/relationships/customXml" Target="../ink/ink56.xml"/><Relationship Id="rId134" Type="http://schemas.openxmlformats.org/officeDocument/2006/relationships/image" Target="../media/image69.png"/><Relationship Id="rId80" Type="http://schemas.openxmlformats.org/officeDocument/2006/relationships/image" Target="../media/image42.png"/><Relationship Id="rId155" Type="http://schemas.openxmlformats.org/officeDocument/2006/relationships/customXml" Target="../ink/ink77.xml"/><Relationship Id="rId176" Type="http://schemas.openxmlformats.org/officeDocument/2006/relationships/image" Target="../media/image90.png"/><Relationship Id="rId17" Type="http://schemas.openxmlformats.org/officeDocument/2006/relationships/customXml" Target="../ink/ink8.xml"/><Relationship Id="rId38" Type="http://schemas.openxmlformats.org/officeDocument/2006/relationships/image" Target="../media/image21.png"/><Relationship Id="rId59" Type="http://schemas.openxmlformats.org/officeDocument/2006/relationships/customXml" Target="../ink/ink29.xml"/><Relationship Id="rId103" Type="http://schemas.openxmlformats.org/officeDocument/2006/relationships/customXml" Target="../ink/ink51.xml"/><Relationship Id="rId124" Type="http://schemas.openxmlformats.org/officeDocument/2006/relationships/image" Target="../media/image64.png"/><Relationship Id="rId70" Type="http://schemas.openxmlformats.org/officeDocument/2006/relationships/image" Target="../media/image37.png"/><Relationship Id="rId91" Type="http://schemas.openxmlformats.org/officeDocument/2006/relationships/customXml" Target="../ink/ink45.xml"/><Relationship Id="rId145" Type="http://schemas.openxmlformats.org/officeDocument/2006/relationships/customXml" Target="../ink/ink72.xml"/><Relationship Id="rId166" Type="http://schemas.openxmlformats.org/officeDocument/2006/relationships/image" Target="../media/image85.png"/><Relationship Id="rId187" Type="http://schemas.openxmlformats.org/officeDocument/2006/relationships/customXml" Target="../ink/ink93.xml"/><Relationship Id="rId1" Type="http://schemas.openxmlformats.org/officeDocument/2006/relationships/slideLayout" Target="../slideLayouts/slideLayout2.xml"/><Relationship Id="rId28" Type="http://schemas.openxmlformats.org/officeDocument/2006/relationships/image" Target="../media/image16.png"/><Relationship Id="rId49" Type="http://schemas.openxmlformats.org/officeDocument/2006/relationships/customXml" Target="../ink/ink24.xml"/><Relationship Id="rId114" Type="http://schemas.openxmlformats.org/officeDocument/2006/relationships/image" Target="../media/image59.png"/><Relationship Id="rId60" Type="http://schemas.openxmlformats.org/officeDocument/2006/relationships/image" Target="../media/image32.png"/><Relationship Id="rId81" Type="http://schemas.openxmlformats.org/officeDocument/2006/relationships/customXml" Target="../ink/ink40.xml"/><Relationship Id="rId135" Type="http://schemas.openxmlformats.org/officeDocument/2006/relationships/customXml" Target="../ink/ink67.xml"/><Relationship Id="rId156" Type="http://schemas.openxmlformats.org/officeDocument/2006/relationships/image" Target="../media/image80.png"/><Relationship Id="rId177" Type="http://schemas.openxmlformats.org/officeDocument/2006/relationships/customXml" Target="../ink/ink88.xml"/><Relationship Id="rId18" Type="http://schemas.openxmlformats.org/officeDocument/2006/relationships/image" Target="../media/image11.png"/><Relationship Id="rId39" Type="http://schemas.openxmlformats.org/officeDocument/2006/relationships/customXml" Target="../ink/ink19.xml"/></Relationships>
</file>

<file path=ppt/slides/_rels/slide9.xml.rels><?xml version="1.0" encoding="UTF-8" standalone="yes"?>
<Relationships xmlns="http://schemas.openxmlformats.org/package/2006/relationships"><Relationship Id="rId8" Type="http://schemas.openxmlformats.org/officeDocument/2006/relationships/image" Target="../media/image104.png"/><Relationship Id="rId13" Type="http://schemas.openxmlformats.org/officeDocument/2006/relationships/customXml" Target="../ink/ink103.xml"/><Relationship Id="rId18" Type="http://schemas.openxmlformats.org/officeDocument/2006/relationships/image" Target="../media/image109.png"/><Relationship Id="rId26" Type="http://schemas.openxmlformats.org/officeDocument/2006/relationships/image" Target="../media/image113.png"/><Relationship Id="rId3" Type="http://schemas.openxmlformats.org/officeDocument/2006/relationships/customXml" Target="../ink/ink98.xml"/><Relationship Id="rId21" Type="http://schemas.openxmlformats.org/officeDocument/2006/relationships/customXml" Target="../ink/ink107.xml"/><Relationship Id="rId7" Type="http://schemas.openxmlformats.org/officeDocument/2006/relationships/customXml" Target="../ink/ink100.xml"/><Relationship Id="rId12" Type="http://schemas.openxmlformats.org/officeDocument/2006/relationships/image" Target="../media/image106.png"/><Relationship Id="rId17" Type="http://schemas.openxmlformats.org/officeDocument/2006/relationships/customXml" Target="../ink/ink105.xml"/><Relationship Id="rId25" Type="http://schemas.openxmlformats.org/officeDocument/2006/relationships/customXml" Target="../ink/ink109.xml"/><Relationship Id="rId2" Type="http://schemas.openxmlformats.org/officeDocument/2006/relationships/image" Target="../media/image101.png"/><Relationship Id="rId16" Type="http://schemas.openxmlformats.org/officeDocument/2006/relationships/image" Target="../media/image108.png"/><Relationship Id="rId20" Type="http://schemas.openxmlformats.org/officeDocument/2006/relationships/image" Target="../media/image110.png"/><Relationship Id="rId1" Type="http://schemas.openxmlformats.org/officeDocument/2006/relationships/slideLayout" Target="../slideLayouts/slideLayout2.xml"/><Relationship Id="rId6" Type="http://schemas.openxmlformats.org/officeDocument/2006/relationships/image" Target="../media/image103.png"/><Relationship Id="rId11" Type="http://schemas.openxmlformats.org/officeDocument/2006/relationships/customXml" Target="../ink/ink102.xml"/><Relationship Id="rId24" Type="http://schemas.openxmlformats.org/officeDocument/2006/relationships/image" Target="../media/image112.png"/><Relationship Id="rId5" Type="http://schemas.openxmlformats.org/officeDocument/2006/relationships/customXml" Target="../ink/ink99.xml"/><Relationship Id="rId15" Type="http://schemas.openxmlformats.org/officeDocument/2006/relationships/customXml" Target="../ink/ink104.xml"/><Relationship Id="rId23" Type="http://schemas.openxmlformats.org/officeDocument/2006/relationships/customXml" Target="../ink/ink108.xml"/><Relationship Id="rId10" Type="http://schemas.openxmlformats.org/officeDocument/2006/relationships/image" Target="../media/image105.png"/><Relationship Id="rId19" Type="http://schemas.openxmlformats.org/officeDocument/2006/relationships/customXml" Target="../ink/ink106.xml"/><Relationship Id="rId4" Type="http://schemas.openxmlformats.org/officeDocument/2006/relationships/image" Target="../media/image102.png"/><Relationship Id="rId9" Type="http://schemas.openxmlformats.org/officeDocument/2006/relationships/customXml" Target="../ink/ink101.xml"/><Relationship Id="rId14" Type="http://schemas.openxmlformats.org/officeDocument/2006/relationships/image" Target="../media/image107.png"/><Relationship Id="rId22" Type="http://schemas.openxmlformats.org/officeDocument/2006/relationships/image" Target="../media/image111.png"/></Relationships>
</file>

<file path=ppt/slides/_rels/slide10.xml.rels><?xml version="1.0" encoding="UTF-8" standalone="yes"?>
<Relationships xmlns="http://schemas.openxmlformats.org/package/2006/relationships"><Relationship Id="rId8" Type="http://schemas.openxmlformats.org/officeDocument/2006/relationships/customXml" Target="../ink/ink113.xml"/><Relationship Id="rId13" Type="http://schemas.openxmlformats.org/officeDocument/2006/relationships/image" Target="../media/image118.png"/><Relationship Id="rId3" Type="http://schemas.openxmlformats.org/officeDocument/2006/relationships/image" Target="../media/image57.png"/><Relationship Id="rId7" Type="http://schemas.openxmlformats.org/officeDocument/2006/relationships/image" Target="../media/image115.png"/><Relationship Id="rId12" Type="http://schemas.openxmlformats.org/officeDocument/2006/relationships/customXml" Target="../ink/ink115.xml"/><Relationship Id="rId2" Type="http://schemas.openxmlformats.org/officeDocument/2006/relationships/customXml" Target="../ink/ink110.xml"/><Relationship Id="rId1" Type="http://schemas.openxmlformats.org/officeDocument/2006/relationships/slideLayout" Target="../slideLayouts/slideLayout2.xml"/><Relationship Id="rId6" Type="http://schemas.openxmlformats.org/officeDocument/2006/relationships/image" Target="../media/image114.png"/><Relationship Id="rId11" Type="http://schemas.openxmlformats.org/officeDocument/2006/relationships/image" Target="../media/image117.png"/><Relationship Id="rId5" Type="http://schemas.openxmlformats.org/officeDocument/2006/relationships/customXml" Target="../ink/ink112.xml"/><Relationship Id="rId15" Type="http://schemas.openxmlformats.org/officeDocument/2006/relationships/image" Target="../media/image119.png"/><Relationship Id="rId10" Type="http://schemas.openxmlformats.org/officeDocument/2006/relationships/customXml" Target="../ink/ink114.xml"/><Relationship Id="rId4" Type="http://schemas.openxmlformats.org/officeDocument/2006/relationships/customXml" Target="../ink/ink111.xml"/><Relationship Id="rId9" Type="http://schemas.openxmlformats.org/officeDocument/2006/relationships/image" Target="../media/image116.png"/><Relationship Id="rId14" Type="http://schemas.openxmlformats.org/officeDocument/2006/relationships/customXml" Target="../ink/ink116.xml"/></Relationships>
</file>

<file path=ppt/slides/_rels/slide1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image" Target="../media/image125.png"/><Relationship Id="rId13" Type="http://schemas.openxmlformats.org/officeDocument/2006/relationships/customXml" Target="../ink/ink122.xml"/><Relationship Id="rId3" Type="http://schemas.openxmlformats.org/officeDocument/2006/relationships/customXml" Target="../ink/ink117.xml"/><Relationship Id="rId7" Type="http://schemas.openxmlformats.org/officeDocument/2006/relationships/customXml" Target="../ink/ink119.xml"/><Relationship Id="rId12" Type="http://schemas.openxmlformats.org/officeDocument/2006/relationships/image" Target="../media/image127.png"/><Relationship Id="rId2" Type="http://schemas.openxmlformats.org/officeDocument/2006/relationships/image" Target="../media/image122.png"/><Relationship Id="rId1" Type="http://schemas.openxmlformats.org/officeDocument/2006/relationships/slideLayout" Target="../slideLayouts/slideLayout2.xml"/><Relationship Id="rId6" Type="http://schemas.openxmlformats.org/officeDocument/2006/relationships/image" Target="../media/image124.png"/><Relationship Id="rId11" Type="http://schemas.openxmlformats.org/officeDocument/2006/relationships/customXml" Target="../ink/ink121.xml"/><Relationship Id="rId5" Type="http://schemas.openxmlformats.org/officeDocument/2006/relationships/customXml" Target="../ink/ink118.xml"/><Relationship Id="rId10" Type="http://schemas.openxmlformats.org/officeDocument/2006/relationships/image" Target="../media/image126.png"/><Relationship Id="rId4" Type="http://schemas.openxmlformats.org/officeDocument/2006/relationships/image" Target="../media/image123.png"/><Relationship Id="rId9" Type="http://schemas.openxmlformats.org/officeDocument/2006/relationships/customXml" Target="../ink/ink120.xml"/><Relationship Id="rId14" Type="http://schemas.openxmlformats.org/officeDocument/2006/relationships/image" Target="../media/image128.png"/></Relationships>
</file>

<file path=ppt/slides/_rels/slide14.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1" name="Rectangle 320">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2" name="Rectangle 321">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294" name="Freeform: Shape 293">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3" name="Group 32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297" name="Freeform: Shape 296">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4" name="Freeform: Shape 323">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99" name="Freeform: Shape 298">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5" name="Freeform: Shape 324">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1" name="Freeform: Shape 300">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26" name="Freeform: Shape 325">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3" name="Freeform: Shape 302">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grpSp>
      <p:sp>
        <p:nvSpPr>
          <p:cNvPr id="2" name="Title 1">
            <a:extLst>
              <a:ext uri="{FF2B5EF4-FFF2-40B4-BE49-F238E27FC236}">
                <a16:creationId xmlns:a16="http://schemas.microsoft.com/office/drawing/2014/main" id="{6DB75583-8F97-757A-3D9C-B459F698BB0E}"/>
              </a:ext>
            </a:extLst>
          </p:cNvPr>
          <p:cNvSpPr>
            <a:spLocks noGrp="1"/>
          </p:cNvSpPr>
          <p:nvPr>
            <p:ph type="ctrTitle"/>
          </p:nvPr>
        </p:nvSpPr>
        <p:spPr>
          <a:xfrm>
            <a:off x="3502731" y="1542402"/>
            <a:ext cx="5186842" cy="2387918"/>
          </a:xfrm>
        </p:spPr>
        <p:txBody>
          <a:bodyPr anchor="b">
            <a:normAutofit/>
          </a:bodyPr>
          <a:lstStyle/>
          <a:p>
            <a:r>
              <a:rPr lang="en-AU" sz="5200">
                <a:solidFill>
                  <a:schemeClr val="tx2"/>
                </a:solidFill>
              </a:rPr>
              <a:t>S.W.Q.S.</a:t>
            </a:r>
          </a:p>
        </p:txBody>
      </p:sp>
      <p:sp>
        <p:nvSpPr>
          <p:cNvPr id="3" name="Subtitle 2">
            <a:extLst>
              <a:ext uri="{FF2B5EF4-FFF2-40B4-BE49-F238E27FC236}">
                <a16:creationId xmlns:a16="http://schemas.microsoft.com/office/drawing/2014/main" id="{D6761061-F77B-C890-18C0-41105821CB02}"/>
              </a:ext>
            </a:extLst>
          </p:cNvPr>
          <p:cNvSpPr>
            <a:spLocks noGrp="1"/>
          </p:cNvSpPr>
          <p:nvPr>
            <p:ph type="subTitle" idx="1"/>
          </p:nvPr>
        </p:nvSpPr>
        <p:spPr>
          <a:xfrm>
            <a:off x="3502135" y="4001587"/>
            <a:ext cx="5188034" cy="682079"/>
          </a:xfrm>
        </p:spPr>
        <p:txBody>
          <a:bodyPr anchor="t">
            <a:normAutofit/>
          </a:bodyPr>
          <a:lstStyle/>
          <a:p>
            <a:r>
              <a:rPr lang="en-AU">
                <a:solidFill>
                  <a:schemeClr val="tx2"/>
                </a:solidFill>
              </a:rPr>
              <a:t>Zef, Taliah, and Oscar</a:t>
            </a:r>
          </a:p>
        </p:txBody>
      </p:sp>
      <p:grpSp>
        <p:nvGrpSpPr>
          <p:cNvPr id="305" name="Group 304">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327" name="Freeform: Shape 326">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 name="Freeform: Shape 306">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 name="Freeform: Shape 307">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09" name="Freeform: Shape 308">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1" name="Group 310">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312" name="Freeform: Shape 311">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8" name="Freeform: Shape 327">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4" name="Freeform: Shape 313">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9" name="Freeform: Shape 328">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3882501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3" name="Rectangle 42">
            <a:extLst>
              <a:ext uri="{FF2B5EF4-FFF2-40B4-BE49-F238E27FC236}">
                <a16:creationId xmlns:a16="http://schemas.microsoft.com/office/drawing/2014/main" id="{4522B21E-B2B9-4C72-9A71-C87EFD13748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4412583"/>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551962"/>
            <a:ext cx="10999072" cy="461854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21F26B0-D3C6-35B1-EC55-6D3A318B5E22}"/>
              </a:ext>
            </a:extLst>
          </p:cNvPr>
          <p:cNvSpPr>
            <a:spLocks noGrp="1"/>
          </p:cNvSpPr>
          <p:nvPr>
            <p:ph type="ctrTitle"/>
          </p:nvPr>
        </p:nvSpPr>
        <p:spPr>
          <a:xfrm>
            <a:off x="1524000" y="1293338"/>
            <a:ext cx="9144000" cy="3274592"/>
          </a:xfrm>
        </p:spPr>
        <p:txBody>
          <a:bodyPr anchor="ctr">
            <a:normAutofit/>
          </a:bodyPr>
          <a:lstStyle/>
          <a:p>
            <a:r>
              <a:rPr lang="en-US" sz="7200"/>
              <a:t>Analysis stage</a:t>
            </a:r>
          </a:p>
        </p:txBody>
      </p:sp>
      <p:cxnSp>
        <p:nvCxnSpPr>
          <p:cNvPr id="49" name="Straight Connector 48">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596464" y="6354708"/>
            <a:ext cx="11000232" cy="0"/>
          </a:xfrm>
          <a:prstGeom prst="line">
            <a:avLst/>
          </a:prstGeom>
          <a:ln w="10160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21627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AA57E7-68CC-80F7-B972-7F8686A3B3B1}"/>
              </a:ext>
            </a:extLst>
          </p:cNvPr>
          <p:cNvSpPr>
            <a:spLocks noGrp="1"/>
          </p:cNvSpPr>
          <p:nvPr>
            <p:ph type="title"/>
          </p:nvPr>
        </p:nvSpPr>
        <p:spPr>
          <a:xfrm>
            <a:off x="1043631" y="809898"/>
            <a:ext cx="9942716" cy="1554480"/>
          </a:xfrm>
        </p:spPr>
        <p:txBody>
          <a:bodyPr anchor="ctr">
            <a:normAutofit/>
          </a:bodyPr>
          <a:lstStyle/>
          <a:p>
            <a:r>
              <a:rPr lang="en-US" sz="4800"/>
              <a:t>Empathy map</a:t>
            </a:r>
            <a:endParaRPr lang="en-US"/>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59" name="Content Placeholder 58">
            <a:extLst>
              <a:ext uri="{FF2B5EF4-FFF2-40B4-BE49-F238E27FC236}">
                <a16:creationId xmlns:a16="http://schemas.microsoft.com/office/drawing/2014/main" id="{C04AA241-D4D8-4ED3-7A44-1CA89225DA6F}"/>
              </a:ext>
            </a:extLst>
          </p:cNvPr>
          <p:cNvGraphicFramePr>
            <a:graphicFrameLocks noGrp="1"/>
          </p:cNvGraphicFramePr>
          <p:nvPr>
            <p:ph idx="1"/>
            <p:extLst>
              <p:ext uri="{D42A27DB-BD31-4B8C-83A1-F6EECF244321}">
                <p14:modId xmlns:p14="http://schemas.microsoft.com/office/powerpoint/2010/main" val="2773700345"/>
              </p:ext>
            </p:extLst>
          </p:nvPr>
        </p:nvGraphicFramePr>
        <p:xfrm>
          <a:off x="848590" y="2580409"/>
          <a:ext cx="10494730" cy="1702264"/>
        </p:xfrm>
        <a:graphic>
          <a:graphicData uri="http://schemas.openxmlformats.org/drawingml/2006/table">
            <a:tbl>
              <a:tblPr bandRow="1">
                <a:tableStyleId>{5C22544A-7EE6-4342-B048-85BDC9FD1C3A}</a:tableStyleId>
              </a:tblPr>
              <a:tblGrid>
                <a:gridCol w="5247365">
                  <a:extLst>
                    <a:ext uri="{9D8B030D-6E8A-4147-A177-3AD203B41FA5}">
                      <a16:colId xmlns:a16="http://schemas.microsoft.com/office/drawing/2014/main" val="3307508896"/>
                    </a:ext>
                  </a:extLst>
                </a:gridCol>
                <a:gridCol w="5247365">
                  <a:extLst>
                    <a:ext uri="{9D8B030D-6E8A-4147-A177-3AD203B41FA5}">
                      <a16:colId xmlns:a16="http://schemas.microsoft.com/office/drawing/2014/main" val="2832495967"/>
                    </a:ext>
                  </a:extLst>
                </a:gridCol>
              </a:tblGrid>
              <a:tr h="243228">
                <a:tc>
                  <a:txBody>
                    <a:bodyPr/>
                    <a:lstStyle/>
                    <a:p>
                      <a:pPr marL="0" marR="0" indent="0" algn="l" rtl="0" fontAlgn="base">
                        <a:buNone/>
                      </a:pPr>
                      <a:r>
                        <a:rPr lang="en-AU" sz="1400" b="1" i="0">
                          <a:solidFill>
                            <a:srgbClr val="000000"/>
                          </a:solidFill>
                          <a:effectLst/>
                          <a:latin typeface="Aptos"/>
                        </a:rPr>
                        <a:t>SAYS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THINKS</a:t>
                      </a:r>
                      <a:endParaRPr lang="en-AU"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565098070"/>
                  </a:ext>
                </a:extLst>
              </a:tr>
              <a:tr h="243228">
                <a:tc>
                  <a:txBody>
                    <a:bodyPr/>
                    <a:lstStyle/>
                    <a:p>
                      <a:pPr marL="0" marR="0" indent="0" algn="l" rtl="0" fontAlgn="base">
                        <a:buNone/>
                      </a:pPr>
                      <a:r>
                        <a:rPr lang="en-AU" sz="1400" b="0" i="0">
                          <a:solidFill>
                            <a:srgbClr val="000000"/>
                          </a:solidFill>
                          <a:effectLst/>
                          <a:latin typeface="Aptos"/>
                        </a:rPr>
                        <a:t>"Is this tap water actually safe?"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don't want to ruin my trip by getting sick."</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925176399"/>
                  </a:ext>
                </a:extLst>
              </a:tr>
              <a:tr h="425651">
                <a:tc>
                  <a:txBody>
                    <a:bodyPr/>
                    <a:lstStyle/>
                    <a:p>
                      <a:pPr marL="0" marR="0" indent="0" algn="l" rtl="0" fontAlgn="base">
                        <a:buNone/>
                      </a:pPr>
                      <a:r>
                        <a:rPr lang="en-AU" sz="1400" b="0" i="0">
                          <a:solidFill>
                            <a:srgbClr val="000000"/>
                          </a:solidFill>
                          <a:effectLst/>
                          <a:latin typeface="Aptos"/>
                        </a:rPr>
                        <a:t>"Should I buy bottled water instead?"</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"I wish there was an easy way to know if this water is clean."</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88727269"/>
                  </a:ext>
                </a:extLst>
              </a:tr>
              <a:tr h="243228">
                <a:tc>
                  <a:txBody>
                    <a:bodyPr/>
                    <a:lstStyle/>
                    <a:p>
                      <a:pPr marL="0" marR="0" indent="0" algn="l" rtl="0" fontAlgn="base">
                        <a:buNone/>
                      </a:pPr>
                      <a:r>
                        <a:rPr lang="en-AU" sz="1400" b="0" i="0">
                          <a:solidFill>
                            <a:srgbClr val="000000"/>
                          </a:solidFill>
                          <a:effectLst/>
                          <a:latin typeface="Aptos"/>
                        </a:rPr>
                        <a:t>"The locals drink it, but can I?"</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"Can I trust what people are telling me?"</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78615523"/>
                  </a:ext>
                </a:extLst>
              </a:tr>
              <a:tr h="425651">
                <a:tc>
                  <a:txBody>
                    <a:bodyPr/>
                    <a:lstStyle/>
                    <a:p>
                      <a:pPr marL="0" marR="0" indent="0" algn="l" rtl="0" fontAlgn="base">
                        <a:buNone/>
                      </a:pPr>
                      <a:r>
                        <a:rPr lang="en-AU" sz="1400" b="0" i="0">
                          <a:solidFill>
                            <a:srgbClr val="000000"/>
                          </a:solidFill>
                          <a:effectLst/>
                          <a:latin typeface="Aptos"/>
                        </a:rPr>
                        <a:t>"I don't want to waste money on bottled water if I don't have to."</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"What if the water looks clean but still has harmful bacteria?"</a:t>
                      </a:r>
                      <a:endParaRPr lang="en-US" sz="1400" b="0" i="0">
                        <a:solidFill>
                          <a:srgbClr val="000000"/>
                        </a:solidFill>
                        <a:effectLst/>
                        <a:latin typeface="Aptos"/>
                      </a:endParaRPr>
                    </a:p>
                  </a:txBody>
                  <a:tcPr marL="70295" marR="70295" marT="35147" marB="35147"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57275389"/>
                  </a:ext>
                </a:extLst>
              </a:tr>
            </a:tbl>
          </a:graphicData>
        </a:graphic>
      </p:graphicFrame>
      <p:graphicFrame>
        <p:nvGraphicFramePr>
          <p:cNvPr id="61" name="Table 60">
            <a:extLst>
              <a:ext uri="{FF2B5EF4-FFF2-40B4-BE49-F238E27FC236}">
                <a16:creationId xmlns:a16="http://schemas.microsoft.com/office/drawing/2014/main" id="{A43B6AB0-3DA1-1C0B-3C5F-DBA82F8DBD83}"/>
              </a:ext>
            </a:extLst>
          </p:cNvPr>
          <p:cNvGraphicFramePr>
            <a:graphicFrameLocks noGrp="1"/>
          </p:cNvGraphicFramePr>
          <p:nvPr>
            <p:extLst>
              <p:ext uri="{D42A27DB-BD31-4B8C-83A1-F6EECF244321}">
                <p14:modId xmlns:p14="http://schemas.microsoft.com/office/powerpoint/2010/main" val="974319584"/>
              </p:ext>
            </p:extLst>
          </p:nvPr>
        </p:nvGraphicFramePr>
        <p:xfrm>
          <a:off x="838200" y="4501797"/>
          <a:ext cx="10515600" cy="1937291"/>
        </p:xfrm>
        <a:graphic>
          <a:graphicData uri="http://schemas.openxmlformats.org/drawingml/2006/table">
            <a:tbl>
              <a:tblPr bandRow="1">
                <a:tableStyleId>{5C22544A-7EE6-4342-B048-85BDC9FD1C3A}</a:tableStyleId>
              </a:tblPr>
              <a:tblGrid>
                <a:gridCol w="5257800">
                  <a:extLst>
                    <a:ext uri="{9D8B030D-6E8A-4147-A177-3AD203B41FA5}">
                      <a16:colId xmlns:a16="http://schemas.microsoft.com/office/drawing/2014/main" val="715813763"/>
                    </a:ext>
                  </a:extLst>
                </a:gridCol>
                <a:gridCol w="5257800">
                  <a:extLst>
                    <a:ext uri="{9D8B030D-6E8A-4147-A177-3AD203B41FA5}">
                      <a16:colId xmlns:a16="http://schemas.microsoft.com/office/drawing/2014/main" val="441424277"/>
                    </a:ext>
                  </a:extLst>
                </a:gridCol>
              </a:tblGrid>
              <a:tr h="325507">
                <a:tc>
                  <a:txBody>
                    <a:bodyPr/>
                    <a:lstStyle/>
                    <a:p>
                      <a:pPr marL="0" marR="0" indent="0" algn="l" rtl="0" fontAlgn="base">
                        <a:buNone/>
                      </a:pPr>
                      <a:r>
                        <a:rPr lang="en-AU" sz="1400" b="1" i="0">
                          <a:solidFill>
                            <a:srgbClr val="000000"/>
                          </a:solidFill>
                          <a:effectLst/>
                          <a:latin typeface="Aptos"/>
                        </a:rPr>
                        <a:t>DOES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1" i="0">
                          <a:solidFill>
                            <a:srgbClr val="000000"/>
                          </a:solidFill>
                          <a:effectLst/>
                          <a:latin typeface="Aptos"/>
                        </a:rPr>
                        <a:t>FEELS</a:t>
                      </a:r>
                      <a:endParaRPr lang="en-AU"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802277166"/>
                  </a:ext>
                </a:extLst>
              </a:tr>
              <a:tr h="325507">
                <a:tc>
                  <a:txBody>
                    <a:bodyPr/>
                    <a:lstStyle/>
                    <a:p>
                      <a:pPr marL="0" marR="0" indent="0" algn="l" rtl="0" fontAlgn="base">
                        <a:buNone/>
                      </a:pPr>
                      <a:r>
                        <a:rPr lang="en-AU" sz="1400" b="0" i="0">
                          <a:solidFill>
                            <a:srgbClr val="000000"/>
                          </a:solidFill>
                          <a:effectLst/>
                          <a:latin typeface="Aptos"/>
                        </a:rPr>
                        <a:t>Buys bottled water whenever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Anxious about drinking unfamiliar water.</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971608796"/>
                  </a:ext>
                </a:extLst>
              </a:tr>
              <a:tr h="325507">
                <a:tc>
                  <a:txBody>
                    <a:bodyPr/>
                    <a:lstStyle/>
                    <a:p>
                      <a:pPr marL="0" marR="0" indent="0" algn="l" rtl="0" fontAlgn="base">
                        <a:buNone/>
                      </a:pPr>
                      <a:r>
                        <a:rPr lang="en-AU" sz="1400" b="0" i="0">
                          <a:solidFill>
                            <a:srgbClr val="000000"/>
                          </a:solidFill>
                          <a:effectLst/>
                          <a:latin typeface="Aptos"/>
                        </a:rPr>
                        <a:t>Asks locals or hotel staff if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Uncertain because there is no clear evidence.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259026087"/>
                  </a:ext>
                </a:extLst>
              </a:tr>
              <a:tr h="325507">
                <a:tc>
                  <a:txBody>
                    <a:bodyPr/>
                    <a:lstStyle/>
                    <a:p>
                      <a:pPr marL="0" marR="0" indent="0" algn="l" rtl="0" fontAlgn="base">
                        <a:buNone/>
                      </a:pPr>
                      <a:r>
                        <a:rPr lang="en-AU" sz="1400" b="0" i="0">
                          <a:solidFill>
                            <a:srgbClr val="000000"/>
                          </a:solidFill>
                          <a:effectLst/>
                          <a:latin typeface="Aptos"/>
                        </a:rPr>
                        <a:t>Boils water before drinking when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Frustrated by conflicting advice.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150254733"/>
                  </a:ext>
                </a:extLst>
              </a:tr>
              <a:tr h="325507">
                <a:tc>
                  <a:txBody>
                    <a:bodyPr/>
                    <a:lstStyle/>
                    <a:p>
                      <a:pPr marL="0" marR="0" indent="0" algn="l" rtl="0" fontAlgn="base">
                        <a:buNone/>
                      </a:pPr>
                      <a:r>
                        <a:rPr lang="en-AU" sz="1400" b="0" i="0">
                          <a:solidFill>
                            <a:srgbClr val="000000"/>
                          </a:solidFill>
                          <a:effectLst/>
                          <a:latin typeface="Aptos"/>
                        </a:rPr>
                        <a:t>Avoids drinking as much water as possible.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Relieved when they know the water is safe.</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129127730"/>
                  </a:ext>
                </a:extLst>
              </a:tr>
              <a:tr h="309756">
                <a:tc>
                  <a:txBody>
                    <a:bodyPr/>
                    <a:lstStyle/>
                    <a:p>
                      <a:pPr marL="0" marR="0" indent="0" algn="l" rtl="0" fontAlgn="base">
                        <a:buNone/>
                      </a:pPr>
                      <a:r>
                        <a:rPr lang="en-AU" sz="1400" b="0" i="0">
                          <a:solidFill>
                            <a:srgbClr val="000000"/>
                          </a:solidFill>
                          <a:effectLst/>
                          <a:latin typeface="Aptos"/>
                        </a:rPr>
                        <a:t>Avoids drinking tap water in unfamiliar places.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tc>
                  <a:txBody>
                    <a:bodyPr/>
                    <a:lstStyle/>
                    <a:p>
                      <a:pPr marL="0" marR="0" indent="0" algn="l" rtl="0" fontAlgn="base">
                        <a:buNone/>
                      </a:pPr>
                      <a:r>
                        <a:rPr lang="en-AU" sz="1400" b="0" i="0">
                          <a:solidFill>
                            <a:srgbClr val="000000"/>
                          </a:solidFill>
                          <a:effectLst/>
                          <a:latin typeface="Aptos"/>
                        </a:rPr>
                        <a:t>Worried about food poisoning or stomach illnesses.</a:t>
                      </a:r>
                      <a:endParaRPr lang="en-US" sz="1400" b="0" i="0">
                        <a:solidFill>
                          <a:srgbClr val="000000"/>
                        </a:solidFill>
                        <a:effectLst/>
                        <a:latin typeface="Aptos"/>
                      </a:endParaRPr>
                    </a:p>
                  </a:txBody>
                  <a:tcPr marL="58865" marR="58865" marT="29432" marB="29432"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36095359"/>
                  </a:ext>
                </a:extLst>
              </a:tr>
            </a:tbl>
          </a:graphicData>
        </a:graphic>
      </p:graphicFrame>
    </p:spTree>
    <p:extLst>
      <p:ext uri="{BB962C8B-B14F-4D97-AF65-F5344CB8AC3E}">
        <p14:creationId xmlns:p14="http://schemas.microsoft.com/office/powerpoint/2010/main" val="3022893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0" name="Rectangle 79">
            <a:extLst>
              <a:ext uri="{FF2B5EF4-FFF2-40B4-BE49-F238E27FC236}">
                <a16:creationId xmlns:a16="http://schemas.microsoft.com/office/drawing/2014/main" id="{19D32F93-50AC-4C46-A5DB-291C60DDB7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Content Placeholder 3">
            <a:extLst>
              <a:ext uri="{FF2B5EF4-FFF2-40B4-BE49-F238E27FC236}">
                <a16:creationId xmlns:a16="http://schemas.microsoft.com/office/drawing/2014/main" id="{659EA95B-100E-0446-4B7D-481A03839FB3}"/>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1289303" y="1119116"/>
            <a:ext cx="9419723" cy="2213635"/>
          </a:xfrm>
          <a:prstGeom prst="rect">
            <a:avLst/>
          </a:prstGeom>
        </p:spPr>
      </p:pic>
      <p:sp>
        <p:nvSpPr>
          <p:cNvPr id="82" name="Right Triangle 8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4" name="Rectangle 83">
            <a:extLst>
              <a:ext uri="{FF2B5EF4-FFF2-40B4-BE49-F238E27FC236}">
                <a16:creationId xmlns:a16="http://schemas.microsoft.com/office/drawing/2014/main" id="{EE04B5EB-F158-4507-90DD-BD23620C7C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1C16963-ECB7-19CB-C33A-B083B7563E37}"/>
              </a:ext>
            </a:extLst>
          </p:cNvPr>
          <p:cNvSpPr>
            <a:spLocks noGrp="1"/>
          </p:cNvSpPr>
          <p:nvPr>
            <p:ph type="title"/>
          </p:nvPr>
        </p:nvSpPr>
        <p:spPr>
          <a:xfrm>
            <a:off x="1289304" y="3429000"/>
            <a:ext cx="8921672" cy="1713305"/>
          </a:xfrm>
        </p:spPr>
        <p:txBody>
          <a:bodyPr vert="horz" lIns="91440" tIns="45720" rIns="91440" bIns="45720" rtlCol="0" anchor="b">
            <a:normAutofit/>
          </a:bodyPr>
          <a:lstStyle/>
          <a:p>
            <a:r>
              <a:rPr lang="en-US" sz="8000" b="0" i="0" kern="1200">
                <a:solidFill>
                  <a:schemeClr val="tx1"/>
                </a:solidFill>
                <a:latin typeface="+mj-lt"/>
                <a:ea typeface="+mj-ea"/>
                <a:cs typeface="+mj-cs"/>
              </a:rPr>
              <a:t>Ideate</a:t>
            </a:r>
          </a:p>
        </p:txBody>
      </p:sp>
    </p:spTree>
    <p:extLst>
      <p:ext uri="{BB962C8B-B14F-4D97-AF65-F5344CB8AC3E}">
        <p14:creationId xmlns:p14="http://schemas.microsoft.com/office/powerpoint/2010/main" val="2897359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F9214ED-179A-0B65-50E5-204EF28F27F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AC1CC761-0608-0088-EDB1-3591810F825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C5DCDA4-8137-72F0-C48F-0B99171FA71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9E844A47-622E-3571-BF3E-E77AF497F4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4C60AC4-1235-EB7C-C499-37C2E21DF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6ECEDF1-A563-2E5B-5F94-3D22F801B9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E9CE562D-2ECB-8BB7-ACB8-2D3C066B04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FB5C6FE-A736-5FCE-CD39-0C1663242E4A}"/>
              </a:ext>
            </a:extLst>
          </p:cNvPr>
          <p:cNvSpPr>
            <a:spLocks noGrp="1"/>
          </p:cNvSpPr>
          <p:nvPr>
            <p:ph type="title"/>
          </p:nvPr>
        </p:nvSpPr>
        <p:spPr>
          <a:xfrm>
            <a:off x="1043631" y="809898"/>
            <a:ext cx="9942716" cy="1554480"/>
          </a:xfrm>
        </p:spPr>
        <p:txBody>
          <a:bodyPr anchor="ctr">
            <a:normAutofit/>
          </a:bodyPr>
          <a:lstStyle/>
          <a:p>
            <a:r>
              <a:rPr lang="en-US" sz="4800"/>
              <a:t>Filter </a:t>
            </a:r>
          </a:p>
        </p:txBody>
      </p:sp>
      <p:sp>
        <p:nvSpPr>
          <p:cNvPr id="7" name="Content Placeholder 2">
            <a:extLst>
              <a:ext uri="{FF2B5EF4-FFF2-40B4-BE49-F238E27FC236}">
                <a16:creationId xmlns:a16="http://schemas.microsoft.com/office/drawing/2014/main" id="{6AC99089-EC87-66ED-706B-80DF1158A821}"/>
              </a:ext>
            </a:extLst>
          </p:cNvPr>
          <p:cNvSpPr>
            <a:spLocks noGrp="1"/>
          </p:cNvSpPr>
          <p:nvPr>
            <p:ph idx="1"/>
          </p:nvPr>
        </p:nvSpPr>
        <p:spPr>
          <a:xfrm>
            <a:off x="1045028" y="3017522"/>
            <a:ext cx="9941319" cy="3124658"/>
          </a:xfrm>
        </p:spPr>
        <p:txBody>
          <a:bodyPr anchor="ctr">
            <a:normAutofit/>
          </a:bodyPr>
          <a:lstStyle/>
          <a:p>
            <a:r>
              <a:rPr lang="en-US" sz="1300" b="1"/>
              <a:t>Our choices </a:t>
            </a:r>
          </a:p>
          <a:p>
            <a:r>
              <a:rPr lang="en-US" sz="1300" b="1"/>
              <a:t>Creating a device that detects the cleanliness of bodies of water </a:t>
            </a:r>
          </a:p>
          <a:p>
            <a:pPr>
              <a:buFontTx/>
              <a:buChar char="-"/>
            </a:pPr>
            <a:r>
              <a:rPr lang="en-AU" sz="1300"/>
              <a:t>It directly addresses the concerns people have about water  safety.</a:t>
            </a:r>
          </a:p>
          <a:p>
            <a:pPr>
              <a:buFontTx/>
              <a:buChar char="-"/>
            </a:pPr>
            <a:r>
              <a:rPr lang="en-AU" sz="1300"/>
              <a:t>It helps reduce the risk of drinking contaminated water.</a:t>
            </a:r>
          </a:p>
          <a:p>
            <a:pPr>
              <a:buFontTx/>
              <a:buChar char="-"/>
            </a:pPr>
            <a:r>
              <a:rPr lang="en-AU" sz="1300"/>
              <a:t>The device can detect contamination that cannot be seen with the naked eye.</a:t>
            </a:r>
            <a:endParaRPr lang="en-US" sz="1300"/>
          </a:p>
          <a:p>
            <a:r>
              <a:rPr lang="en-US" sz="1300" b="1"/>
              <a:t>Creating a portable </a:t>
            </a:r>
            <a:r>
              <a:rPr lang="en-AU" sz="1300" b="1"/>
              <a:t>submersible water quality surveyance probe.</a:t>
            </a:r>
          </a:p>
          <a:p>
            <a:pPr>
              <a:buFontTx/>
              <a:buChar char="-"/>
            </a:pPr>
            <a:r>
              <a:rPr lang="en-AU" sz="1300"/>
              <a:t>It allows people to test water quickly and accurately wherever they are.</a:t>
            </a:r>
          </a:p>
          <a:p>
            <a:pPr>
              <a:buFontTx/>
              <a:buChar char="-"/>
            </a:pPr>
            <a:r>
              <a:rPr lang="en-AU" sz="1300"/>
              <a:t>Because it is portable, it is ideal for travellers, campers, hikers, emergency workers, and people living in areas where water quality is uncertain.</a:t>
            </a:r>
          </a:p>
          <a:p>
            <a:pPr>
              <a:buFontTx/>
              <a:buChar char="-"/>
            </a:pPr>
            <a:r>
              <a:rPr lang="en-AU" sz="1300"/>
              <a:t>Overall, the probe improves health and safety, provides reliable information, and helps people make informed decisions about the water they use.</a:t>
            </a:r>
          </a:p>
          <a:p>
            <a:pPr marL="0" indent="0">
              <a:buNone/>
            </a:pPr>
            <a:endParaRPr lang="en-US" sz="1300"/>
          </a:p>
        </p:txBody>
      </p:sp>
      <p:cxnSp>
        <p:nvCxnSpPr>
          <p:cNvPr id="17" name="Straight Connector 16">
            <a:extLst>
              <a:ext uri="{FF2B5EF4-FFF2-40B4-BE49-F238E27FC236}">
                <a16:creationId xmlns:a16="http://schemas.microsoft.com/office/drawing/2014/main" id="{58A58955-D980-431A-6EA6-B864B8A6BCB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860885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a:p>
            <a:pPr algn="ctr"/>
            <a:endParaRPr lang="en-US"/>
          </a:p>
        </p:txBody>
      </p:sp>
      <p:sp>
        <p:nvSpPr>
          <p:cNvPr id="2" name="Title 1">
            <a:extLst>
              <a:ext uri="{FF2B5EF4-FFF2-40B4-BE49-F238E27FC236}">
                <a16:creationId xmlns:a16="http://schemas.microsoft.com/office/drawing/2014/main" id="{5BD4AA40-355A-C02C-B9AC-365B969BF878}"/>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sz="3600" b="0" i="0" kern="1200">
                <a:solidFill>
                  <a:schemeClr val="tx1"/>
                </a:solidFill>
                <a:latin typeface="+mj-lt"/>
                <a:ea typeface="+mj-ea"/>
                <a:cs typeface="+mj-cs"/>
              </a:rPr>
              <a:t>Final decision </a:t>
            </a:r>
          </a:p>
        </p:txBody>
      </p:sp>
      <p:sp>
        <p:nvSpPr>
          <p:cNvPr id="15" name="Rectangle 1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5BE8265-4C5F-67BB-6A15-D068CDB22A3C}"/>
              </a:ext>
            </a:extLst>
          </p:cNvPr>
          <p:cNvSpPr txBox="1"/>
          <p:nvPr/>
        </p:nvSpPr>
        <p:spPr>
          <a:xfrm>
            <a:off x="486721" y="2111008"/>
            <a:ext cx="4282984" cy="3511943"/>
          </a:xfrm>
          <a:prstGeom prst="rect">
            <a:avLst/>
          </a:prstGeom>
        </p:spPr>
        <p:txBody>
          <a:bodyPr vert="horz" lIns="91440" tIns="45720" rIns="91440" bIns="45720" rtlCol="0" anchor="ctr">
            <a:noAutofit/>
          </a:bodyPr>
          <a:lstStyle/>
          <a:p>
            <a:pPr indent="-228600">
              <a:lnSpc>
                <a:spcPct val="90000"/>
              </a:lnSpc>
              <a:spcBef>
                <a:spcPts val="1000"/>
              </a:spcBef>
              <a:buClr>
                <a:schemeClr val="accent1"/>
              </a:buClr>
              <a:buSzPct val="80000"/>
              <a:buFont typeface="Arial" panose="020B0604020202020204" pitchFamily="34" charset="0"/>
              <a:buChar char="•"/>
            </a:pPr>
            <a:r>
              <a:rPr lang="en-US" sz="950"/>
              <a:t>We chose to create a portable submersible water quality surveillance probe because many people are unsure whether the water around them is safe to drink or use. Travelers, campers, hikers, and people in remote areas often worry about getting sick from contaminated water and cannot always trust what they are told or judge the water by its appearance.</a:t>
            </a:r>
          </a:p>
          <a:p>
            <a:pPr indent="-228600">
              <a:lnSpc>
                <a:spcPct val="90000"/>
              </a:lnSpc>
              <a:spcBef>
                <a:spcPts val="1000"/>
              </a:spcBef>
              <a:buClr>
                <a:schemeClr val="accent1"/>
              </a:buClr>
              <a:buSzPct val="80000"/>
              <a:buFont typeface="Arial" panose="020B0604020202020204" pitchFamily="34" charset="0"/>
              <a:buChar char="•"/>
            </a:pPr>
            <a:r>
              <a:rPr lang="en-US" sz="950"/>
              <a:t>Our probe provides a quick and reliable way to test water quality on the spot. It helps users make informed decisions, reduces the risk of waterborne illness, and can save money by avoiding unnecessary purchases of bottled water. We believe this solution will improve health and safety while giving people confidence and peace of mind wherever they are.</a:t>
            </a:r>
          </a:p>
          <a:p>
            <a:pPr indent="-228600">
              <a:lnSpc>
                <a:spcPct val="90000"/>
              </a:lnSpc>
              <a:spcBef>
                <a:spcPts val="1000"/>
              </a:spcBef>
              <a:buClr>
                <a:schemeClr val="accent1"/>
              </a:buClr>
              <a:buSzPct val="80000"/>
              <a:buFont typeface="Arial" panose="020B0604020202020204" pitchFamily="34" charset="0"/>
              <a:buChar char="•"/>
            </a:pPr>
            <a:r>
              <a:rPr lang="en-US" sz="950" b="1"/>
              <a:t>Functional Requirements:</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Purity </a:t>
            </a:r>
          </a:p>
          <a:p>
            <a:pPr marL="171450" indent="-228600">
              <a:lnSpc>
                <a:spcPct val="90000"/>
              </a:lnSpc>
              <a:spcBef>
                <a:spcPts val="1000"/>
              </a:spcBef>
              <a:buClr>
                <a:schemeClr val="accent1"/>
              </a:buClr>
              <a:buSzPct val="80000"/>
              <a:buFont typeface="Arial" panose="020B0604020202020204" pitchFamily="34" charset="0"/>
              <a:buChar char="•"/>
            </a:pPr>
            <a:r>
              <a:rPr lang="en-US" sz="950"/>
              <a:t>Detect Water Temperature</a:t>
            </a:r>
          </a:p>
          <a:p>
            <a:pPr marL="171450" indent="-228600">
              <a:lnSpc>
                <a:spcPct val="90000"/>
              </a:lnSpc>
              <a:spcBef>
                <a:spcPts val="1000"/>
              </a:spcBef>
              <a:buClr>
                <a:schemeClr val="accent1"/>
              </a:buClr>
              <a:buSzPct val="80000"/>
              <a:buFont typeface="Arial" panose="020B0604020202020204" pitchFamily="34" charset="0"/>
              <a:buChar char="•"/>
            </a:pPr>
            <a:r>
              <a:rPr lang="en-US" sz="950"/>
              <a:t>Dashboard</a:t>
            </a:r>
          </a:p>
          <a:p>
            <a:pPr marL="171450" indent="-228600">
              <a:lnSpc>
                <a:spcPct val="90000"/>
              </a:lnSpc>
              <a:spcBef>
                <a:spcPts val="1000"/>
              </a:spcBef>
              <a:buClr>
                <a:schemeClr val="accent1"/>
              </a:buClr>
              <a:buSzPct val="80000"/>
              <a:buFont typeface="Arial" panose="020B0604020202020204" pitchFamily="34" charset="0"/>
              <a:buChar char="•"/>
            </a:pPr>
            <a:r>
              <a:rPr lang="en-US" sz="950"/>
              <a:t>Be able to function in remote communities</a:t>
            </a:r>
          </a:p>
          <a:p>
            <a:pPr marL="171450" indent="-228600">
              <a:lnSpc>
                <a:spcPct val="90000"/>
              </a:lnSpc>
              <a:spcBef>
                <a:spcPts val="1000"/>
              </a:spcBef>
              <a:buClr>
                <a:schemeClr val="accent1"/>
              </a:buClr>
              <a:buSzPct val="80000"/>
              <a:buFont typeface="Arial" panose="020B0604020202020204" pitchFamily="34" charset="0"/>
              <a:buChar char="•"/>
            </a:pPr>
            <a:r>
              <a:rPr lang="en-US" sz="950"/>
              <a:t>Waterproof</a:t>
            </a:r>
          </a:p>
          <a:p>
            <a:pPr marL="171450" indent="-228600">
              <a:lnSpc>
                <a:spcPct val="90000"/>
              </a:lnSpc>
              <a:spcBef>
                <a:spcPts val="1000"/>
              </a:spcBef>
              <a:buClr>
                <a:schemeClr val="accent1"/>
              </a:buClr>
              <a:buSzPct val="80000"/>
              <a:buFont typeface="Arial" panose="020B0604020202020204" pitchFamily="34" charset="0"/>
              <a:buChar char="•"/>
            </a:pPr>
            <a:r>
              <a:rPr lang="en-US" sz="950"/>
              <a:t>Must record all data to a SD card</a:t>
            </a:r>
          </a:p>
          <a:p>
            <a:pPr marL="171450" indent="-228600">
              <a:lnSpc>
                <a:spcPct val="90000"/>
              </a:lnSpc>
              <a:spcBef>
                <a:spcPts val="1000"/>
              </a:spcBef>
              <a:buClr>
                <a:schemeClr val="accent1"/>
              </a:buClr>
              <a:buSzPct val="80000"/>
              <a:buFont typeface="Arial" panose="020B0604020202020204" pitchFamily="34" charset="0"/>
              <a:buChar char="•"/>
            </a:pPr>
            <a:r>
              <a:rPr lang="en-US" sz="950"/>
              <a:t>Water safety ranking system</a:t>
            </a:r>
          </a:p>
        </p:txBody>
      </p:sp>
      <p:sp>
        <p:nvSpPr>
          <p:cNvPr id="17" name="Rectangle 1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3BDD952C-E95A-AFD5-E3D3-F39F40925992}"/>
              </a:ext>
            </a:extLst>
          </p:cNvPr>
          <p:cNvPicPr>
            <a:picLocks noGrp="1" noChangeAspect="1"/>
          </p:cNvPicPr>
          <p:nvPr>
            <p:ph idx="1"/>
          </p:nvPr>
        </p:nvPicPr>
        <p:blipFill>
          <a:blip r:embed="rId2"/>
          <a:stretch>
            <a:fillRect/>
          </a:stretch>
        </p:blipFill>
        <p:spPr>
          <a:xfrm>
            <a:off x="5987738" y="1652300"/>
            <a:ext cx="5628018" cy="3320529"/>
          </a:xfrm>
          <a:prstGeom prst="rect">
            <a:avLst/>
          </a:prstGeom>
        </p:spPr>
      </p:pic>
      <p:sp>
        <p:nvSpPr>
          <p:cNvPr id="3" name="TextBox 2">
            <a:extLst>
              <a:ext uri="{FF2B5EF4-FFF2-40B4-BE49-F238E27FC236}">
                <a16:creationId xmlns:a16="http://schemas.microsoft.com/office/drawing/2014/main" id="{69689C90-6221-A1FF-3431-0941A890942C}"/>
              </a:ext>
            </a:extLst>
          </p:cNvPr>
          <p:cNvSpPr txBox="1"/>
          <p:nvPr/>
        </p:nvSpPr>
        <p:spPr>
          <a:xfrm>
            <a:off x="3083464" y="3632131"/>
            <a:ext cx="6096000" cy="103246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228600" indent="-228600">
              <a:lnSpc>
                <a:spcPct val="80000"/>
              </a:lnSpc>
              <a:buClr>
                <a:schemeClr val="accent1"/>
              </a:buClr>
              <a:buSzPct val="80000"/>
              <a:buFont typeface="Arial,Sans-Serif"/>
              <a:buChar char="•"/>
            </a:pPr>
            <a:r>
              <a:rPr lang="en-US" sz="950" b="1" i="0" u="none" strike="noStrike" baseline="0">
                <a:solidFill>
                  <a:srgbClr val="000000"/>
                </a:solidFill>
                <a:latin typeface="Aptos"/>
                <a:ea typeface="Arial"/>
                <a:cs typeface="Arial"/>
              </a:rPr>
              <a:t>Non-Functional Requirements:</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Work Online and Offline</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Wireless Communication</a:t>
            </a:r>
            <a:r>
              <a:rPr lang="en-US" sz="950" b="0" i="0">
                <a:solidFill>
                  <a:srgbClr val="000000"/>
                </a:solidFill>
                <a:latin typeface="Aptos"/>
                <a:ea typeface="Arial"/>
                <a:cs typeface="Arial"/>
              </a:rPr>
              <a:t>​</a:t>
            </a:r>
          </a:p>
          <a:p>
            <a:pPr>
              <a:lnSpc>
                <a:spcPct val="80000"/>
              </a:lnSpc>
            </a:pPr>
            <a:endParaRPr lang="en-US" sz="950">
              <a:solidFill>
                <a:srgbClr val="000000"/>
              </a:solidFill>
              <a:latin typeface="Aptos"/>
              <a:ea typeface="Arial"/>
              <a:cs typeface="Arial"/>
            </a:endParaRPr>
          </a:p>
          <a:p>
            <a:pPr marL="171450" lvl="0" indent="-228600" algn="l" rtl="0">
              <a:lnSpc>
                <a:spcPct val="80000"/>
              </a:lnSpc>
              <a:buClr>
                <a:schemeClr val="accent1"/>
              </a:buClr>
              <a:buSzPct val="80000"/>
              <a:buFont typeface="Arial,Sans-Serif"/>
              <a:buChar char="•"/>
            </a:pPr>
            <a:r>
              <a:rPr lang="en-US" sz="950" b="0" i="0" u="none" strike="noStrike" baseline="0">
                <a:solidFill>
                  <a:srgbClr val="000000"/>
                </a:solidFill>
                <a:latin typeface="Aptos"/>
                <a:ea typeface="Arial"/>
                <a:cs typeface="Arial"/>
              </a:rPr>
              <a:t>Long battery life</a:t>
            </a:r>
            <a:r>
              <a:rPr lang="en-US" sz="950" b="0" i="0">
                <a:solidFill>
                  <a:srgbClr val="000000"/>
                </a:solidFill>
                <a:latin typeface="Aptos"/>
                <a:ea typeface="Arial"/>
                <a:cs typeface="Arial"/>
              </a:rPr>
              <a:t>​</a:t>
            </a:r>
          </a:p>
          <a:p>
            <a:pPr algn="ctr">
              <a:lnSpc>
                <a:spcPct val="80000"/>
              </a:lnSpc>
            </a:pPr>
            <a:endParaRPr lang="en-US" sz="950"/>
          </a:p>
        </p:txBody>
      </p:sp>
    </p:spTree>
    <p:extLst>
      <p:ext uri="{BB962C8B-B14F-4D97-AF65-F5344CB8AC3E}">
        <p14:creationId xmlns:p14="http://schemas.microsoft.com/office/powerpoint/2010/main" val="40945925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6"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1FEC590B-3306-47E9-BD67-97F3F76169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8862" y="0"/>
            <a:ext cx="12223587" cy="6858000"/>
            <a:chOff x="625494" y="598259"/>
            <a:chExt cx="10920384" cy="5680742"/>
          </a:xfrm>
        </p:grpSpPr>
        <p:sp>
          <p:nvSpPr>
            <p:cNvPr id="59" name="Color">
              <a:extLst>
                <a:ext uri="{FF2B5EF4-FFF2-40B4-BE49-F238E27FC236}">
                  <a16:creationId xmlns:a16="http://schemas.microsoft.com/office/drawing/2014/main" id="{54F87DBC-E43C-4CE4-A8C5-61E3D68194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6436"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Color">
              <a:extLst>
                <a:ext uri="{FF2B5EF4-FFF2-40B4-BE49-F238E27FC236}">
                  <a16:creationId xmlns:a16="http://schemas.microsoft.com/office/drawing/2014/main" id="{CD39A88A-7F84-4ACA-877B-E28BC26CD8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5494"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2" name="Group 61">
            <a:extLst>
              <a:ext uri="{FF2B5EF4-FFF2-40B4-BE49-F238E27FC236}">
                <a16:creationId xmlns:a16="http://schemas.microsoft.com/office/drawing/2014/main" id="{A47AAF5E-1692-48C9-98FB-6432BF0BC4F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63" name="Freeform: Shape 62">
              <a:extLst>
                <a:ext uri="{FF2B5EF4-FFF2-40B4-BE49-F238E27FC236}">
                  <a16:creationId xmlns:a16="http://schemas.microsoft.com/office/drawing/2014/main" id="{5F36A26D-E71D-4663-B197-8B7BFA37AD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4" name="Freeform: Shape 63">
              <a:extLst>
                <a:ext uri="{FF2B5EF4-FFF2-40B4-BE49-F238E27FC236}">
                  <a16:creationId xmlns:a16="http://schemas.microsoft.com/office/drawing/2014/main" id="{8A821CEB-DA96-4952-93B9-81F9C42BAD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5" name="Freeform: Shape 64">
              <a:extLst>
                <a:ext uri="{FF2B5EF4-FFF2-40B4-BE49-F238E27FC236}">
                  <a16:creationId xmlns:a16="http://schemas.microsoft.com/office/drawing/2014/main" id="{18C8EDE0-D69B-4F65-9AB7-DDE7EAD78EE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6" name="Freeform: Shape 65">
              <a:extLst>
                <a:ext uri="{FF2B5EF4-FFF2-40B4-BE49-F238E27FC236}">
                  <a16:creationId xmlns:a16="http://schemas.microsoft.com/office/drawing/2014/main" id="{546F0982-BF10-4BF6-842A-F631654FF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7" name="Freeform: Shape 66">
              <a:extLst>
                <a:ext uri="{FF2B5EF4-FFF2-40B4-BE49-F238E27FC236}">
                  <a16:creationId xmlns:a16="http://schemas.microsoft.com/office/drawing/2014/main" id="{2B313509-2128-42CA-81B6-C9EC23E44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8" name="Freeform: Shape 67">
              <a:extLst>
                <a:ext uri="{FF2B5EF4-FFF2-40B4-BE49-F238E27FC236}">
                  <a16:creationId xmlns:a16="http://schemas.microsoft.com/office/drawing/2014/main" id="{1589188C-E06E-4F8A-BDD1-02ADF1408F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69" name="Freeform: Shape 68">
              <a:extLst>
                <a:ext uri="{FF2B5EF4-FFF2-40B4-BE49-F238E27FC236}">
                  <a16:creationId xmlns:a16="http://schemas.microsoft.com/office/drawing/2014/main" id="{6B4E610F-FCD0-483F-B9F2-6DF2C28FE8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5334C21F-1E61-5A28-E4F1-49A38C083C82}"/>
              </a:ext>
            </a:extLst>
          </p:cNvPr>
          <p:cNvSpPr>
            <a:spLocks noGrp="1"/>
          </p:cNvSpPr>
          <p:nvPr>
            <p:ph type="ctrTitle"/>
          </p:nvPr>
        </p:nvSpPr>
        <p:spPr>
          <a:xfrm>
            <a:off x="789708" y="666351"/>
            <a:ext cx="10558405" cy="3044335"/>
          </a:xfrm>
        </p:spPr>
        <p:txBody>
          <a:bodyPr anchor="b">
            <a:normAutofit/>
          </a:bodyPr>
          <a:lstStyle/>
          <a:p>
            <a:r>
              <a:rPr lang="en-US" sz="4800">
                <a:solidFill>
                  <a:schemeClr val="bg1"/>
                </a:solidFill>
              </a:rPr>
              <a:t>Design Stage</a:t>
            </a:r>
          </a:p>
        </p:txBody>
      </p:sp>
    </p:spTree>
    <p:extLst>
      <p:ext uri="{BB962C8B-B14F-4D97-AF65-F5344CB8AC3E}">
        <p14:creationId xmlns:p14="http://schemas.microsoft.com/office/powerpoint/2010/main" val="5912325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FB784F4-19E0-6371-C2EC-F604C4DF27A8}"/>
              </a:ext>
            </a:extLst>
          </p:cNvPr>
          <p:cNvPicPr>
            <a:picLocks noGrp="1" noChangeAspect="1"/>
          </p:cNvPicPr>
          <p:nvPr>
            <p:ph idx="1"/>
          </p:nvPr>
        </p:nvPicPr>
        <p:blipFill>
          <a:blip r:embed="rId2"/>
          <a:stretch>
            <a:fillRect/>
          </a:stretch>
        </p:blipFill>
        <p:spPr>
          <a:xfrm>
            <a:off x="3560048" y="2691848"/>
            <a:ext cx="5075646" cy="3416300"/>
          </a:xfrm>
          <a:prstGeom prst="rect">
            <a:avLst/>
          </a:prstGeom>
        </p:spPr>
      </p:pic>
      <mc:AlternateContent xmlns:mc="http://schemas.openxmlformats.org/markup-compatibility/2006">
        <mc:Choice xmlns:p14="http://schemas.microsoft.com/office/powerpoint/2010/main" Requires="p14">
          <p:contentPart p14:bwMode="auto" r:id="rId3">
            <p14:nvContentPartPr>
              <p14:cNvPr id="3" name="Ink 2">
                <a:extLst>
                  <a:ext uri="{FF2B5EF4-FFF2-40B4-BE49-F238E27FC236}">
                    <a16:creationId xmlns:a16="http://schemas.microsoft.com/office/drawing/2014/main" id="{50F8B406-358F-1196-6AE5-865EE1CD42AF}"/>
                  </a:ext>
                </a:extLst>
              </p14:cNvPr>
              <p14:cNvContentPartPr/>
              <p14:nvPr/>
            </p14:nvContentPartPr>
            <p14:xfrm>
              <a:off x="8000620" y="2876550"/>
              <a:ext cx="362329" cy="408127"/>
            </p14:xfrm>
          </p:contentPart>
        </mc:Choice>
        <mc:Fallback>
          <p:pic>
            <p:nvPicPr>
              <p:cNvPr id="3" name="Ink 2">
                <a:extLst>
                  <a:ext uri="{FF2B5EF4-FFF2-40B4-BE49-F238E27FC236}">
                    <a16:creationId xmlns:a16="http://schemas.microsoft.com/office/drawing/2014/main" id="{50F8B406-358F-1196-6AE5-865EE1CD42AF}"/>
                  </a:ext>
                </a:extLst>
              </p:cNvPr>
              <p:cNvPicPr/>
              <p:nvPr/>
            </p:nvPicPr>
            <p:blipFill>
              <a:blip r:embed="rId4"/>
              <a:stretch>
                <a:fillRect/>
              </a:stretch>
            </p:blipFill>
            <p:spPr>
              <a:xfrm>
                <a:off x="7982647" y="2858571"/>
                <a:ext cx="397915" cy="443726"/>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5" name="Ink 4">
                <a:extLst>
                  <a:ext uri="{FF2B5EF4-FFF2-40B4-BE49-F238E27FC236}">
                    <a16:creationId xmlns:a16="http://schemas.microsoft.com/office/drawing/2014/main" id="{BD14DB4F-83B9-BDAD-7CE1-B0ADD41823AA}"/>
                  </a:ext>
                </a:extLst>
              </p14:cNvPr>
              <p14:cNvContentPartPr/>
              <p14:nvPr/>
            </p14:nvContentPartPr>
            <p14:xfrm>
              <a:off x="7857224" y="3219449"/>
              <a:ext cx="170533" cy="130010"/>
            </p14:xfrm>
          </p:contentPart>
        </mc:Choice>
        <mc:Fallback>
          <p:pic>
            <p:nvPicPr>
              <p:cNvPr id="5" name="Ink 4">
                <a:extLst>
                  <a:ext uri="{FF2B5EF4-FFF2-40B4-BE49-F238E27FC236}">
                    <a16:creationId xmlns:a16="http://schemas.microsoft.com/office/drawing/2014/main" id="{BD14DB4F-83B9-BDAD-7CE1-B0ADD41823AA}"/>
                  </a:ext>
                </a:extLst>
              </p:cNvPr>
              <p:cNvPicPr/>
              <p:nvPr/>
            </p:nvPicPr>
            <p:blipFill>
              <a:blip r:embed="rId6"/>
              <a:stretch>
                <a:fillRect/>
              </a:stretch>
            </p:blipFill>
            <p:spPr>
              <a:xfrm>
                <a:off x="7839273" y="3201492"/>
                <a:ext cx="206076" cy="165565"/>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6" name="Ink 5">
                <a:extLst>
                  <a:ext uri="{FF2B5EF4-FFF2-40B4-BE49-F238E27FC236}">
                    <a16:creationId xmlns:a16="http://schemas.microsoft.com/office/drawing/2014/main" id="{6FC25B3F-AD97-2B5E-E624-789B46BC3723}"/>
                  </a:ext>
                </a:extLst>
              </p14:cNvPr>
              <p14:cNvContentPartPr/>
              <p14:nvPr/>
            </p14:nvContentPartPr>
            <p14:xfrm>
              <a:off x="8467331" y="2537927"/>
              <a:ext cx="277679" cy="243995"/>
            </p14:xfrm>
          </p:contentPart>
        </mc:Choice>
        <mc:Fallback>
          <p:pic>
            <p:nvPicPr>
              <p:cNvPr id="6" name="Ink 5">
                <a:extLst>
                  <a:ext uri="{FF2B5EF4-FFF2-40B4-BE49-F238E27FC236}">
                    <a16:creationId xmlns:a16="http://schemas.microsoft.com/office/drawing/2014/main" id="{6FC25B3F-AD97-2B5E-E624-789B46BC3723}"/>
                  </a:ext>
                </a:extLst>
              </p:cNvPr>
              <p:cNvPicPr/>
              <p:nvPr/>
            </p:nvPicPr>
            <p:blipFill>
              <a:blip r:embed="rId8"/>
              <a:stretch>
                <a:fillRect/>
              </a:stretch>
            </p:blipFill>
            <p:spPr>
              <a:xfrm>
                <a:off x="8449370" y="2519960"/>
                <a:ext cx="313242" cy="279570"/>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8" name="Ink 7">
                <a:extLst>
                  <a:ext uri="{FF2B5EF4-FFF2-40B4-BE49-F238E27FC236}">
                    <a16:creationId xmlns:a16="http://schemas.microsoft.com/office/drawing/2014/main" id="{3ADC25D5-892F-35EA-3CF9-6C5036922EA5}"/>
                  </a:ext>
                </a:extLst>
              </p14:cNvPr>
              <p14:cNvContentPartPr/>
              <p14:nvPr/>
            </p14:nvContentPartPr>
            <p14:xfrm>
              <a:off x="9323828" y="2600324"/>
              <a:ext cx="67821" cy="200788"/>
            </p14:xfrm>
          </p:contentPart>
        </mc:Choice>
        <mc:Fallback>
          <p:pic>
            <p:nvPicPr>
              <p:cNvPr id="8" name="Ink 7">
                <a:extLst>
                  <a:ext uri="{FF2B5EF4-FFF2-40B4-BE49-F238E27FC236}">
                    <a16:creationId xmlns:a16="http://schemas.microsoft.com/office/drawing/2014/main" id="{3ADC25D5-892F-35EA-3CF9-6C5036922EA5}"/>
                  </a:ext>
                </a:extLst>
              </p:cNvPr>
              <p:cNvPicPr/>
              <p:nvPr/>
            </p:nvPicPr>
            <p:blipFill>
              <a:blip r:embed="rId10"/>
              <a:stretch>
                <a:fillRect/>
              </a:stretch>
            </p:blipFill>
            <p:spPr>
              <a:xfrm>
                <a:off x="9305886" y="2582332"/>
                <a:ext cx="103346" cy="236412"/>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9" name="Ink 8">
                <a:extLst>
                  <a:ext uri="{FF2B5EF4-FFF2-40B4-BE49-F238E27FC236}">
                    <a16:creationId xmlns:a16="http://schemas.microsoft.com/office/drawing/2014/main" id="{F82A0B1B-A76E-DA6C-895D-666EA80EE65F}"/>
                  </a:ext>
                </a:extLst>
              </p14:cNvPr>
              <p14:cNvContentPartPr/>
              <p14:nvPr/>
            </p14:nvContentPartPr>
            <p14:xfrm>
              <a:off x="9391650" y="2544048"/>
              <a:ext cx="151488" cy="52924"/>
            </p14:xfrm>
          </p:contentPart>
        </mc:Choice>
        <mc:Fallback>
          <p:pic>
            <p:nvPicPr>
              <p:cNvPr id="9" name="Ink 8">
                <a:extLst>
                  <a:ext uri="{FF2B5EF4-FFF2-40B4-BE49-F238E27FC236}">
                    <a16:creationId xmlns:a16="http://schemas.microsoft.com/office/drawing/2014/main" id="{F82A0B1B-A76E-DA6C-895D-666EA80EE65F}"/>
                  </a:ext>
                </a:extLst>
              </p:cNvPr>
              <p:cNvPicPr/>
              <p:nvPr/>
            </p:nvPicPr>
            <p:blipFill>
              <a:blip r:embed="rId12"/>
              <a:stretch>
                <a:fillRect/>
              </a:stretch>
            </p:blipFill>
            <p:spPr>
              <a:xfrm>
                <a:off x="9373701" y="2526168"/>
                <a:ext cx="187027" cy="88326"/>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0" name="Ink 9">
                <a:extLst>
                  <a:ext uri="{FF2B5EF4-FFF2-40B4-BE49-F238E27FC236}">
                    <a16:creationId xmlns:a16="http://schemas.microsoft.com/office/drawing/2014/main" id="{6E2D3BBA-7EBF-744E-ADB7-792EAEB4AF25}"/>
                  </a:ext>
                </a:extLst>
              </p14:cNvPr>
              <p14:cNvContentPartPr/>
              <p14:nvPr/>
            </p14:nvContentPartPr>
            <p14:xfrm>
              <a:off x="9382124" y="2671051"/>
              <a:ext cx="112483" cy="34048"/>
            </p14:xfrm>
          </p:contentPart>
        </mc:Choice>
        <mc:Fallback>
          <p:pic>
            <p:nvPicPr>
              <p:cNvPr id="10" name="Ink 9">
                <a:extLst>
                  <a:ext uri="{FF2B5EF4-FFF2-40B4-BE49-F238E27FC236}">
                    <a16:creationId xmlns:a16="http://schemas.microsoft.com/office/drawing/2014/main" id="{6E2D3BBA-7EBF-744E-ADB7-792EAEB4AF25}"/>
                  </a:ext>
                </a:extLst>
              </p:cNvPr>
              <p:cNvPicPr/>
              <p:nvPr/>
            </p:nvPicPr>
            <p:blipFill>
              <a:blip r:embed="rId14"/>
              <a:stretch>
                <a:fillRect/>
              </a:stretch>
            </p:blipFill>
            <p:spPr>
              <a:xfrm>
                <a:off x="9364213" y="2653131"/>
                <a:ext cx="147947" cy="69530"/>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1" name="Ink 10">
                <a:extLst>
                  <a:ext uri="{FF2B5EF4-FFF2-40B4-BE49-F238E27FC236}">
                    <a16:creationId xmlns:a16="http://schemas.microsoft.com/office/drawing/2014/main" id="{7A8DEFE5-1C25-1B54-36B3-F083C87F6828}"/>
                  </a:ext>
                </a:extLst>
              </p14:cNvPr>
              <p14:cNvContentPartPr/>
              <p14:nvPr/>
            </p14:nvContentPartPr>
            <p14:xfrm>
              <a:off x="9363075" y="2763750"/>
              <a:ext cx="122445" cy="36599"/>
            </p14:xfrm>
          </p:contentPart>
        </mc:Choice>
        <mc:Fallback>
          <p:pic>
            <p:nvPicPr>
              <p:cNvPr id="11" name="Ink 10">
                <a:extLst>
                  <a:ext uri="{FF2B5EF4-FFF2-40B4-BE49-F238E27FC236}">
                    <a16:creationId xmlns:a16="http://schemas.microsoft.com/office/drawing/2014/main" id="{7A8DEFE5-1C25-1B54-36B3-F083C87F6828}"/>
                  </a:ext>
                </a:extLst>
              </p:cNvPr>
              <p:cNvPicPr/>
              <p:nvPr/>
            </p:nvPicPr>
            <p:blipFill>
              <a:blip r:embed="rId16"/>
              <a:stretch>
                <a:fillRect/>
              </a:stretch>
            </p:blipFill>
            <p:spPr>
              <a:xfrm>
                <a:off x="9345121" y="2745809"/>
                <a:ext cx="157994" cy="72122"/>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2" name="Ink 11">
                <a:extLst>
                  <a:ext uri="{FF2B5EF4-FFF2-40B4-BE49-F238E27FC236}">
                    <a16:creationId xmlns:a16="http://schemas.microsoft.com/office/drawing/2014/main" id="{E619E572-F0D1-84EF-FCAD-93F3A4836DDE}"/>
                  </a:ext>
                </a:extLst>
              </p14:cNvPr>
              <p14:cNvContentPartPr/>
              <p14:nvPr/>
            </p14:nvContentPartPr>
            <p14:xfrm>
              <a:off x="8792528" y="2500553"/>
              <a:ext cx="164797" cy="319218"/>
            </p14:xfrm>
          </p:contentPart>
        </mc:Choice>
        <mc:Fallback>
          <p:pic>
            <p:nvPicPr>
              <p:cNvPr id="12" name="Ink 11">
                <a:extLst>
                  <a:ext uri="{FF2B5EF4-FFF2-40B4-BE49-F238E27FC236}">
                    <a16:creationId xmlns:a16="http://schemas.microsoft.com/office/drawing/2014/main" id="{E619E572-F0D1-84EF-FCAD-93F3A4836DDE}"/>
                  </a:ext>
                </a:extLst>
              </p:cNvPr>
              <p:cNvPicPr/>
              <p:nvPr/>
            </p:nvPicPr>
            <p:blipFill>
              <a:blip r:embed="rId18"/>
              <a:stretch>
                <a:fillRect/>
              </a:stretch>
            </p:blipFill>
            <p:spPr>
              <a:xfrm>
                <a:off x="8774576" y="2482579"/>
                <a:ext cx="200341" cy="354806"/>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3" name="Ink 12">
                <a:extLst>
                  <a:ext uri="{FF2B5EF4-FFF2-40B4-BE49-F238E27FC236}">
                    <a16:creationId xmlns:a16="http://schemas.microsoft.com/office/drawing/2014/main" id="{C603EEB5-DFAD-7724-543E-5E2BB117799D}"/>
                  </a:ext>
                </a:extLst>
              </p14:cNvPr>
              <p14:cNvContentPartPr/>
              <p14:nvPr/>
            </p14:nvContentPartPr>
            <p14:xfrm>
              <a:off x="9641690" y="2575011"/>
              <a:ext cx="203897" cy="189801"/>
            </p14:xfrm>
          </p:contentPart>
        </mc:Choice>
        <mc:Fallback>
          <p:pic>
            <p:nvPicPr>
              <p:cNvPr id="13" name="Ink 12">
                <a:extLst>
                  <a:ext uri="{FF2B5EF4-FFF2-40B4-BE49-F238E27FC236}">
                    <a16:creationId xmlns:a16="http://schemas.microsoft.com/office/drawing/2014/main" id="{C603EEB5-DFAD-7724-543E-5E2BB117799D}"/>
                  </a:ext>
                </a:extLst>
              </p:cNvPr>
              <p:cNvPicPr/>
              <p:nvPr/>
            </p:nvPicPr>
            <p:blipFill>
              <a:blip r:embed="rId20"/>
              <a:stretch>
                <a:fillRect/>
              </a:stretch>
            </p:blipFill>
            <p:spPr>
              <a:xfrm>
                <a:off x="9623710" y="2557037"/>
                <a:ext cx="239498" cy="225389"/>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14" name="Ink 13">
                <a:extLst>
                  <a:ext uri="{FF2B5EF4-FFF2-40B4-BE49-F238E27FC236}">
                    <a16:creationId xmlns:a16="http://schemas.microsoft.com/office/drawing/2014/main" id="{3E0DE556-139C-9A55-B280-627DF9621762}"/>
                  </a:ext>
                </a:extLst>
              </p14:cNvPr>
              <p14:cNvContentPartPr/>
              <p14:nvPr/>
            </p14:nvContentPartPr>
            <p14:xfrm>
              <a:off x="9678095" y="2571750"/>
              <a:ext cx="132646" cy="50764"/>
            </p14:xfrm>
          </p:contentPart>
        </mc:Choice>
        <mc:Fallback>
          <p:pic>
            <p:nvPicPr>
              <p:cNvPr id="14" name="Ink 13">
                <a:extLst>
                  <a:ext uri="{FF2B5EF4-FFF2-40B4-BE49-F238E27FC236}">
                    <a16:creationId xmlns:a16="http://schemas.microsoft.com/office/drawing/2014/main" id="{3E0DE556-139C-9A55-B280-627DF9621762}"/>
                  </a:ext>
                </a:extLst>
              </p:cNvPr>
              <p:cNvPicPr/>
              <p:nvPr/>
            </p:nvPicPr>
            <p:blipFill>
              <a:blip r:embed="rId22"/>
              <a:stretch>
                <a:fillRect/>
              </a:stretch>
            </p:blipFill>
            <p:spPr>
              <a:xfrm>
                <a:off x="9660121" y="2553875"/>
                <a:ext cx="168234" cy="86156"/>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15" name="Ink 14">
                <a:extLst>
                  <a:ext uri="{FF2B5EF4-FFF2-40B4-BE49-F238E27FC236}">
                    <a16:creationId xmlns:a16="http://schemas.microsoft.com/office/drawing/2014/main" id="{16303A8E-AE43-EC9E-66CB-D638A63BB5AB}"/>
                  </a:ext>
                </a:extLst>
              </p14:cNvPr>
              <p14:cNvContentPartPr/>
              <p14:nvPr/>
            </p14:nvContentPartPr>
            <p14:xfrm>
              <a:off x="9868858" y="2599092"/>
              <a:ext cx="131826" cy="174596"/>
            </p14:xfrm>
          </p:contentPart>
        </mc:Choice>
        <mc:Fallback>
          <p:pic>
            <p:nvPicPr>
              <p:cNvPr id="15" name="Ink 14">
                <a:extLst>
                  <a:ext uri="{FF2B5EF4-FFF2-40B4-BE49-F238E27FC236}">
                    <a16:creationId xmlns:a16="http://schemas.microsoft.com/office/drawing/2014/main" id="{16303A8E-AE43-EC9E-66CB-D638A63BB5AB}"/>
                  </a:ext>
                </a:extLst>
              </p:cNvPr>
              <p:cNvPicPr/>
              <p:nvPr/>
            </p:nvPicPr>
            <p:blipFill>
              <a:blip r:embed="rId24"/>
              <a:stretch>
                <a:fillRect/>
              </a:stretch>
            </p:blipFill>
            <p:spPr>
              <a:xfrm>
                <a:off x="9850898" y="2581129"/>
                <a:ext cx="167387" cy="210162"/>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16" name="Ink 15">
                <a:extLst>
                  <a:ext uri="{FF2B5EF4-FFF2-40B4-BE49-F238E27FC236}">
                    <a16:creationId xmlns:a16="http://schemas.microsoft.com/office/drawing/2014/main" id="{0C8A04B1-571F-98D7-AC25-F9B51D2ABE73}"/>
                  </a:ext>
                </a:extLst>
              </p14:cNvPr>
              <p14:cNvContentPartPr/>
              <p14:nvPr/>
            </p14:nvContentPartPr>
            <p14:xfrm>
              <a:off x="10286708" y="2605641"/>
              <a:ext cx="65324" cy="213481"/>
            </p14:xfrm>
          </p:contentPart>
        </mc:Choice>
        <mc:Fallback>
          <p:pic>
            <p:nvPicPr>
              <p:cNvPr id="16" name="Ink 15">
                <a:extLst>
                  <a:ext uri="{FF2B5EF4-FFF2-40B4-BE49-F238E27FC236}">
                    <a16:creationId xmlns:a16="http://schemas.microsoft.com/office/drawing/2014/main" id="{0C8A04B1-571F-98D7-AC25-F9B51D2ABE73}"/>
                  </a:ext>
                </a:extLst>
              </p:cNvPr>
              <p:cNvPicPr/>
              <p:nvPr/>
            </p:nvPicPr>
            <p:blipFill>
              <a:blip r:embed="rId26"/>
              <a:stretch>
                <a:fillRect/>
              </a:stretch>
            </p:blipFill>
            <p:spPr>
              <a:xfrm>
                <a:off x="10268860" y="2587671"/>
                <a:ext cx="100663" cy="249061"/>
              </a:xfrm>
              <a:prstGeom prst="rect">
                <a:avLst/>
              </a:prstGeom>
            </p:spPr>
          </p:pic>
        </mc:Fallback>
      </mc:AlternateContent>
      <mc:AlternateContent xmlns:mc="http://schemas.openxmlformats.org/markup-compatibility/2006">
        <mc:Choice xmlns:p14="http://schemas.microsoft.com/office/powerpoint/2010/main" Requires="p14">
          <p:contentPart p14:bwMode="auto" r:id="rId27">
            <p14:nvContentPartPr>
              <p14:cNvPr id="17" name="Ink 16">
                <a:extLst>
                  <a:ext uri="{FF2B5EF4-FFF2-40B4-BE49-F238E27FC236}">
                    <a16:creationId xmlns:a16="http://schemas.microsoft.com/office/drawing/2014/main" id="{91A0ADAF-8A22-161A-D25E-9A779F7DD008}"/>
                  </a:ext>
                </a:extLst>
              </p14:cNvPr>
              <p14:cNvContentPartPr/>
              <p14:nvPr/>
            </p14:nvContentPartPr>
            <p14:xfrm>
              <a:off x="10325099" y="2503902"/>
              <a:ext cx="191561" cy="311981"/>
            </p14:xfrm>
          </p:contentPart>
        </mc:Choice>
        <mc:Fallback>
          <p:pic>
            <p:nvPicPr>
              <p:cNvPr id="17" name="Ink 16">
                <a:extLst>
                  <a:ext uri="{FF2B5EF4-FFF2-40B4-BE49-F238E27FC236}">
                    <a16:creationId xmlns:a16="http://schemas.microsoft.com/office/drawing/2014/main" id="{91A0ADAF-8A22-161A-D25E-9A779F7DD008}"/>
                  </a:ext>
                </a:extLst>
              </p:cNvPr>
              <p:cNvPicPr/>
              <p:nvPr/>
            </p:nvPicPr>
            <p:blipFill>
              <a:blip r:embed="rId28"/>
              <a:stretch>
                <a:fillRect/>
              </a:stretch>
            </p:blipFill>
            <p:spPr>
              <a:xfrm>
                <a:off x="10307129" y="2485931"/>
                <a:ext cx="227142" cy="347564"/>
              </a:xfrm>
              <a:prstGeom prst="rect">
                <a:avLst/>
              </a:prstGeom>
            </p:spPr>
          </p:pic>
        </mc:Fallback>
      </mc:AlternateContent>
      <mc:AlternateContent xmlns:mc="http://schemas.openxmlformats.org/markup-compatibility/2006">
        <mc:Choice xmlns:p14="http://schemas.microsoft.com/office/powerpoint/2010/main" Requires="p14">
          <p:contentPart p14:bwMode="auto" r:id="rId29">
            <p14:nvContentPartPr>
              <p14:cNvPr id="18" name="Ink 17">
                <a:extLst>
                  <a:ext uri="{FF2B5EF4-FFF2-40B4-BE49-F238E27FC236}">
                    <a16:creationId xmlns:a16="http://schemas.microsoft.com/office/drawing/2014/main" id="{048ABBEC-0E8E-0C8C-45C9-7D2488A7030C}"/>
                  </a:ext>
                </a:extLst>
              </p14:cNvPr>
              <p14:cNvContentPartPr/>
              <p14:nvPr/>
            </p14:nvContentPartPr>
            <p14:xfrm>
              <a:off x="10533723" y="2701081"/>
              <a:ext cx="182900" cy="136514"/>
            </p14:xfrm>
          </p:contentPart>
        </mc:Choice>
        <mc:Fallback>
          <p:pic>
            <p:nvPicPr>
              <p:cNvPr id="18" name="Ink 17">
                <a:extLst>
                  <a:ext uri="{FF2B5EF4-FFF2-40B4-BE49-F238E27FC236}">
                    <a16:creationId xmlns:a16="http://schemas.microsoft.com/office/drawing/2014/main" id="{048ABBEC-0E8E-0C8C-45C9-7D2488A7030C}"/>
                  </a:ext>
                </a:extLst>
              </p:cNvPr>
              <p:cNvPicPr/>
              <p:nvPr/>
            </p:nvPicPr>
            <p:blipFill>
              <a:blip r:embed="rId30"/>
              <a:stretch>
                <a:fillRect/>
              </a:stretch>
            </p:blipFill>
            <p:spPr>
              <a:xfrm>
                <a:off x="10515756" y="2683166"/>
                <a:ext cx="218474" cy="171986"/>
              </a:xfrm>
              <a:prstGeom prst="rect">
                <a:avLst/>
              </a:prstGeom>
            </p:spPr>
          </p:pic>
        </mc:Fallback>
      </mc:AlternateContent>
      <mc:AlternateContent xmlns:mc="http://schemas.openxmlformats.org/markup-compatibility/2006">
        <mc:Choice xmlns:p14="http://schemas.microsoft.com/office/powerpoint/2010/main" Requires="p14">
          <p:contentPart p14:bwMode="auto" r:id="rId31">
            <p14:nvContentPartPr>
              <p14:cNvPr id="19" name="Ink 18">
                <a:extLst>
                  <a:ext uri="{FF2B5EF4-FFF2-40B4-BE49-F238E27FC236}">
                    <a16:creationId xmlns:a16="http://schemas.microsoft.com/office/drawing/2014/main" id="{8CF08DF3-7874-6CE6-4203-627905AD1836}"/>
                  </a:ext>
                </a:extLst>
              </p14:cNvPr>
              <p14:cNvContentPartPr/>
              <p14:nvPr/>
            </p14:nvContentPartPr>
            <p14:xfrm>
              <a:off x="10800174" y="2540609"/>
              <a:ext cx="64190" cy="266153"/>
            </p14:xfrm>
          </p:contentPart>
        </mc:Choice>
        <mc:Fallback>
          <p:pic>
            <p:nvPicPr>
              <p:cNvPr id="19" name="Ink 18">
                <a:extLst>
                  <a:ext uri="{FF2B5EF4-FFF2-40B4-BE49-F238E27FC236}">
                    <a16:creationId xmlns:a16="http://schemas.microsoft.com/office/drawing/2014/main" id="{8CF08DF3-7874-6CE6-4203-627905AD1836}"/>
                  </a:ext>
                </a:extLst>
              </p:cNvPr>
              <p:cNvPicPr/>
              <p:nvPr/>
            </p:nvPicPr>
            <p:blipFill>
              <a:blip r:embed="rId32"/>
              <a:stretch>
                <a:fillRect/>
              </a:stretch>
            </p:blipFill>
            <p:spPr>
              <a:xfrm>
                <a:off x="10782343" y="2522626"/>
                <a:ext cx="99495" cy="301760"/>
              </a:xfrm>
              <a:prstGeom prst="rect">
                <a:avLst/>
              </a:prstGeom>
            </p:spPr>
          </p:pic>
        </mc:Fallback>
      </mc:AlternateContent>
      <mc:AlternateContent xmlns:mc="http://schemas.openxmlformats.org/markup-compatibility/2006">
        <mc:Choice xmlns:p14="http://schemas.microsoft.com/office/powerpoint/2010/main" Requires="p14">
          <p:contentPart p14:bwMode="auto" r:id="rId33">
            <p14:nvContentPartPr>
              <p14:cNvPr id="20" name="Ink 19">
                <a:extLst>
                  <a:ext uri="{FF2B5EF4-FFF2-40B4-BE49-F238E27FC236}">
                    <a16:creationId xmlns:a16="http://schemas.microsoft.com/office/drawing/2014/main" id="{60B4F100-E91B-7239-ED32-CC429DA6DA7E}"/>
                  </a:ext>
                </a:extLst>
              </p14:cNvPr>
              <p14:cNvContentPartPr/>
              <p14:nvPr/>
            </p14:nvContentPartPr>
            <p14:xfrm>
              <a:off x="10934484" y="2562225"/>
              <a:ext cx="66890" cy="229060"/>
            </p14:xfrm>
          </p:contentPart>
        </mc:Choice>
        <mc:Fallback>
          <p:pic>
            <p:nvPicPr>
              <p:cNvPr id="20" name="Ink 19">
                <a:extLst>
                  <a:ext uri="{FF2B5EF4-FFF2-40B4-BE49-F238E27FC236}">
                    <a16:creationId xmlns:a16="http://schemas.microsoft.com/office/drawing/2014/main" id="{60B4F100-E91B-7239-ED32-CC429DA6DA7E}"/>
                  </a:ext>
                </a:extLst>
              </p:cNvPr>
              <p:cNvPicPr/>
              <p:nvPr/>
            </p:nvPicPr>
            <p:blipFill>
              <a:blip r:embed="rId34"/>
              <a:stretch>
                <a:fillRect/>
              </a:stretch>
            </p:blipFill>
            <p:spPr>
              <a:xfrm>
                <a:off x="10916599" y="2544245"/>
                <a:ext cx="102302" cy="264660"/>
              </a:xfrm>
              <a:prstGeom prst="rect">
                <a:avLst/>
              </a:prstGeom>
            </p:spPr>
          </p:pic>
        </mc:Fallback>
      </mc:AlternateContent>
      <mc:AlternateContent xmlns:mc="http://schemas.openxmlformats.org/markup-compatibility/2006">
        <mc:Choice xmlns:p14="http://schemas.microsoft.com/office/powerpoint/2010/main" Requires="p14">
          <p:contentPart p14:bwMode="auto" r:id="rId35">
            <p14:nvContentPartPr>
              <p14:cNvPr id="21" name="Ink 20">
                <a:extLst>
                  <a:ext uri="{FF2B5EF4-FFF2-40B4-BE49-F238E27FC236}">
                    <a16:creationId xmlns:a16="http://schemas.microsoft.com/office/drawing/2014/main" id="{38E71F16-C265-58AC-AA58-EE95D6D4BB38}"/>
                  </a:ext>
                </a:extLst>
              </p14:cNvPr>
              <p14:cNvContentPartPr/>
              <p14:nvPr/>
            </p14:nvContentPartPr>
            <p14:xfrm>
              <a:off x="10915650" y="2704270"/>
              <a:ext cx="142147" cy="19880"/>
            </p14:xfrm>
          </p:contentPart>
        </mc:Choice>
        <mc:Fallback>
          <p:pic>
            <p:nvPicPr>
              <p:cNvPr id="21" name="Ink 20">
                <a:extLst>
                  <a:ext uri="{FF2B5EF4-FFF2-40B4-BE49-F238E27FC236}">
                    <a16:creationId xmlns:a16="http://schemas.microsoft.com/office/drawing/2014/main" id="{38E71F16-C265-58AC-AA58-EE95D6D4BB38}"/>
                  </a:ext>
                </a:extLst>
              </p:cNvPr>
              <p:cNvPicPr/>
              <p:nvPr/>
            </p:nvPicPr>
            <p:blipFill>
              <a:blip r:embed="rId36"/>
              <a:stretch>
                <a:fillRect/>
              </a:stretch>
            </p:blipFill>
            <p:spPr>
              <a:xfrm>
                <a:off x="10897702" y="2686831"/>
                <a:ext cx="177684" cy="54408"/>
              </a:xfrm>
              <a:prstGeom prst="rect">
                <a:avLst/>
              </a:prstGeom>
            </p:spPr>
          </p:pic>
        </mc:Fallback>
      </mc:AlternateContent>
      <mc:AlternateContent xmlns:mc="http://schemas.openxmlformats.org/markup-compatibility/2006">
        <mc:Choice xmlns:p14="http://schemas.microsoft.com/office/powerpoint/2010/main" Requires="p14">
          <p:contentPart p14:bwMode="auto" r:id="rId37">
            <p14:nvContentPartPr>
              <p14:cNvPr id="22" name="Ink 21">
                <a:extLst>
                  <a:ext uri="{FF2B5EF4-FFF2-40B4-BE49-F238E27FC236}">
                    <a16:creationId xmlns:a16="http://schemas.microsoft.com/office/drawing/2014/main" id="{6D2CFF7A-3F6D-476E-BA67-C0C259B43A19}"/>
                  </a:ext>
                </a:extLst>
              </p14:cNvPr>
              <p14:cNvContentPartPr/>
              <p14:nvPr/>
            </p14:nvContentPartPr>
            <p14:xfrm>
              <a:off x="4885966" y="3190616"/>
              <a:ext cx="399235" cy="528745"/>
            </p14:xfrm>
          </p:contentPart>
        </mc:Choice>
        <mc:Fallback>
          <p:pic>
            <p:nvPicPr>
              <p:cNvPr id="22" name="Ink 21">
                <a:extLst>
                  <a:ext uri="{FF2B5EF4-FFF2-40B4-BE49-F238E27FC236}">
                    <a16:creationId xmlns:a16="http://schemas.microsoft.com/office/drawing/2014/main" id="{6D2CFF7A-3F6D-476E-BA67-C0C259B43A19}"/>
                  </a:ext>
                </a:extLst>
              </p:cNvPr>
              <p:cNvPicPr/>
              <p:nvPr/>
            </p:nvPicPr>
            <p:blipFill>
              <a:blip r:embed="rId38"/>
              <a:stretch>
                <a:fillRect/>
              </a:stretch>
            </p:blipFill>
            <p:spPr>
              <a:xfrm>
                <a:off x="4867982" y="3172631"/>
                <a:ext cx="434842" cy="564354"/>
              </a:xfrm>
              <a:prstGeom prst="rect">
                <a:avLst/>
              </a:prstGeom>
            </p:spPr>
          </p:pic>
        </mc:Fallback>
      </mc:AlternateContent>
      <mc:AlternateContent xmlns:mc="http://schemas.openxmlformats.org/markup-compatibility/2006">
        <mc:Choice xmlns:p14="http://schemas.microsoft.com/office/powerpoint/2010/main" Requires="p14">
          <p:contentPart p14:bwMode="auto" r:id="rId39">
            <p14:nvContentPartPr>
              <p14:cNvPr id="23" name="Ink 22">
                <a:extLst>
                  <a:ext uri="{FF2B5EF4-FFF2-40B4-BE49-F238E27FC236}">
                    <a16:creationId xmlns:a16="http://schemas.microsoft.com/office/drawing/2014/main" id="{42CD2085-11D4-4E3F-A5D9-E3EE53DD4DA8}"/>
                  </a:ext>
                </a:extLst>
              </p14:cNvPr>
              <p14:cNvContentPartPr/>
              <p14:nvPr/>
            </p14:nvContentPartPr>
            <p14:xfrm>
              <a:off x="5210175" y="3714750"/>
              <a:ext cx="167522" cy="134842"/>
            </p14:xfrm>
          </p:contentPart>
        </mc:Choice>
        <mc:Fallback>
          <p:pic>
            <p:nvPicPr>
              <p:cNvPr id="23" name="Ink 22">
                <a:extLst>
                  <a:ext uri="{FF2B5EF4-FFF2-40B4-BE49-F238E27FC236}">
                    <a16:creationId xmlns:a16="http://schemas.microsoft.com/office/drawing/2014/main" id="{42CD2085-11D4-4E3F-A5D9-E3EE53DD4DA8}"/>
                  </a:ext>
                </a:extLst>
              </p:cNvPr>
              <p:cNvPicPr/>
              <p:nvPr/>
            </p:nvPicPr>
            <p:blipFill>
              <a:blip r:embed="rId40"/>
              <a:stretch>
                <a:fillRect/>
              </a:stretch>
            </p:blipFill>
            <p:spPr>
              <a:xfrm>
                <a:off x="5192201" y="3696819"/>
                <a:ext cx="203111" cy="170346"/>
              </a:xfrm>
              <a:prstGeom prst="rect">
                <a:avLst/>
              </a:prstGeom>
            </p:spPr>
          </p:pic>
        </mc:Fallback>
      </mc:AlternateContent>
      <mc:AlternateContent xmlns:mc="http://schemas.openxmlformats.org/markup-compatibility/2006">
        <mc:Choice xmlns:p14="http://schemas.microsoft.com/office/powerpoint/2010/main" Requires="p14">
          <p:contentPart p14:bwMode="auto" r:id="rId41">
            <p14:nvContentPartPr>
              <p14:cNvPr id="24" name="Ink 23">
                <a:extLst>
                  <a:ext uri="{FF2B5EF4-FFF2-40B4-BE49-F238E27FC236}">
                    <a16:creationId xmlns:a16="http://schemas.microsoft.com/office/drawing/2014/main" id="{76D94FC2-20F1-E756-36B5-74395EFAF599}"/>
                  </a:ext>
                </a:extLst>
              </p14:cNvPr>
              <p14:cNvContentPartPr/>
              <p14:nvPr/>
            </p14:nvContentPartPr>
            <p14:xfrm>
              <a:off x="3875992" y="2647950"/>
              <a:ext cx="225246" cy="314274"/>
            </p14:xfrm>
          </p:contentPart>
        </mc:Choice>
        <mc:Fallback>
          <p:pic>
            <p:nvPicPr>
              <p:cNvPr id="24" name="Ink 23">
                <a:extLst>
                  <a:ext uri="{FF2B5EF4-FFF2-40B4-BE49-F238E27FC236}">
                    <a16:creationId xmlns:a16="http://schemas.microsoft.com/office/drawing/2014/main" id="{76D94FC2-20F1-E756-36B5-74395EFAF599}"/>
                  </a:ext>
                </a:extLst>
              </p:cNvPr>
              <p:cNvPicPr/>
              <p:nvPr/>
            </p:nvPicPr>
            <p:blipFill>
              <a:blip r:embed="rId42"/>
              <a:stretch>
                <a:fillRect/>
              </a:stretch>
            </p:blipFill>
            <p:spPr>
              <a:xfrm>
                <a:off x="3858030" y="2629971"/>
                <a:ext cx="260811" cy="349873"/>
              </a:xfrm>
              <a:prstGeom prst="rect">
                <a:avLst/>
              </a:prstGeom>
            </p:spPr>
          </p:pic>
        </mc:Fallback>
      </mc:AlternateContent>
      <mc:AlternateContent xmlns:mc="http://schemas.openxmlformats.org/markup-compatibility/2006">
        <mc:Choice xmlns:p14="http://schemas.microsoft.com/office/powerpoint/2010/main" Requires="p14">
          <p:contentPart p14:bwMode="auto" r:id="rId43">
            <p14:nvContentPartPr>
              <p14:cNvPr id="25" name="Ink 24">
                <a:extLst>
                  <a:ext uri="{FF2B5EF4-FFF2-40B4-BE49-F238E27FC236}">
                    <a16:creationId xmlns:a16="http://schemas.microsoft.com/office/drawing/2014/main" id="{BD654805-7BD3-6FAF-1331-84D160C938C7}"/>
                  </a:ext>
                </a:extLst>
              </p14:cNvPr>
              <p14:cNvContentPartPr/>
              <p14:nvPr/>
            </p14:nvContentPartPr>
            <p14:xfrm>
              <a:off x="4173069" y="2686050"/>
              <a:ext cx="94130" cy="271840"/>
            </p14:xfrm>
          </p:contentPart>
        </mc:Choice>
        <mc:Fallback>
          <p:pic>
            <p:nvPicPr>
              <p:cNvPr id="25" name="Ink 24">
                <a:extLst>
                  <a:ext uri="{FF2B5EF4-FFF2-40B4-BE49-F238E27FC236}">
                    <a16:creationId xmlns:a16="http://schemas.microsoft.com/office/drawing/2014/main" id="{BD654805-7BD3-6FAF-1331-84D160C938C7}"/>
                  </a:ext>
                </a:extLst>
              </p:cNvPr>
              <p:cNvPicPr/>
              <p:nvPr/>
            </p:nvPicPr>
            <p:blipFill>
              <a:blip r:embed="rId44"/>
              <a:stretch>
                <a:fillRect/>
              </a:stretch>
            </p:blipFill>
            <p:spPr>
              <a:xfrm>
                <a:off x="4155174" y="2668071"/>
                <a:ext cx="129563" cy="307438"/>
              </a:xfrm>
              <a:prstGeom prst="rect">
                <a:avLst/>
              </a:prstGeom>
            </p:spPr>
          </p:pic>
        </mc:Fallback>
      </mc:AlternateContent>
      <mc:AlternateContent xmlns:mc="http://schemas.openxmlformats.org/markup-compatibility/2006">
        <mc:Choice xmlns:p14="http://schemas.microsoft.com/office/powerpoint/2010/main" Requires="p14">
          <p:contentPart p14:bwMode="auto" r:id="rId45">
            <p14:nvContentPartPr>
              <p14:cNvPr id="26" name="Ink 25">
                <a:extLst>
                  <a:ext uri="{FF2B5EF4-FFF2-40B4-BE49-F238E27FC236}">
                    <a16:creationId xmlns:a16="http://schemas.microsoft.com/office/drawing/2014/main" id="{7809C925-323C-4164-0081-06EA724A804B}"/>
                  </a:ext>
                </a:extLst>
              </p14:cNvPr>
              <p14:cNvContentPartPr/>
              <p14:nvPr/>
            </p14:nvContentPartPr>
            <p14:xfrm>
              <a:off x="4236663" y="2676524"/>
              <a:ext cx="193488" cy="290893"/>
            </p14:xfrm>
          </p:contentPart>
        </mc:Choice>
        <mc:Fallback>
          <p:pic>
            <p:nvPicPr>
              <p:cNvPr id="26" name="Ink 25">
                <a:extLst>
                  <a:ext uri="{FF2B5EF4-FFF2-40B4-BE49-F238E27FC236}">
                    <a16:creationId xmlns:a16="http://schemas.microsoft.com/office/drawing/2014/main" id="{7809C925-323C-4164-0081-06EA724A804B}"/>
                  </a:ext>
                </a:extLst>
              </p:cNvPr>
              <p:cNvPicPr/>
              <p:nvPr/>
            </p:nvPicPr>
            <p:blipFill>
              <a:blip r:embed="rId46"/>
              <a:stretch>
                <a:fillRect/>
              </a:stretch>
            </p:blipFill>
            <p:spPr>
              <a:xfrm>
                <a:off x="4218681" y="2658545"/>
                <a:ext cx="229093" cy="326491"/>
              </a:xfrm>
              <a:prstGeom prst="rect">
                <a:avLst/>
              </a:prstGeom>
            </p:spPr>
          </p:pic>
        </mc:Fallback>
      </mc:AlternateContent>
      <mc:AlternateContent xmlns:mc="http://schemas.openxmlformats.org/markup-compatibility/2006">
        <mc:Choice xmlns:p14="http://schemas.microsoft.com/office/powerpoint/2010/main" Requires="p14">
          <p:contentPart p14:bwMode="auto" r:id="rId47">
            <p14:nvContentPartPr>
              <p14:cNvPr id="27" name="Ink 26">
                <a:extLst>
                  <a:ext uri="{FF2B5EF4-FFF2-40B4-BE49-F238E27FC236}">
                    <a16:creationId xmlns:a16="http://schemas.microsoft.com/office/drawing/2014/main" id="{B890D7DB-8AA7-83B8-CB10-C4027AAD3182}"/>
                  </a:ext>
                </a:extLst>
              </p14:cNvPr>
              <p14:cNvContentPartPr/>
              <p14:nvPr/>
            </p14:nvContentPartPr>
            <p14:xfrm>
              <a:off x="3980168" y="3028950"/>
              <a:ext cx="172731" cy="220972"/>
            </p14:xfrm>
          </p:contentPart>
        </mc:Choice>
        <mc:Fallback>
          <p:pic>
            <p:nvPicPr>
              <p:cNvPr id="27" name="Ink 26">
                <a:extLst>
                  <a:ext uri="{FF2B5EF4-FFF2-40B4-BE49-F238E27FC236}">
                    <a16:creationId xmlns:a16="http://schemas.microsoft.com/office/drawing/2014/main" id="{B890D7DB-8AA7-83B8-CB10-C4027AAD3182}"/>
                  </a:ext>
                </a:extLst>
              </p:cNvPr>
              <p:cNvPicPr/>
              <p:nvPr/>
            </p:nvPicPr>
            <p:blipFill>
              <a:blip r:embed="rId48"/>
              <a:stretch>
                <a:fillRect/>
              </a:stretch>
            </p:blipFill>
            <p:spPr>
              <a:xfrm>
                <a:off x="3962213" y="3010985"/>
                <a:ext cx="208283" cy="256543"/>
              </a:xfrm>
              <a:prstGeom prst="rect">
                <a:avLst/>
              </a:prstGeom>
            </p:spPr>
          </p:pic>
        </mc:Fallback>
      </mc:AlternateContent>
      <mc:AlternateContent xmlns:mc="http://schemas.openxmlformats.org/markup-compatibility/2006">
        <mc:Choice xmlns:p14="http://schemas.microsoft.com/office/powerpoint/2010/main" Requires="p14">
          <p:contentPart p14:bwMode="auto" r:id="rId49">
            <p14:nvContentPartPr>
              <p14:cNvPr id="28" name="Ink 27">
                <a:extLst>
                  <a:ext uri="{FF2B5EF4-FFF2-40B4-BE49-F238E27FC236}">
                    <a16:creationId xmlns:a16="http://schemas.microsoft.com/office/drawing/2014/main" id="{38AFF882-0BCC-0BA6-81C9-1B46E7DEFD22}"/>
                  </a:ext>
                </a:extLst>
              </p14:cNvPr>
              <p14:cNvContentPartPr/>
              <p14:nvPr/>
            </p14:nvContentPartPr>
            <p14:xfrm>
              <a:off x="4144269" y="3152360"/>
              <a:ext cx="141346" cy="99153"/>
            </p14:xfrm>
          </p:contentPart>
        </mc:Choice>
        <mc:Fallback>
          <p:pic>
            <p:nvPicPr>
              <p:cNvPr id="28" name="Ink 27">
                <a:extLst>
                  <a:ext uri="{FF2B5EF4-FFF2-40B4-BE49-F238E27FC236}">
                    <a16:creationId xmlns:a16="http://schemas.microsoft.com/office/drawing/2014/main" id="{38AFF882-0BCC-0BA6-81C9-1B46E7DEFD22}"/>
                  </a:ext>
                </a:extLst>
              </p:cNvPr>
              <p:cNvPicPr/>
              <p:nvPr/>
            </p:nvPicPr>
            <p:blipFill>
              <a:blip r:embed="rId50"/>
              <a:stretch>
                <a:fillRect/>
              </a:stretch>
            </p:blipFill>
            <p:spPr>
              <a:xfrm>
                <a:off x="4126332" y="3134462"/>
                <a:ext cx="176862" cy="134590"/>
              </a:xfrm>
              <a:prstGeom prst="rect">
                <a:avLst/>
              </a:prstGeom>
            </p:spPr>
          </p:pic>
        </mc:Fallback>
      </mc:AlternateContent>
      <mc:AlternateContent xmlns:mc="http://schemas.openxmlformats.org/markup-compatibility/2006">
        <mc:Choice xmlns:p14="http://schemas.microsoft.com/office/powerpoint/2010/main" Requires="p14">
          <p:contentPart p14:bwMode="auto" r:id="rId51">
            <p14:nvContentPartPr>
              <p14:cNvPr id="29" name="Ink 28">
                <a:extLst>
                  <a:ext uri="{FF2B5EF4-FFF2-40B4-BE49-F238E27FC236}">
                    <a16:creationId xmlns:a16="http://schemas.microsoft.com/office/drawing/2014/main" id="{96069C11-8A80-AAAC-2663-8BDD262C68DE}"/>
                  </a:ext>
                </a:extLst>
              </p14:cNvPr>
              <p14:cNvContentPartPr/>
              <p14:nvPr/>
            </p14:nvContentPartPr>
            <p14:xfrm>
              <a:off x="4343400" y="3148629"/>
              <a:ext cx="46194" cy="42245"/>
            </p14:xfrm>
          </p:contentPart>
        </mc:Choice>
        <mc:Fallback>
          <p:pic>
            <p:nvPicPr>
              <p:cNvPr id="29" name="Ink 28">
                <a:extLst>
                  <a:ext uri="{FF2B5EF4-FFF2-40B4-BE49-F238E27FC236}">
                    <a16:creationId xmlns:a16="http://schemas.microsoft.com/office/drawing/2014/main" id="{96069C11-8A80-AAAC-2663-8BDD262C68DE}"/>
                  </a:ext>
                </a:extLst>
              </p:cNvPr>
              <p:cNvPicPr/>
              <p:nvPr/>
            </p:nvPicPr>
            <p:blipFill>
              <a:blip r:embed="rId52"/>
              <a:stretch>
                <a:fillRect/>
              </a:stretch>
            </p:blipFill>
            <p:spPr>
              <a:xfrm>
                <a:off x="4325495" y="3130729"/>
                <a:ext cx="81645" cy="77688"/>
              </a:xfrm>
              <a:prstGeom prst="rect">
                <a:avLst/>
              </a:prstGeom>
            </p:spPr>
          </p:pic>
        </mc:Fallback>
      </mc:AlternateContent>
      <mc:AlternateContent xmlns:mc="http://schemas.openxmlformats.org/markup-compatibility/2006">
        <mc:Choice xmlns:p14="http://schemas.microsoft.com/office/powerpoint/2010/main" Requires="p14">
          <p:contentPart p14:bwMode="auto" r:id="rId53">
            <p14:nvContentPartPr>
              <p14:cNvPr id="30" name="Ink 29">
                <a:extLst>
                  <a:ext uri="{FF2B5EF4-FFF2-40B4-BE49-F238E27FC236}">
                    <a16:creationId xmlns:a16="http://schemas.microsoft.com/office/drawing/2014/main" id="{CDC4BC18-B4A5-2F9F-CA7F-C12D544AB970}"/>
                  </a:ext>
                </a:extLst>
              </p14:cNvPr>
              <p14:cNvContentPartPr/>
              <p14:nvPr/>
            </p14:nvContentPartPr>
            <p14:xfrm>
              <a:off x="4392733" y="2956986"/>
              <a:ext cx="204122" cy="287979"/>
            </p14:xfrm>
          </p:contentPart>
        </mc:Choice>
        <mc:Fallback>
          <p:pic>
            <p:nvPicPr>
              <p:cNvPr id="30" name="Ink 29">
                <a:extLst>
                  <a:ext uri="{FF2B5EF4-FFF2-40B4-BE49-F238E27FC236}">
                    <a16:creationId xmlns:a16="http://schemas.microsoft.com/office/drawing/2014/main" id="{CDC4BC18-B4A5-2F9F-CA7F-C12D544AB970}"/>
                  </a:ext>
                </a:extLst>
              </p:cNvPr>
              <p:cNvPicPr/>
              <p:nvPr/>
            </p:nvPicPr>
            <p:blipFill>
              <a:blip r:embed="rId54"/>
              <a:stretch>
                <a:fillRect/>
              </a:stretch>
            </p:blipFill>
            <p:spPr>
              <a:xfrm>
                <a:off x="4374765" y="2939010"/>
                <a:ext cx="239700" cy="323572"/>
              </a:xfrm>
              <a:prstGeom prst="rect">
                <a:avLst/>
              </a:prstGeom>
            </p:spPr>
          </p:pic>
        </mc:Fallback>
      </mc:AlternateContent>
      <mc:AlternateContent xmlns:mc="http://schemas.openxmlformats.org/markup-compatibility/2006">
        <mc:Choice xmlns:p14="http://schemas.microsoft.com/office/powerpoint/2010/main" Requires="p14">
          <p:contentPart p14:bwMode="auto" r:id="rId55">
            <p14:nvContentPartPr>
              <p14:cNvPr id="31" name="Ink 30">
                <a:extLst>
                  <a:ext uri="{FF2B5EF4-FFF2-40B4-BE49-F238E27FC236}">
                    <a16:creationId xmlns:a16="http://schemas.microsoft.com/office/drawing/2014/main" id="{F733060C-4DAC-9A66-8678-5DCFEFE73E82}"/>
                  </a:ext>
                </a:extLst>
              </p14:cNvPr>
              <p14:cNvContentPartPr/>
              <p14:nvPr/>
            </p14:nvContentPartPr>
            <p14:xfrm>
              <a:off x="3800474" y="3914775"/>
              <a:ext cx="240755" cy="273209"/>
            </p14:xfrm>
          </p:contentPart>
        </mc:Choice>
        <mc:Fallback>
          <p:pic>
            <p:nvPicPr>
              <p:cNvPr id="31" name="Ink 30">
                <a:extLst>
                  <a:ext uri="{FF2B5EF4-FFF2-40B4-BE49-F238E27FC236}">
                    <a16:creationId xmlns:a16="http://schemas.microsoft.com/office/drawing/2014/main" id="{F733060C-4DAC-9A66-8678-5DCFEFE73E82}"/>
                  </a:ext>
                </a:extLst>
              </p:cNvPr>
              <p:cNvPicPr/>
              <p:nvPr/>
            </p:nvPicPr>
            <p:blipFill>
              <a:blip r:embed="rId56"/>
              <a:stretch>
                <a:fillRect/>
              </a:stretch>
            </p:blipFill>
            <p:spPr>
              <a:xfrm>
                <a:off x="3782507" y="3896777"/>
                <a:ext cx="276329" cy="308845"/>
              </a:xfrm>
              <a:prstGeom prst="rect">
                <a:avLst/>
              </a:prstGeom>
            </p:spPr>
          </p:pic>
        </mc:Fallback>
      </mc:AlternateContent>
      <mc:AlternateContent xmlns:mc="http://schemas.openxmlformats.org/markup-compatibility/2006">
        <mc:Choice xmlns:p14="http://schemas.microsoft.com/office/powerpoint/2010/main" Requires="p14">
          <p:contentPart p14:bwMode="auto" r:id="rId57">
            <p14:nvContentPartPr>
              <p14:cNvPr id="32" name="Ink 31">
                <a:extLst>
                  <a:ext uri="{FF2B5EF4-FFF2-40B4-BE49-F238E27FC236}">
                    <a16:creationId xmlns:a16="http://schemas.microsoft.com/office/drawing/2014/main" id="{714B6A9C-FFE3-A43F-1798-6E797109222B}"/>
                  </a:ext>
                </a:extLst>
              </p14:cNvPr>
              <p14:cNvContentPartPr/>
              <p14:nvPr/>
            </p14:nvContentPartPr>
            <p14:xfrm>
              <a:off x="3914774" y="4150971"/>
              <a:ext cx="288753" cy="145851"/>
            </p14:xfrm>
          </p:contentPart>
        </mc:Choice>
        <mc:Fallback>
          <p:pic>
            <p:nvPicPr>
              <p:cNvPr id="32" name="Ink 31">
                <a:extLst>
                  <a:ext uri="{FF2B5EF4-FFF2-40B4-BE49-F238E27FC236}">
                    <a16:creationId xmlns:a16="http://schemas.microsoft.com/office/drawing/2014/main" id="{714B6A9C-FFE3-A43F-1798-6E797109222B}"/>
                  </a:ext>
                </a:extLst>
              </p:cNvPr>
              <p:cNvPicPr/>
              <p:nvPr/>
            </p:nvPicPr>
            <p:blipFill>
              <a:blip r:embed="rId58"/>
              <a:stretch>
                <a:fillRect/>
              </a:stretch>
            </p:blipFill>
            <p:spPr>
              <a:xfrm>
                <a:off x="3896817" y="4133053"/>
                <a:ext cx="324308" cy="181328"/>
              </a:xfrm>
              <a:prstGeom prst="rect">
                <a:avLst/>
              </a:prstGeom>
            </p:spPr>
          </p:pic>
        </mc:Fallback>
      </mc:AlternateContent>
      <mc:AlternateContent xmlns:mc="http://schemas.openxmlformats.org/markup-compatibility/2006">
        <mc:Choice xmlns:p14="http://schemas.microsoft.com/office/powerpoint/2010/main" Requires="p14">
          <p:contentPart p14:bwMode="auto" r:id="rId59">
            <p14:nvContentPartPr>
              <p14:cNvPr id="33" name="Ink 32">
                <a:extLst>
                  <a:ext uri="{FF2B5EF4-FFF2-40B4-BE49-F238E27FC236}">
                    <a16:creationId xmlns:a16="http://schemas.microsoft.com/office/drawing/2014/main" id="{A8FF9A3B-FF12-5F9C-D75D-839B10E6F8D1}"/>
                  </a:ext>
                </a:extLst>
              </p14:cNvPr>
              <p14:cNvContentPartPr/>
              <p14:nvPr/>
            </p14:nvContentPartPr>
            <p14:xfrm>
              <a:off x="3047328" y="3419475"/>
              <a:ext cx="57821" cy="420558"/>
            </p14:xfrm>
          </p:contentPart>
        </mc:Choice>
        <mc:Fallback>
          <p:pic>
            <p:nvPicPr>
              <p:cNvPr id="33" name="Ink 32">
                <a:extLst>
                  <a:ext uri="{FF2B5EF4-FFF2-40B4-BE49-F238E27FC236}">
                    <a16:creationId xmlns:a16="http://schemas.microsoft.com/office/drawing/2014/main" id="{A8FF9A3B-FF12-5F9C-D75D-839B10E6F8D1}"/>
                  </a:ext>
                </a:extLst>
              </p:cNvPr>
              <p:cNvPicPr/>
              <p:nvPr/>
            </p:nvPicPr>
            <p:blipFill>
              <a:blip r:embed="rId60"/>
              <a:stretch>
                <a:fillRect/>
              </a:stretch>
            </p:blipFill>
            <p:spPr>
              <a:xfrm>
                <a:off x="3029371" y="3401487"/>
                <a:ext cx="93376" cy="456174"/>
              </a:xfrm>
              <a:prstGeom prst="rect">
                <a:avLst/>
              </a:prstGeom>
            </p:spPr>
          </p:pic>
        </mc:Fallback>
      </mc:AlternateContent>
      <mc:AlternateContent xmlns:mc="http://schemas.openxmlformats.org/markup-compatibility/2006">
        <mc:Choice xmlns:p14="http://schemas.microsoft.com/office/powerpoint/2010/main" Requires="p14">
          <p:contentPart p14:bwMode="auto" r:id="rId61">
            <p14:nvContentPartPr>
              <p14:cNvPr id="34" name="Ink 33">
                <a:extLst>
                  <a:ext uri="{FF2B5EF4-FFF2-40B4-BE49-F238E27FC236}">
                    <a16:creationId xmlns:a16="http://schemas.microsoft.com/office/drawing/2014/main" id="{088A995D-7496-5624-FB8C-925B96B9DF2E}"/>
                  </a:ext>
                </a:extLst>
              </p14:cNvPr>
              <p14:cNvContentPartPr/>
              <p14:nvPr/>
            </p14:nvContentPartPr>
            <p14:xfrm>
              <a:off x="2937039" y="3447738"/>
              <a:ext cx="280146" cy="11906"/>
            </p14:xfrm>
          </p:contentPart>
        </mc:Choice>
        <mc:Fallback>
          <p:pic>
            <p:nvPicPr>
              <p:cNvPr id="34" name="Ink 33">
                <a:extLst>
                  <a:ext uri="{FF2B5EF4-FFF2-40B4-BE49-F238E27FC236}">
                    <a16:creationId xmlns:a16="http://schemas.microsoft.com/office/drawing/2014/main" id="{088A995D-7496-5624-FB8C-925B96B9DF2E}"/>
                  </a:ext>
                </a:extLst>
              </p:cNvPr>
              <p:cNvPicPr/>
              <p:nvPr/>
            </p:nvPicPr>
            <p:blipFill>
              <a:blip r:embed="rId62"/>
              <a:stretch>
                <a:fillRect/>
              </a:stretch>
            </p:blipFill>
            <p:spPr>
              <a:xfrm>
                <a:off x="2919058" y="3426477"/>
                <a:ext cx="315749" cy="54002"/>
              </a:xfrm>
              <a:prstGeom prst="rect">
                <a:avLst/>
              </a:prstGeom>
            </p:spPr>
          </p:pic>
        </mc:Fallback>
      </mc:AlternateContent>
      <mc:AlternateContent xmlns:mc="http://schemas.openxmlformats.org/markup-compatibility/2006">
        <mc:Choice xmlns:p14="http://schemas.microsoft.com/office/powerpoint/2010/main" Requires="p14">
          <p:contentPart p14:bwMode="auto" r:id="rId63">
            <p14:nvContentPartPr>
              <p14:cNvPr id="35" name="Ink 34">
                <a:extLst>
                  <a:ext uri="{FF2B5EF4-FFF2-40B4-BE49-F238E27FC236}">
                    <a16:creationId xmlns:a16="http://schemas.microsoft.com/office/drawing/2014/main" id="{BC63AB0F-6DE6-43D6-B4B8-CFD7FB4BB506}"/>
                  </a:ext>
                </a:extLst>
              </p14:cNvPr>
              <p14:cNvContentPartPr/>
              <p14:nvPr/>
            </p14:nvContentPartPr>
            <p14:xfrm>
              <a:off x="3190875" y="3717448"/>
              <a:ext cx="116539" cy="148997"/>
            </p14:xfrm>
          </p:contentPart>
        </mc:Choice>
        <mc:Fallback>
          <p:pic>
            <p:nvPicPr>
              <p:cNvPr id="35" name="Ink 34">
                <a:extLst>
                  <a:ext uri="{FF2B5EF4-FFF2-40B4-BE49-F238E27FC236}">
                    <a16:creationId xmlns:a16="http://schemas.microsoft.com/office/drawing/2014/main" id="{BC63AB0F-6DE6-43D6-B4B8-CFD7FB4BB506}"/>
                  </a:ext>
                </a:extLst>
              </p:cNvPr>
              <p:cNvPicPr/>
              <p:nvPr/>
            </p:nvPicPr>
            <p:blipFill>
              <a:blip r:embed="rId64"/>
              <a:stretch>
                <a:fillRect/>
              </a:stretch>
            </p:blipFill>
            <p:spPr>
              <a:xfrm>
                <a:off x="3172891" y="3699497"/>
                <a:ext cx="152148" cy="184541"/>
              </a:xfrm>
              <a:prstGeom prst="rect">
                <a:avLst/>
              </a:prstGeom>
            </p:spPr>
          </p:pic>
        </mc:Fallback>
      </mc:AlternateContent>
      <mc:AlternateContent xmlns:mc="http://schemas.openxmlformats.org/markup-compatibility/2006">
        <mc:Choice xmlns:p14="http://schemas.microsoft.com/office/powerpoint/2010/main" Requires="p14">
          <p:contentPart p14:bwMode="auto" r:id="rId65">
            <p14:nvContentPartPr>
              <p14:cNvPr id="36" name="Ink 35">
                <a:extLst>
                  <a:ext uri="{FF2B5EF4-FFF2-40B4-BE49-F238E27FC236}">
                    <a16:creationId xmlns:a16="http://schemas.microsoft.com/office/drawing/2014/main" id="{7EC0A9C8-4EDE-55DA-BBF9-E2A61B5B34B9}"/>
                  </a:ext>
                </a:extLst>
              </p14:cNvPr>
              <p14:cNvContentPartPr/>
              <p14:nvPr/>
            </p14:nvContentPartPr>
            <p14:xfrm>
              <a:off x="3319272" y="3687638"/>
              <a:ext cx="200923" cy="197860"/>
            </p14:xfrm>
          </p:contentPart>
        </mc:Choice>
        <mc:Fallback>
          <p:pic>
            <p:nvPicPr>
              <p:cNvPr id="36" name="Ink 35">
                <a:extLst>
                  <a:ext uri="{FF2B5EF4-FFF2-40B4-BE49-F238E27FC236}">
                    <a16:creationId xmlns:a16="http://schemas.microsoft.com/office/drawing/2014/main" id="{7EC0A9C8-4EDE-55DA-BBF9-E2A61B5B34B9}"/>
                  </a:ext>
                </a:extLst>
              </p:cNvPr>
              <p:cNvPicPr/>
              <p:nvPr/>
            </p:nvPicPr>
            <p:blipFill>
              <a:blip r:embed="rId66"/>
              <a:stretch>
                <a:fillRect/>
              </a:stretch>
            </p:blipFill>
            <p:spPr>
              <a:xfrm>
                <a:off x="3301300" y="3669651"/>
                <a:ext cx="236507" cy="233475"/>
              </a:xfrm>
              <a:prstGeom prst="rect">
                <a:avLst/>
              </a:prstGeom>
            </p:spPr>
          </p:pic>
        </mc:Fallback>
      </mc:AlternateContent>
      <mc:AlternateContent xmlns:mc="http://schemas.openxmlformats.org/markup-compatibility/2006">
        <mc:Choice xmlns:p14="http://schemas.microsoft.com/office/powerpoint/2010/main" Requires="p14">
          <p:contentPart p14:bwMode="auto" r:id="rId67">
            <p14:nvContentPartPr>
              <p14:cNvPr id="37" name="Ink 36">
                <a:extLst>
                  <a:ext uri="{FF2B5EF4-FFF2-40B4-BE49-F238E27FC236}">
                    <a16:creationId xmlns:a16="http://schemas.microsoft.com/office/drawing/2014/main" id="{D7195787-CBD7-55D9-8D16-83F2734F96E2}"/>
                  </a:ext>
                </a:extLst>
              </p14:cNvPr>
              <p14:cNvContentPartPr/>
              <p14:nvPr/>
            </p14:nvContentPartPr>
            <p14:xfrm>
              <a:off x="3468313" y="3692124"/>
              <a:ext cx="260687" cy="279977"/>
            </p14:xfrm>
          </p:contentPart>
        </mc:Choice>
        <mc:Fallback>
          <p:pic>
            <p:nvPicPr>
              <p:cNvPr id="37" name="Ink 36">
                <a:extLst>
                  <a:ext uri="{FF2B5EF4-FFF2-40B4-BE49-F238E27FC236}">
                    <a16:creationId xmlns:a16="http://schemas.microsoft.com/office/drawing/2014/main" id="{D7195787-CBD7-55D9-8D16-83F2734F96E2}"/>
                  </a:ext>
                </a:extLst>
              </p:cNvPr>
              <p:cNvPicPr/>
              <p:nvPr/>
            </p:nvPicPr>
            <p:blipFill>
              <a:blip r:embed="rId68"/>
              <a:stretch>
                <a:fillRect/>
              </a:stretch>
            </p:blipFill>
            <p:spPr>
              <a:xfrm>
                <a:off x="3450335" y="3674131"/>
                <a:ext cx="296284" cy="315604"/>
              </a:xfrm>
              <a:prstGeom prst="rect">
                <a:avLst/>
              </a:prstGeom>
            </p:spPr>
          </p:pic>
        </mc:Fallback>
      </mc:AlternateContent>
      <mc:AlternateContent xmlns:mc="http://schemas.openxmlformats.org/markup-compatibility/2006">
        <mc:Choice xmlns:p14="http://schemas.microsoft.com/office/powerpoint/2010/main" Requires="p14">
          <p:contentPart p14:bwMode="auto" r:id="rId69">
            <p14:nvContentPartPr>
              <p14:cNvPr id="38" name="Ink 37">
                <a:extLst>
                  <a:ext uri="{FF2B5EF4-FFF2-40B4-BE49-F238E27FC236}">
                    <a16:creationId xmlns:a16="http://schemas.microsoft.com/office/drawing/2014/main" id="{F6BB4489-943D-653A-7E30-93978C37F1B0}"/>
                  </a:ext>
                </a:extLst>
              </p14:cNvPr>
              <p14:cNvContentPartPr/>
              <p14:nvPr/>
            </p14:nvContentPartPr>
            <p14:xfrm>
              <a:off x="2790739" y="4076699"/>
              <a:ext cx="57236" cy="275193"/>
            </p14:xfrm>
          </p:contentPart>
        </mc:Choice>
        <mc:Fallback>
          <p:pic>
            <p:nvPicPr>
              <p:cNvPr id="38" name="Ink 37">
                <a:extLst>
                  <a:ext uri="{FF2B5EF4-FFF2-40B4-BE49-F238E27FC236}">
                    <a16:creationId xmlns:a16="http://schemas.microsoft.com/office/drawing/2014/main" id="{F6BB4489-943D-653A-7E30-93978C37F1B0}"/>
                  </a:ext>
                </a:extLst>
              </p:cNvPr>
              <p:cNvPicPr/>
              <p:nvPr/>
            </p:nvPicPr>
            <p:blipFill>
              <a:blip r:embed="rId70"/>
              <a:stretch>
                <a:fillRect/>
              </a:stretch>
            </p:blipFill>
            <p:spPr>
              <a:xfrm>
                <a:off x="2772853" y="4058736"/>
                <a:ext cx="92651" cy="310760"/>
              </a:xfrm>
              <a:prstGeom prst="rect">
                <a:avLst/>
              </a:prstGeom>
            </p:spPr>
          </p:pic>
        </mc:Fallback>
      </mc:AlternateContent>
      <mc:AlternateContent xmlns:mc="http://schemas.openxmlformats.org/markup-compatibility/2006">
        <mc:Choice xmlns:p14="http://schemas.microsoft.com/office/powerpoint/2010/main" Requires="p14">
          <p:contentPart p14:bwMode="auto" r:id="rId71">
            <p14:nvContentPartPr>
              <p14:cNvPr id="39" name="Ink 38">
                <a:extLst>
                  <a:ext uri="{FF2B5EF4-FFF2-40B4-BE49-F238E27FC236}">
                    <a16:creationId xmlns:a16="http://schemas.microsoft.com/office/drawing/2014/main" id="{D7527035-50BF-E689-4D3F-423E1B3FA76D}"/>
                  </a:ext>
                </a:extLst>
              </p14:cNvPr>
              <p14:cNvContentPartPr/>
              <p14:nvPr/>
            </p14:nvContentPartPr>
            <p14:xfrm>
              <a:off x="2857500" y="4057650"/>
              <a:ext cx="162943" cy="133962"/>
            </p14:xfrm>
          </p:contentPart>
        </mc:Choice>
        <mc:Fallback>
          <p:pic>
            <p:nvPicPr>
              <p:cNvPr id="39" name="Ink 38">
                <a:extLst>
                  <a:ext uri="{FF2B5EF4-FFF2-40B4-BE49-F238E27FC236}">
                    <a16:creationId xmlns:a16="http://schemas.microsoft.com/office/drawing/2014/main" id="{D7527035-50BF-E689-4D3F-423E1B3FA76D}"/>
                  </a:ext>
                </a:extLst>
              </p:cNvPr>
              <p:cNvPicPr/>
              <p:nvPr/>
            </p:nvPicPr>
            <p:blipFill>
              <a:blip r:embed="rId72"/>
              <a:stretch>
                <a:fillRect/>
              </a:stretch>
            </p:blipFill>
            <p:spPr>
              <a:xfrm>
                <a:off x="2839555" y="4039693"/>
                <a:ext cx="198475" cy="169518"/>
              </a:xfrm>
              <a:prstGeom prst="rect">
                <a:avLst/>
              </a:prstGeom>
            </p:spPr>
          </p:pic>
        </mc:Fallback>
      </mc:AlternateContent>
      <mc:AlternateContent xmlns:mc="http://schemas.openxmlformats.org/markup-compatibility/2006">
        <mc:Choice xmlns:p14="http://schemas.microsoft.com/office/powerpoint/2010/main" Requires="p14">
          <p:contentPart p14:bwMode="auto" r:id="rId73">
            <p14:nvContentPartPr>
              <p14:cNvPr id="40" name="Ink 39">
                <a:extLst>
                  <a:ext uri="{FF2B5EF4-FFF2-40B4-BE49-F238E27FC236}">
                    <a16:creationId xmlns:a16="http://schemas.microsoft.com/office/drawing/2014/main" id="{3FF9AE64-8C70-4414-6E4C-D5E5CAB01043}"/>
                  </a:ext>
                </a:extLst>
              </p14:cNvPr>
              <p14:cNvContentPartPr/>
              <p14:nvPr/>
            </p14:nvContentPartPr>
            <p14:xfrm>
              <a:off x="2982255" y="4208947"/>
              <a:ext cx="140420" cy="144322"/>
            </p14:xfrm>
          </p:contentPart>
        </mc:Choice>
        <mc:Fallback>
          <p:pic>
            <p:nvPicPr>
              <p:cNvPr id="40" name="Ink 39">
                <a:extLst>
                  <a:ext uri="{FF2B5EF4-FFF2-40B4-BE49-F238E27FC236}">
                    <a16:creationId xmlns:a16="http://schemas.microsoft.com/office/drawing/2014/main" id="{3FF9AE64-8C70-4414-6E4C-D5E5CAB01043}"/>
                  </a:ext>
                </a:extLst>
              </p:cNvPr>
              <p:cNvPicPr/>
              <p:nvPr/>
            </p:nvPicPr>
            <p:blipFill>
              <a:blip r:embed="rId74"/>
              <a:stretch>
                <a:fillRect/>
              </a:stretch>
            </p:blipFill>
            <p:spPr>
              <a:xfrm>
                <a:off x="2964298" y="4190997"/>
                <a:ext cx="175974" cy="179864"/>
              </a:xfrm>
              <a:prstGeom prst="rect">
                <a:avLst/>
              </a:prstGeom>
            </p:spPr>
          </p:pic>
        </mc:Fallback>
      </mc:AlternateContent>
      <mc:AlternateContent xmlns:mc="http://schemas.openxmlformats.org/markup-compatibility/2006">
        <mc:Choice xmlns:p14="http://schemas.microsoft.com/office/powerpoint/2010/main" Requires="p14">
          <p:contentPart p14:bwMode="auto" r:id="rId75">
            <p14:nvContentPartPr>
              <p14:cNvPr id="41" name="Ink 40">
                <a:extLst>
                  <a:ext uri="{FF2B5EF4-FFF2-40B4-BE49-F238E27FC236}">
                    <a16:creationId xmlns:a16="http://schemas.microsoft.com/office/drawing/2014/main" id="{A1F57548-79FD-D40C-511E-B1E5405A03FD}"/>
                  </a:ext>
                </a:extLst>
              </p14:cNvPr>
              <p14:cNvContentPartPr/>
              <p14:nvPr/>
            </p14:nvContentPartPr>
            <p14:xfrm>
              <a:off x="3097396" y="4234754"/>
              <a:ext cx="147193" cy="149697"/>
            </p14:xfrm>
          </p:contentPart>
        </mc:Choice>
        <mc:Fallback>
          <p:pic>
            <p:nvPicPr>
              <p:cNvPr id="41" name="Ink 40">
                <a:extLst>
                  <a:ext uri="{FF2B5EF4-FFF2-40B4-BE49-F238E27FC236}">
                    <a16:creationId xmlns:a16="http://schemas.microsoft.com/office/drawing/2014/main" id="{A1F57548-79FD-D40C-511E-B1E5405A03FD}"/>
                  </a:ext>
                </a:extLst>
              </p:cNvPr>
              <p:cNvPicPr/>
              <p:nvPr/>
            </p:nvPicPr>
            <p:blipFill>
              <a:blip r:embed="rId76"/>
              <a:stretch>
                <a:fillRect/>
              </a:stretch>
            </p:blipFill>
            <p:spPr>
              <a:xfrm>
                <a:off x="3079446" y="4216762"/>
                <a:ext cx="182735" cy="185322"/>
              </a:xfrm>
              <a:prstGeom prst="rect">
                <a:avLst/>
              </a:prstGeom>
            </p:spPr>
          </p:pic>
        </mc:Fallback>
      </mc:AlternateContent>
      <mc:AlternateContent xmlns:mc="http://schemas.openxmlformats.org/markup-compatibility/2006">
        <mc:Choice xmlns:p14="http://schemas.microsoft.com/office/powerpoint/2010/main" Requires="p14">
          <p:contentPart p14:bwMode="auto" r:id="rId77">
            <p14:nvContentPartPr>
              <p14:cNvPr id="42" name="Ink 41">
                <a:extLst>
                  <a:ext uri="{FF2B5EF4-FFF2-40B4-BE49-F238E27FC236}">
                    <a16:creationId xmlns:a16="http://schemas.microsoft.com/office/drawing/2014/main" id="{49774879-5727-B648-7A6C-683EF9E719DC}"/>
                  </a:ext>
                </a:extLst>
              </p14:cNvPr>
              <p14:cNvContentPartPr/>
              <p14:nvPr/>
            </p14:nvContentPartPr>
            <p14:xfrm>
              <a:off x="3294609" y="4086225"/>
              <a:ext cx="115417" cy="277932"/>
            </p14:xfrm>
          </p:contentPart>
        </mc:Choice>
        <mc:Fallback>
          <p:pic>
            <p:nvPicPr>
              <p:cNvPr id="42" name="Ink 41">
                <a:extLst>
                  <a:ext uri="{FF2B5EF4-FFF2-40B4-BE49-F238E27FC236}">
                    <a16:creationId xmlns:a16="http://schemas.microsoft.com/office/drawing/2014/main" id="{49774879-5727-B648-7A6C-683EF9E719DC}"/>
                  </a:ext>
                </a:extLst>
              </p:cNvPr>
              <p:cNvPicPr/>
              <p:nvPr/>
            </p:nvPicPr>
            <p:blipFill>
              <a:blip r:embed="rId78"/>
              <a:stretch>
                <a:fillRect/>
              </a:stretch>
            </p:blipFill>
            <p:spPr>
              <a:xfrm>
                <a:off x="3276687" y="4068248"/>
                <a:ext cx="150902" cy="313527"/>
              </a:xfrm>
              <a:prstGeom prst="rect">
                <a:avLst/>
              </a:prstGeom>
            </p:spPr>
          </p:pic>
        </mc:Fallback>
      </mc:AlternateContent>
      <mc:AlternateContent xmlns:mc="http://schemas.openxmlformats.org/markup-compatibility/2006">
        <mc:Choice xmlns:p14="http://schemas.microsoft.com/office/powerpoint/2010/main" Requires="p14">
          <p:contentPart p14:bwMode="auto" r:id="rId79">
            <p14:nvContentPartPr>
              <p14:cNvPr id="43" name="Ink 42">
                <a:extLst>
                  <a:ext uri="{FF2B5EF4-FFF2-40B4-BE49-F238E27FC236}">
                    <a16:creationId xmlns:a16="http://schemas.microsoft.com/office/drawing/2014/main" id="{0A0A8F7B-B3AE-21A3-3981-E8FC69D8EC0C}"/>
                  </a:ext>
                </a:extLst>
              </p14:cNvPr>
              <p14:cNvContentPartPr/>
              <p14:nvPr/>
            </p14:nvContentPartPr>
            <p14:xfrm>
              <a:off x="3430156" y="4247186"/>
              <a:ext cx="77219" cy="147520"/>
            </p14:xfrm>
          </p:contentPart>
        </mc:Choice>
        <mc:Fallback>
          <p:pic>
            <p:nvPicPr>
              <p:cNvPr id="43" name="Ink 42">
                <a:extLst>
                  <a:ext uri="{FF2B5EF4-FFF2-40B4-BE49-F238E27FC236}">
                    <a16:creationId xmlns:a16="http://schemas.microsoft.com/office/drawing/2014/main" id="{0A0A8F7B-B3AE-21A3-3981-E8FC69D8EC0C}"/>
                  </a:ext>
                </a:extLst>
              </p:cNvPr>
              <p:cNvPicPr/>
              <p:nvPr/>
            </p:nvPicPr>
            <p:blipFill>
              <a:blip r:embed="rId80"/>
              <a:stretch>
                <a:fillRect/>
              </a:stretch>
            </p:blipFill>
            <p:spPr>
              <a:xfrm>
                <a:off x="3412281" y="4229240"/>
                <a:ext cx="112611" cy="183054"/>
              </a:xfrm>
              <a:prstGeom prst="rect">
                <a:avLst/>
              </a:prstGeom>
            </p:spPr>
          </p:pic>
        </mc:Fallback>
      </mc:AlternateContent>
      <mc:AlternateContent xmlns:mc="http://schemas.openxmlformats.org/markup-compatibility/2006">
        <mc:Choice xmlns:p14="http://schemas.microsoft.com/office/powerpoint/2010/main" Requires="p14">
          <p:contentPart p14:bwMode="auto" r:id="rId81">
            <p14:nvContentPartPr>
              <p14:cNvPr id="44" name="Ink 43">
                <a:extLst>
                  <a:ext uri="{FF2B5EF4-FFF2-40B4-BE49-F238E27FC236}">
                    <a16:creationId xmlns:a16="http://schemas.microsoft.com/office/drawing/2014/main" id="{07D3DEF3-0C80-877A-5848-95648B8295A9}"/>
                  </a:ext>
                </a:extLst>
              </p14:cNvPr>
              <p14:cNvContentPartPr/>
              <p14:nvPr/>
            </p14:nvContentPartPr>
            <p14:xfrm>
              <a:off x="4619625" y="5657850"/>
              <a:ext cx="11906" cy="15427"/>
            </p14:xfrm>
          </p:contentPart>
        </mc:Choice>
        <mc:Fallback>
          <p:pic>
            <p:nvPicPr>
              <p:cNvPr id="44" name="Ink 43">
                <a:extLst>
                  <a:ext uri="{FF2B5EF4-FFF2-40B4-BE49-F238E27FC236}">
                    <a16:creationId xmlns:a16="http://schemas.microsoft.com/office/drawing/2014/main" id="{07D3DEF3-0C80-877A-5848-95648B8295A9}"/>
                  </a:ext>
                </a:extLst>
              </p:cNvPr>
              <p:cNvPicPr/>
              <p:nvPr/>
            </p:nvPicPr>
            <p:blipFill>
              <a:blip r:embed="rId82"/>
              <a:stretch>
                <a:fillRect/>
              </a:stretch>
            </p:blipFill>
            <p:spPr>
              <a:xfrm>
                <a:off x="4024325" y="5640319"/>
                <a:ext cx="1190600" cy="50138"/>
              </a:xfrm>
              <a:prstGeom prst="rect">
                <a:avLst/>
              </a:prstGeom>
            </p:spPr>
          </p:pic>
        </mc:Fallback>
      </mc:AlternateContent>
      <mc:AlternateContent xmlns:mc="http://schemas.openxmlformats.org/markup-compatibility/2006">
        <mc:Choice xmlns:p14="http://schemas.microsoft.com/office/powerpoint/2010/main" Requires="p14">
          <p:contentPart p14:bwMode="auto" r:id="rId83">
            <p14:nvContentPartPr>
              <p14:cNvPr id="45" name="Ink 44">
                <a:extLst>
                  <a:ext uri="{FF2B5EF4-FFF2-40B4-BE49-F238E27FC236}">
                    <a16:creationId xmlns:a16="http://schemas.microsoft.com/office/drawing/2014/main" id="{E94F19B5-DEE5-F16C-D568-D5AAF07DFF95}"/>
                  </a:ext>
                </a:extLst>
              </p14:cNvPr>
              <p14:cNvContentPartPr/>
              <p14:nvPr/>
            </p14:nvContentPartPr>
            <p14:xfrm>
              <a:off x="4572001" y="5317893"/>
              <a:ext cx="183452" cy="473306"/>
            </p14:xfrm>
          </p:contentPart>
        </mc:Choice>
        <mc:Fallback>
          <p:pic>
            <p:nvPicPr>
              <p:cNvPr id="45" name="Ink 44">
                <a:extLst>
                  <a:ext uri="{FF2B5EF4-FFF2-40B4-BE49-F238E27FC236}">
                    <a16:creationId xmlns:a16="http://schemas.microsoft.com/office/drawing/2014/main" id="{E94F19B5-DEE5-F16C-D568-D5AAF07DFF95}"/>
                  </a:ext>
                </a:extLst>
              </p:cNvPr>
              <p:cNvPicPr/>
              <p:nvPr/>
            </p:nvPicPr>
            <p:blipFill>
              <a:blip r:embed="rId84"/>
              <a:stretch>
                <a:fillRect/>
              </a:stretch>
            </p:blipFill>
            <p:spPr>
              <a:xfrm>
                <a:off x="4554051" y="5299897"/>
                <a:ext cx="218994" cy="508939"/>
              </a:xfrm>
              <a:prstGeom prst="rect">
                <a:avLst/>
              </a:prstGeom>
            </p:spPr>
          </p:pic>
        </mc:Fallback>
      </mc:AlternateContent>
      <mc:AlternateContent xmlns:mc="http://schemas.openxmlformats.org/markup-compatibility/2006">
        <mc:Choice xmlns:p14="http://schemas.microsoft.com/office/powerpoint/2010/main" Requires="p14">
          <p:contentPart p14:bwMode="auto" r:id="rId85">
            <p14:nvContentPartPr>
              <p14:cNvPr id="46" name="Ink 45">
                <a:extLst>
                  <a:ext uri="{FF2B5EF4-FFF2-40B4-BE49-F238E27FC236}">
                    <a16:creationId xmlns:a16="http://schemas.microsoft.com/office/drawing/2014/main" id="{FA911B69-D3E8-AA63-14F8-C6B16175D287}"/>
                  </a:ext>
                </a:extLst>
              </p14:cNvPr>
              <p14:cNvContentPartPr/>
              <p14:nvPr/>
            </p14:nvContentPartPr>
            <p14:xfrm>
              <a:off x="4619625" y="5212136"/>
              <a:ext cx="238628" cy="178962"/>
            </p14:xfrm>
          </p:contentPart>
        </mc:Choice>
        <mc:Fallback>
          <p:pic>
            <p:nvPicPr>
              <p:cNvPr id="46" name="Ink 45">
                <a:extLst>
                  <a:ext uri="{FF2B5EF4-FFF2-40B4-BE49-F238E27FC236}">
                    <a16:creationId xmlns:a16="http://schemas.microsoft.com/office/drawing/2014/main" id="{FA911B69-D3E8-AA63-14F8-C6B16175D287}"/>
                  </a:ext>
                </a:extLst>
              </p:cNvPr>
              <p:cNvPicPr/>
              <p:nvPr/>
            </p:nvPicPr>
            <p:blipFill>
              <a:blip r:embed="rId86"/>
              <a:stretch>
                <a:fillRect/>
              </a:stretch>
            </p:blipFill>
            <p:spPr>
              <a:xfrm>
                <a:off x="4601656" y="5194168"/>
                <a:ext cx="274207" cy="214539"/>
              </a:xfrm>
              <a:prstGeom prst="rect">
                <a:avLst/>
              </a:prstGeom>
            </p:spPr>
          </p:pic>
        </mc:Fallback>
      </mc:AlternateContent>
      <mc:AlternateContent xmlns:mc="http://schemas.openxmlformats.org/markup-compatibility/2006">
        <mc:Choice xmlns:p14="http://schemas.microsoft.com/office/powerpoint/2010/main" Requires="p14">
          <p:contentPart p14:bwMode="auto" r:id="rId87">
            <p14:nvContentPartPr>
              <p14:cNvPr id="47" name="Ink 46">
                <a:extLst>
                  <a:ext uri="{FF2B5EF4-FFF2-40B4-BE49-F238E27FC236}">
                    <a16:creationId xmlns:a16="http://schemas.microsoft.com/office/drawing/2014/main" id="{DA1DECE4-302C-699A-475B-D2389A5A953A}"/>
                  </a:ext>
                </a:extLst>
              </p14:cNvPr>
              <p14:cNvContentPartPr/>
              <p14:nvPr/>
            </p14:nvContentPartPr>
            <p14:xfrm>
              <a:off x="3894903" y="5895975"/>
              <a:ext cx="69649" cy="383775"/>
            </p14:xfrm>
          </p:contentPart>
        </mc:Choice>
        <mc:Fallback>
          <p:pic>
            <p:nvPicPr>
              <p:cNvPr id="47" name="Ink 46">
                <a:extLst>
                  <a:ext uri="{FF2B5EF4-FFF2-40B4-BE49-F238E27FC236}">
                    <a16:creationId xmlns:a16="http://schemas.microsoft.com/office/drawing/2014/main" id="{DA1DECE4-302C-699A-475B-D2389A5A953A}"/>
                  </a:ext>
                </a:extLst>
              </p:cNvPr>
              <p:cNvPicPr/>
              <p:nvPr/>
            </p:nvPicPr>
            <p:blipFill>
              <a:blip r:embed="rId88"/>
              <a:stretch>
                <a:fillRect/>
              </a:stretch>
            </p:blipFill>
            <p:spPr>
              <a:xfrm>
                <a:off x="3877044" y="5877991"/>
                <a:ext cx="105009" cy="419383"/>
              </a:xfrm>
              <a:prstGeom prst="rect">
                <a:avLst/>
              </a:prstGeom>
            </p:spPr>
          </p:pic>
        </mc:Fallback>
      </mc:AlternateContent>
      <mc:AlternateContent xmlns:mc="http://schemas.openxmlformats.org/markup-compatibility/2006">
        <mc:Choice xmlns:p14="http://schemas.microsoft.com/office/powerpoint/2010/main" Requires="p14">
          <p:contentPart p14:bwMode="auto" r:id="rId89">
            <p14:nvContentPartPr>
              <p14:cNvPr id="48" name="Ink 47">
                <a:extLst>
                  <a:ext uri="{FF2B5EF4-FFF2-40B4-BE49-F238E27FC236}">
                    <a16:creationId xmlns:a16="http://schemas.microsoft.com/office/drawing/2014/main" id="{2B360419-98B1-2086-2988-1D2BDB2336DF}"/>
                  </a:ext>
                </a:extLst>
              </p14:cNvPr>
              <p14:cNvContentPartPr/>
              <p14:nvPr/>
            </p14:nvContentPartPr>
            <p14:xfrm>
              <a:off x="3695700" y="5838825"/>
              <a:ext cx="278354" cy="36596"/>
            </p14:xfrm>
          </p:contentPart>
        </mc:Choice>
        <mc:Fallback>
          <p:pic>
            <p:nvPicPr>
              <p:cNvPr id="48" name="Ink 47">
                <a:extLst>
                  <a:ext uri="{FF2B5EF4-FFF2-40B4-BE49-F238E27FC236}">
                    <a16:creationId xmlns:a16="http://schemas.microsoft.com/office/drawing/2014/main" id="{2B360419-98B1-2086-2988-1D2BDB2336DF}"/>
                  </a:ext>
                </a:extLst>
              </p:cNvPr>
              <p:cNvPicPr/>
              <p:nvPr/>
            </p:nvPicPr>
            <p:blipFill>
              <a:blip r:embed="rId90"/>
              <a:stretch>
                <a:fillRect/>
              </a:stretch>
            </p:blipFill>
            <p:spPr>
              <a:xfrm>
                <a:off x="3677718" y="5821060"/>
                <a:ext cx="313957" cy="71771"/>
              </a:xfrm>
              <a:prstGeom prst="rect">
                <a:avLst/>
              </a:prstGeom>
            </p:spPr>
          </p:pic>
        </mc:Fallback>
      </mc:AlternateContent>
      <mc:AlternateContent xmlns:mc="http://schemas.openxmlformats.org/markup-compatibility/2006">
        <mc:Choice xmlns:p14="http://schemas.microsoft.com/office/powerpoint/2010/main" Requires="p14">
          <p:contentPart p14:bwMode="auto" r:id="rId91">
            <p14:nvContentPartPr>
              <p14:cNvPr id="49" name="Ink 48">
                <a:extLst>
                  <a:ext uri="{FF2B5EF4-FFF2-40B4-BE49-F238E27FC236}">
                    <a16:creationId xmlns:a16="http://schemas.microsoft.com/office/drawing/2014/main" id="{18FA4678-CCBF-5910-07C9-A88115A11A77}"/>
                  </a:ext>
                </a:extLst>
              </p14:cNvPr>
              <p14:cNvContentPartPr/>
              <p14:nvPr/>
            </p14:nvContentPartPr>
            <p14:xfrm>
              <a:off x="4029075" y="6158517"/>
              <a:ext cx="11906" cy="32732"/>
            </p14:xfrm>
          </p:contentPart>
        </mc:Choice>
        <mc:Fallback>
          <p:pic>
            <p:nvPicPr>
              <p:cNvPr id="49" name="Ink 48">
                <a:extLst>
                  <a:ext uri="{FF2B5EF4-FFF2-40B4-BE49-F238E27FC236}">
                    <a16:creationId xmlns:a16="http://schemas.microsoft.com/office/drawing/2014/main" id="{18FA4678-CCBF-5910-07C9-A88115A11A77}"/>
                  </a:ext>
                </a:extLst>
              </p:cNvPr>
              <p:cNvPicPr/>
              <p:nvPr/>
            </p:nvPicPr>
            <p:blipFill>
              <a:blip r:embed="rId92"/>
              <a:stretch>
                <a:fillRect/>
              </a:stretch>
            </p:blipFill>
            <p:spPr>
              <a:xfrm>
                <a:off x="4007814" y="6140728"/>
                <a:ext cx="54002" cy="67954"/>
              </a:xfrm>
              <a:prstGeom prst="rect">
                <a:avLst/>
              </a:prstGeom>
            </p:spPr>
          </p:pic>
        </mc:Fallback>
      </mc:AlternateContent>
      <mc:AlternateContent xmlns:mc="http://schemas.openxmlformats.org/markup-compatibility/2006">
        <mc:Choice xmlns:p14="http://schemas.microsoft.com/office/powerpoint/2010/main" Requires="p14">
          <p:contentPart p14:bwMode="auto" r:id="rId93">
            <p14:nvContentPartPr>
              <p14:cNvPr id="50" name="Ink 49">
                <a:extLst>
                  <a:ext uri="{FF2B5EF4-FFF2-40B4-BE49-F238E27FC236}">
                    <a16:creationId xmlns:a16="http://schemas.microsoft.com/office/drawing/2014/main" id="{997E9E84-E3EE-4C83-49BD-5C869A50511B}"/>
                  </a:ext>
                </a:extLst>
              </p14:cNvPr>
              <p14:cNvContentPartPr/>
              <p14:nvPr/>
            </p14:nvContentPartPr>
            <p14:xfrm>
              <a:off x="3990470" y="6115840"/>
              <a:ext cx="161527" cy="173754"/>
            </p14:xfrm>
          </p:contentPart>
        </mc:Choice>
        <mc:Fallback>
          <p:pic>
            <p:nvPicPr>
              <p:cNvPr id="50" name="Ink 49">
                <a:extLst>
                  <a:ext uri="{FF2B5EF4-FFF2-40B4-BE49-F238E27FC236}">
                    <a16:creationId xmlns:a16="http://schemas.microsoft.com/office/drawing/2014/main" id="{997E9E84-E3EE-4C83-49BD-5C869A50511B}"/>
                  </a:ext>
                </a:extLst>
              </p:cNvPr>
              <p:cNvPicPr/>
              <p:nvPr/>
            </p:nvPicPr>
            <p:blipFill>
              <a:blip r:embed="rId94"/>
              <a:stretch>
                <a:fillRect/>
              </a:stretch>
            </p:blipFill>
            <p:spPr>
              <a:xfrm>
                <a:off x="3972483" y="6097853"/>
                <a:ext cx="197142" cy="209368"/>
              </a:xfrm>
              <a:prstGeom prst="rect">
                <a:avLst/>
              </a:prstGeom>
            </p:spPr>
          </p:pic>
        </mc:Fallback>
      </mc:AlternateContent>
      <mc:AlternateContent xmlns:mc="http://schemas.openxmlformats.org/markup-compatibility/2006">
        <mc:Choice xmlns:p14="http://schemas.microsoft.com/office/powerpoint/2010/main" Requires="p14">
          <p:contentPart p14:bwMode="auto" r:id="rId95">
            <p14:nvContentPartPr>
              <p14:cNvPr id="51" name="Ink 50">
                <a:extLst>
                  <a:ext uri="{FF2B5EF4-FFF2-40B4-BE49-F238E27FC236}">
                    <a16:creationId xmlns:a16="http://schemas.microsoft.com/office/drawing/2014/main" id="{AEB022A1-69E5-8519-BE8B-AE692C428417}"/>
                  </a:ext>
                </a:extLst>
              </p14:cNvPr>
              <p14:cNvContentPartPr/>
              <p14:nvPr/>
            </p14:nvContentPartPr>
            <p14:xfrm>
              <a:off x="4197600" y="6086520"/>
              <a:ext cx="135009" cy="198115"/>
            </p14:xfrm>
          </p:contentPart>
        </mc:Choice>
        <mc:Fallback>
          <p:pic>
            <p:nvPicPr>
              <p:cNvPr id="51" name="Ink 50">
                <a:extLst>
                  <a:ext uri="{FF2B5EF4-FFF2-40B4-BE49-F238E27FC236}">
                    <a16:creationId xmlns:a16="http://schemas.microsoft.com/office/drawing/2014/main" id="{AEB022A1-69E5-8519-BE8B-AE692C428417}"/>
                  </a:ext>
                </a:extLst>
              </p:cNvPr>
              <p:cNvPicPr/>
              <p:nvPr/>
            </p:nvPicPr>
            <p:blipFill>
              <a:blip r:embed="rId96"/>
              <a:stretch>
                <a:fillRect/>
              </a:stretch>
            </p:blipFill>
            <p:spPr>
              <a:xfrm>
                <a:off x="4179647" y="6068542"/>
                <a:ext cx="170557" cy="233711"/>
              </a:xfrm>
              <a:prstGeom prst="rect">
                <a:avLst/>
              </a:prstGeom>
            </p:spPr>
          </p:pic>
        </mc:Fallback>
      </mc:AlternateContent>
      <mc:AlternateContent xmlns:mc="http://schemas.openxmlformats.org/markup-compatibility/2006">
        <mc:Choice xmlns:p14="http://schemas.microsoft.com/office/powerpoint/2010/main" Requires="p14">
          <p:contentPart p14:bwMode="auto" r:id="rId97">
            <p14:nvContentPartPr>
              <p14:cNvPr id="52" name="Ink 51">
                <a:extLst>
                  <a:ext uri="{FF2B5EF4-FFF2-40B4-BE49-F238E27FC236}">
                    <a16:creationId xmlns:a16="http://schemas.microsoft.com/office/drawing/2014/main" id="{3EBD916A-A390-5A88-C702-CA7F7F3EBD23}"/>
                  </a:ext>
                </a:extLst>
              </p14:cNvPr>
              <p14:cNvContentPartPr/>
              <p14:nvPr/>
            </p14:nvContentPartPr>
            <p14:xfrm>
              <a:off x="4342467" y="5886449"/>
              <a:ext cx="105707" cy="396545"/>
            </p14:xfrm>
          </p:contentPart>
        </mc:Choice>
        <mc:Fallback>
          <p:pic>
            <p:nvPicPr>
              <p:cNvPr id="52" name="Ink 51">
                <a:extLst>
                  <a:ext uri="{FF2B5EF4-FFF2-40B4-BE49-F238E27FC236}">
                    <a16:creationId xmlns:a16="http://schemas.microsoft.com/office/drawing/2014/main" id="{3EBD916A-A390-5A88-C702-CA7F7F3EBD23}"/>
                  </a:ext>
                </a:extLst>
              </p:cNvPr>
              <p:cNvPicPr/>
              <p:nvPr/>
            </p:nvPicPr>
            <p:blipFill>
              <a:blip r:embed="rId98"/>
              <a:stretch>
                <a:fillRect/>
              </a:stretch>
            </p:blipFill>
            <p:spPr>
              <a:xfrm>
                <a:off x="4324490" y="5868473"/>
                <a:ext cx="141302" cy="432137"/>
              </a:xfrm>
              <a:prstGeom prst="rect">
                <a:avLst/>
              </a:prstGeom>
            </p:spPr>
          </p:pic>
        </mc:Fallback>
      </mc:AlternateContent>
      <mc:AlternateContent xmlns:mc="http://schemas.openxmlformats.org/markup-compatibility/2006">
        <mc:Choice xmlns:p14="http://schemas.microsoft.com/office/powerpoint/2010/main" Requires="p14">
          <p:contentPart p14:bwMode="auto" r:id="rId99">
            <p14:nvContentPartPr>
              <p14:cNvPr id="53" name="Ink 52">
                <a:extLst>
                  <a:ext uri="{FF2B5EF4-FFF2-40B4-BE49-F238E27FC236}">
                    <a16:creationId xmlns:a16="http://schemas.microsoft.com/office/drawing/2014/main" id="{CA8BEC0B-4D2D-EABB-1C6E-1C86520B0E67}"/>
                  </a:ext>
                </a:extLst>
              </p14:cNvPr>
              <p14:cNvContentPartPr/>
              <p14:nvPr/>
            </p14:nvContentPartPr>
            <p14:xfrm>
              <a:off x="4485638" y="6153149"/>
              <a:ext cx="48262" cy="152511"/>
            </p14:xfrm>
          </p:contentPart>
        </mc:Choice>
        <mc:Fallback>
          <p:pic>
            <p:nvPicPr>
              <p:cNvPr id="53" name="Ink 52">
                <a:extLst>
                  <a:ext uri="{FF2B5EF4-FFF2-40B4-BE49-F238E27FC236}">
                    <a16:creationId xmlns:a16="http://schemas.microsoft.com/office/drawing/2014/main" id="{CA8BEC0B-4D2D-EABB-1C6E-1C86520B0E67}"/>
                  </a:ext>
                </a:extLst>
              </p:cNvPr>
              <p:cNvPicPr/>
              <p:nvPr/>
            </p:nvPicPr>
            <p:blipFill>
              <a:blip r:embed="rId100"/>
              <a:stretch>
                <a:fillRect/>
              </a:stretch>
            </p:blipFill>
            <p:spPr>
              <a:xfrm>
                <a:off x="4467763" y="6135164"/>
                <a:ext cx="83654" cy="188121"/>
              </a:xfrm>
              <a:prstGeom prst="rect">
                <a:avLst/>
              </a:prstGeom>
            </p:spPr>
          </p:pic>
        </mc:Fallback>
      </mc:AlternateContent>
      <mc:AlternateContent xmlns:mc="http://schemas.openxmlformats.org/markup-compatibility/2006">
        <mc:Choice xmlns:p14="http://schemas.microsoft.com/office/powerpoint/2010/main" Requires="p14">
          <p:contentPart p14:bwMode="auto" r:id="rId101">
            <p14:nvContentPartPr>
              <p14:cNvPr id="54" name="Ink 53">
                <a:extLst>
                  <a:ext uri="{FF2B5EF4-FFF2-40B4-BE49-F238E27FC236}">
                    <a16:creationId xmlns:a16="http://schemas.microsoft.com/office/drawing/2014/main" id="{8D87625D-FF2D-B44A-B7B3-370ADE0325AE}"/>
                  </a:ext>
                </a:extLst>
              </p14:cNvPr>
              <p14:cNvContentPartPr/>
              <p14:nvPr/>
            </p14:nvContentPartPr>
            <p14:xfrm>
              <a:off x="4562475" y="6056106"/>
              <a:ext cx="11906" cy="11906"/>
            </p14:xfrm>
          </p:contentPart>
        </mc:Choice>
        <mc:Fallback>
          <p:pic>
            <p:nvPicPr>
              <p:cNvPr id="54" name="Ink 53">
                <a:extLst>
                  <a:ext uri="{FF2B5EF4-FFF2-40B4-BE49-F238E27FC236}">
                    <a16:creationId xmlns:a16="http://schemas.microsoft.com/office/drawing/2014/main" id="{8D87625D-FF2D-B44A-B7B3-370ADE0325AE}"/>
                  </a:ext>
                </a:extLst>
              </p:cNvPr>
              <p:cNvPicPr/>
              <p:nvPr/>
            </p:nvPicPr>
            <p:blipFill>
              <a:blip r:embed="rId102"/>
              <a:stretch>
                <a:fillRect/>
              </a:stretch>
            </p:blipFill>
            <p:spPr>
              <a:xfrm>
                <a:off x="4508357" y="6037503"/>
                <a:ext cx="119060" cy="48740"/>
              </a:xfrm>
              <a:prstGeom prst="rect">
                <a:avLst/>
              </a:prstGeom>
            </p:spPr>
          </p:pic>
        </mc:Fallback>
      </mc:AlternateContent>
      <mc:AlternateContent xmlns:mc="http://schemas.openxmlformats.org/markup-compatibility/2006">
        <mc:Choice xmlns:p14="http://schemas.microsoft.com/office/powerpoint/2010/main" Requires="p14">
          <p:contentPart p14:bwMode="auto" r:id="rId103">
            <p14:nvContentPartPr>
              <p14:cNvPr id="55" name="Ink 54">
                <a:extLst>
                  <a:ext uri="{FF2B5EF4-FFF2-40B4-BE49-F238E27FC236}">
                    <a16:creationId xmlns:a16="http://schemas.microsoft.com/office/drawing/2014/main" id="{F2016E69-0CBA-A9D9-0F79-0C557D1F7464}"/>
                  </a:ext>
                </a:extLst>
              </p14:cNvPr>
              <p14:cNvContentPartPr/>
              <p14:nvPr/>
            </p14:nvContentPartPr>
            <p14:xfrm>
              <a:off x="4356585" y="6102538"/>
              <a:ext cx="114329" cy="156347"/>
            </p14:xfrm>
          </p:contentPart>
        </mc:Choice>
        <mc:Fallback>
          <p:pic>
            <p:nvPicPr>
              <p:cNvPr id="55" name="Ink 54">
                <a:extLst>
                  <a:ext uri="{FF2B5EF4-FFF2-40B4-BE49-F238E27FC236}">
                    <a16:creationId xmlns:a16="http://schemas.microsoft.com/office/drawing/2014/main" id="{F2016E69-0CBA-A9D9-0F79-0C557D1F7464}"/>
                  </a:ext>
                </a:extLst>
              </p:cNvPr>
              <p:cNvPicPr/>
              <p:nvPr/>
            </p:nvPicPr>
            <p:blipFill>
              <a:blip r:embed="rId104"/>
              <a:stretch>
                <a:fillRect/>
              </a:stretch>
            </p:blipFill>
            <p:spPr>
              <a:xfrm>
                <a:off x="4338665" y="6084567"/>
                <a:ext cx="149810" cy="191929"/>
              </a:xfrm>
              <a:prstGeom prst="rect">
                <a:avLst/>
              </a:prstGeom>
            </p:spPr>
          </p:pic>
        </mc:Fallback>
      </mc:AlternateContent>
      <mc:AlternateContent xmlns:mc="http://schemas.openxmlformats.org/markup-compatibility/2006">
        <mc:Choice xmlns:p14="http://schemas.microsoft.com/office/powerpoint/2010/main" Requires="p14">
          <p:contentPart p14:bwMode="auto" r:id="rId105">
            <p14:nvContentPartPr>
              <p14:cNvPr id="56" name="Ink 55">
                <a:extLst>
                  <a:ext uri="{FF2B5EF4-FFF2-40B4-BE49-F238E27FC236}">
                    <a16:creationId xmlns:a16="http://schemas.microsoft.com/office/drawing/2014/main" id="{4DB7B2DB-59F7-1857-0A1D-187B879641E1}"/>
                  </a:ext>
                </a:extLst>
              </p14:cNvPr>
              <p14:cNvContentPartPr/>
              <p14:nvPr/>
            </p14:nvContentPartPr>
            <p14:xfrm>
              <a:off x="4576641" y="5865297"/>
              <a:ext cx="195181" cy="418334"/>
            </p14:xfrm>
          </p:contentPart>
        </mc:Choice>
        <mc:Fallback>
          <p:pic>
            <p:nvPicPr>
              <p:cNvPr id="56" name="Ink 55">
                <a:extLst>
                  <a:ext uri="{FF2B5EF4-FFF2-40B4-BE49-F238E27FC236}">
                    <a16:creationId xmlns:a16="http://schemas.microsoft.com/office/drawing/2014/main" id="{4DB7B2DB-59F7-1857-0A1D-187B879641E1}"/>
                  </a:ext>
                </a:extLst>
              </p:cNvPr>
              <p:cNvPicPr/>
              <p:nvPr/>
            </p:nvPicPr>
            <p:blipFill>
              <a:blip r:embed="rId106"/>
              <a:stretch>
                <a:fillRect/>
              </a:stretch>
            </p:blipFill>
            <p:spPr>
              <a:xfrm>
                <a:off x="4558669" y="5847312"/>
                <a:ext cx="230766" cy="453945"/>
              </a:xfrm>
              <a:prstGeom prst="rect">
                <a:avLst/>
              </a:prstGeom>
            </p:spPr>
          </p:pic>
        </mc:Fallback>
      </mc:AlternateContent>
      <mc:AlternateContent xmlns:mc="http://schemas.openxmlformats.org/markup-compatibility/2006">
        <mc:Choice xmlns:p14="http://schemas.microsoft.com/office/powerpoint/2010/main" Requires="p14">
          <p:contentPart p14:bwMode="auto" r:id="rId107">
            <p14:nvContentPartPr>
              <p14:cNvPr id="57" name="Ink 56">
                <a:extLst>
                  <a:ext uri="{FF2B5EF4-FFF2-40B4-BE49-F238E27FC236}">
                    <a16:creationId xmlns:a16="http://schemas.microsoft.com/office/drawing/2014/main" id="{7BBEDF97-F95A-88AA-F14C-E83A5ABE9A13}"/>
                  </a:ext>
                </a:extLst>
              </p14:cNvPr>
              <p14:cNvContentPartPr/>
              <p14:nvPr/>
            </p14:nvContentPartPr>
            <p14:xfrm>
              <a:off x="4809676" y="6134100"/>
              <a:ext cx="57598" cy="178824"/>
            </p14:xfrm>
          </p:contentPart>
        </mc:Choice>
        <mc:Fallback>
          <p:pic>
            <p:nvPicPr>
              <p:cNvPr id="57" name="Ink 56">
                <a:extLst>
                  <a:ext uri="{FF2B5EF4-FFF2-40B4-BE49-F238E27FC236}">
                    <a16:creationId xmlns:a16="http://schemas.microsoft.com/office/drawing/2014/main" id="{7BBEDF97-F95A-88AA-F14C-E83A5ABE9A13}"/>
                  </a:ext>
                </a:extLst>
              </p:cNvPr>
              <p:cNvPicPr/>
              <p:nvPr/>
            </p:nvPicPr>
            <p:blipFill>
              <a:blip r:embed="rId108"/>
              <a:stretch>
                <a:fillRect/>
              </a:stretch>
            </p:blipFill>
            <p:spPr>
              <a:xfrm>
                <a:off x="4791788" y="6116146"/>
                <a:ext cx="93015" cy="214373"/>
              </a:xfrm>
              <a:prstGeom prst="rect">
                <a:avLst/>
              </a:prstGeom>
            </p:spPr>
          </p:pic>
        </mc:Fallback>
      </mc:AlternateContent>
      <mc:AlternateContent xmlns:mc="http://schemas.openxmlformats.org/markup-compatibility/2006">
        <mc:Choice xmlns:p14="http://schemas.microsoft.com/office/powerpoint/2010/main" Requires="p14">
          <p:contentPart p14:bwMode="auto" r:id="rId109">
            <p14:nvContentPartPr>
              <p14:cNvPr id="58" name="Ink 57">
                <a:extLst>
                  <a:ext uri="{FF2B5EF4-FFF2-40B4-BE49-F238E27FC236}">
                    <a16:creationId xmlns:a16="http://schemas.microsoft.com/office/drawing/2014/main" id="{46BD106E-21F7-54C0-209F-BD769B80AAF9}"/>
                  </a:ext>
                </a:extLst>
              </p14:cNvPr>
              <p14:cNvContentPartPr/>
              <p14:nvPr/>
            </p14:nvContentPartPr>
            <p14:xfrm>
              <a:off x="4914899" y="6048375"/>
              <a:ext cx="11906" cy="11906"/>
            </p14:xfrm>
          </p:contentPart>
        </mc:Choice>
        <mc:Fallback>
          <p:pic>
            <p:nvPicPr>
              <p:cNvPr id="58" name="Ink 57">
                <a:extLst>
                  <a:ext uri="{FF2B5EF4-FFF2-40B4-BE49-F238E27FC236}">
                    <a16:creationId xmlns:a16="http://schemas.microsoft.com/office/drawing/2014/main" id="{46BD106E-21F7-54C0-209F-BD769B80AAF9}"/>
                  </a:ext>
                </a:extLst>
              </p:cNvPr>
              <p:cNvPicPr/>
              <p:nvPr/>
            </p:nvPicPr>
            <p:blipFill>
              <a:blip r:embed="rId110"/>
              <a:stretch>
                <a:fillRect/>
              </a:stretch>
            </p:blipFill>
            <p:spPr>
              <a:xfrm>
                <a:off x="4319599" y="5453075"/>
                <a:ext cx="1190600" cy="1190600"/>
              </a:xfrm>
              <a:prstGeom prst="rect">
                <a:avLst/>
              </a:prstGeom>
            </p:spPr>
          </p:pic>
        </mc:Fallback>
      </mc:AlternateContent>
      <mc:AlternateContent xmlns:mc="http://schemas.openxmlformats.org/markup-compatibility/2006">
        <mc:Choice xmlns:p14="http://schemas.microsoft.com/office/powerpoint/2010/main" Requires="p14">
          <p:contentPart p14:bwMode="auto" r:id="rId111">
            <p14:nvContentPartPr>
              <p14:cNvPr id="59" name="Ink 58">
                <a:extLst>
                  <a:ext uri="{FF2B5EF4-FFF2-40B4-BE49-F238E27FC236}">
                    <a16:creationId xmlns:a16="http://schemas.microsoft.com/office/drawing/2014/main" id="{F518F553-6865-973A-5CA9-536C303983B3}"/>
                  </a:ext>
                </a:extLst>
              </p14:cNvPr>
              <p14:cNvContentPartPr/>
              <p14:nvPr/>
            </p14:nvContentPartPr>
            <p14:xfrm>
              <a:off x="4965799" y="6019800"/>
              <a:ext cx="91975" cy="260498"/>
            </p14:xfrm>
          </p:contentPart>
        </mc:Choice>
        <mc:Fallback>
          <p:pic>
            <p:nvPicPr>
              <p:cNvPr id="59" name="Ink 58">
                <a:extLst>
                  <a:ext uri="{FF2B5EF4-FFF2-40B4-BE49-F238E27FC236}">
                    <a16:creationId xmlns:a16="http://schemas.microsoft.com/office/drawing/2014/main" id="{F518F553-6865-973A-5CA9-536C303983B3}"/>
                  </a:ext>
                </a:extLst>
              </p:cNvPr>
              <p:cNvPicPr/>
              <p:nvPr/>
            </p:nvPicPr>
            <p:blipFill>
              <a:blip r:embed="rId112"/>
              <a:stretch>
                <a:fillRect/>
              </a:stretch>
            </p:blipFill>
            <p:spPr>
              <a:xfrm>
                <a:off x="4947905" y="6001835"/>
                <a:ext cx="127405" cy="296069"/>
              </a:xfrm>
              <a:prstGeom prst="rect">
                <a:avLst/>
              </a:prstGeom>
            </p:spPr>
          </p:pic>
        </mc:Fallback>
      </mc:AlternateContent>
      <mc:AlternateContent xmlns:mc="http://schemas.openxmlformats.org/markup-compatibility/2006">
        <mc:Choice xmlns:p14="http://schemas.microsoft.com/office/powerpoint/2010/main" Requires="p14">
          <p:contentPart p14:bwMode="auto" r:id="rId113">
            <p14:nvContentPartPr>
              <p14:cNvPr id="60" name="Ink 59">
                <a:extLst>
                  <a:ext uri="{FF2B5EF4-FFF2-40B4-BE49-F238E27FC236}">
                    <a16:creationId xmlns:a16="http://schemas.microsoft.com/office/drawing/2014/main" id="{48D72CD7-451A-8C2C-D534-1D7D56D5FF74}"/>
                  </a:ext>
                </a:extLst>
              </p14:cNvPr>
              <p14:cNvContentPartPr/>
              <p14:nvPr/>
            </p14:nvContentPartPr>
            <p14:xfrm>
              <a:off x="4962525" y="6206596"/>
              <a:ext cx="166590" cy="22753"/>
            </p14:xfrm>
          </p:contentPart>
        </mc:Choice>
        <mc:Fallback>
          <p:pic>
            <p:nvPicPr>
              <p:cNvPr id="60" name="Ink 59">
                <a:extLst>
                  <a:ext uri="{FF2B5EF4-FFF2-40B4-BE49-F238E27FC236}">
                    <a16:creationId xmlns:a16="http://schemas.microsoft.com/office/drawing/2014/main" id="{48D72CD7-451A-8C2C-D534-1D7D56D5FF74}"/>
                  </a:ext>
                </a:extLst>
              </p:cNvPr>
              <p:cNvPicPr/>
              <p:nvPr/>
            </p:nvPicPr>
            <p:blipFill>
              <a:blip r:embed="rId114"/>
              <a:stretch>
                <a:fillRect/>
              </a:stretch>
            </p:blipFill>
            <p:spPr>
              <a:xfrm>
                <a:off x="4944573" y="6189094"/>
                <a:ext cx="202134" cy="57408"/>
              </a:xfrm>
              <a:prstGeom prst="rect">
                <a:avLst/>
              </a:prstGeom>
            </p:spPr>
          </p:pic>
        </mc:Fallback>
      </mc:AlternateContent>
      <mc:AlternateContent xmlns:mc="http://schemas.openxmlformats.org/markup-compatibility/2006">
        <mc:Choice xmlns:p14="http://schemas.microsoft.com/office/powerpoint/2010/main" Requires="p14">
          <p:contentPart p14:bwMode="auto" r:id="rId115">
            <p14:nvContentPartPr>
              <p14:cNvPr id="61" name="Ink 60">
                <a:extLst>
                  <a:ext uri="{FF2B5EF4-FFF2-40B4-BE49-F238E27FC236}">
                    <a16:creationId xmlns:a16="http://schemas.microsoft.com/office/drawing/2014/main" id="{0F0FE1D1-AD25-7FE9-87B8-27DBCC092307}"/>
                  </a:ext>
                </a:extLst>
              </p14:cNvPr>
              <p14:cNvContentPartPr/>
              <p14:nvPr/>
            </p14:nvContentPartPr>
            <p14:xfrm>
              <a:off x="4987896" y="6210300"/>
              <a:ext cx="327780" cy="372971"/>
            </p14:xfrm>
          </p:contentPart>
        </mc:Choice>
        <mc:Fallback>
          <p:pic>
            <p:nvPicPr>
              <p:cNvPr id="61" name="Ink 60">
                <a:extLst>
                  <a:ext uri="{FF2B5EF4-FFF2-40B4-BE49-F238E27FC236}">
                    <a16:creationId xmlns:a16="http://schemas.microsoft.com/office/drawing/2014/main" id="{0F0FE1D1-AD25-7FE9-87B8-27DBCC092307}"/>
                  </a:ext>
                </a:extLst>
              </p:cNvPr>
              <p:cNvPicPr/>
              <p:nvPr/>
            </p:nvPicPr>
            <p:blipFill>
              <a:blip r:embed="rId116"/>
              <a:stretch>
                <a:fillRect/>
              </a:stretch>
            </p:blipFill>
            <p:spPr>
              <a:xfrm>
                <a:off x="4969926" y="6192317"/>
                <a:ext cx="363361" cy="408578"/>
              </a:xfrm>
              <a:prstGeom prst="rect">
                <a:avLst/>
              </a:prstGeom>
            </p:spPr>
          </p:pic>
        </mc:Fallback>
      </mc:AlternateContent>
      <mc:AlternateContent xmlns:mc="http://schemas.openxmlformats.org/markup-compatibility/2006">
        <mc:Choice xmlns:p14="http://schemas.microsoft.com/office/powerpoint/2010/main" Requires="p14">
          <p:contentPart p14:bwMode="auto" r:id="rId117">
            <p14:nvContentPartPr>
              <p14:cNvPr id="62" name="Ink 61">
                <a:extLst>
                  <a:ext uri="{FF2B5EF4-FFF2-40B4-BE49-F238E27FC236}">
                    <a16:creationId xmlns:a16="http://schemas.microsoft.com/office/drawing/2014/main" id="{2C2A35EE-CA2C-DBCC-BACA-A623DAB10247}"/>
                  </a:ext>
                </a:extLst>
              </p14:cNvPr>
              <p14:cNvContentPartPr/>
              <p14:nvPr/>
            </p14:nvContentPartPr>
            <p14:xfrm>
              <a:off x="4949015" y="6162675"/>
              <a:ext cx="70659" cy="179921"/>
            </p14:xfrm>
          </p:contentPart>
        </mc:Choice>
        <mc:Fallback>
          <p:pic>
            <p:nvPicPr>
              <p:cNvPr id="62" name="Ink 61">
                <a:extLst>
                  <a:ext uri="{FF2B5EF4-FFF2-40B4-BE49-F238E27FC236}">
                    <a16:creationId xmlns:a16="http://schemas.microsoft.com/office/drawing/2014/main" id="{2C2A35EE-CA2C-DBCC-BACA-A623DAB10247}"/>
                  </a:ext>
                </a:extLst>
              </p:cNvPr>
              <p:cNvPicPr/>
              <p:nvPr/>
            </p:nvPicPr>
            <p:blipFill>
              <a:blip r:embed="rId118"/>
              <a:stretch>
                <a:fillRect/>
              </a:stretch>
            </p:blipFill>
            <p:spPr>
              <a:xfrm>
                <a:off x="4931081" y="6144719"/>
                <a:ext cx="106168" cy="215474"/>
              </a:xfrm>
              <a:prstGeom prst="rect">
                <a:avLst/>
              </a:prstGeom>
            </p:spPr>
          </p:pic>
        </mc:Fallback>
      </mc:AlternateContent>
      <mc:AlternateContent xmlns:mc="http://schemas.openxmlformats.org/markup-compatibility/2006">
        <mc:Choice xmlns:p14="http://schemas.microsoft.com/office/powerpoint/2010/main" Requires="p14">
          <p:contentPart p14:bwMode="auto" r:id="rId119">
            <p14:nvContentPartPr>
              <p14:cNvPr id="63" name="Ink 62">
                <a:extLst>
                  <a:ext uri="{FF2B5EF4-FFF2-40B4-BE49-F238E27FC236}">
                    <a16:creationId xmlns:a16="http://schemas.microsoft.com/office/drawing/2014/main" id="{A739BD66-D253-8EDE-E6D5-F740ABEA4D7B}"/>
                  </a:ext>
                </a:extLst>
              </p14:cNvPr>
              <p14:cNvContentPartPr/>
              <p14:nvPr/>
            </p14:nvContentPartPr>
            <p14:xfrm>
              <a:off x="3920091" y="5867400"/>
              <a:ext cx="156920" cy="65340"/>
            </p14:xfrm>
          </p:contentPart>
        </mc:Choice>
        <mc:Fallback>
          <p:pic>
            <p:nvPicPr>
              <p:cNvPr id="63" name="Ink 62">
                <a:extLst>
                  <a:ext uri="{FF2B5EF4-FFF2-40B4-BE49-F238E27FC236}">
                    <a16:creationId xmlns:a16="http://schemas.microsoft.com/office/drawing/2014/main" id="{A739BD66-D253-8EDE-E6D5-F740ABEA4D7B}"/>
                  </a:ext>
                </a:extLst>
              </p:cNvPr>
              <p:cNvPicPr/>
              <p:nvPr/>
            </p:nvPicPr>
            <p:blipFill>
              <a:blip r:embed="rId120"/>
              <a:stretch>
                <a:fillRect/>
              </a:stretch>
            </p:blipFill>
            <p:spPr>
              <a:xfrm>
                <a:off x="3902137" y="5849449"/>
                <a:ext cx="192469" cy="100882"/>
              </a:xfrm>
              <a:prstGeom prst="rect">
                <a:avLst/>
              </a:prstGeom>
            </p:spPr>
          </p:pic>
        </mc:Fallback>
      </mc:AlternateContent>
      <mc:AlternateContent xmlns:mc="http://schemas.openxmlformats.org/markup-compatibility/2006">
        <mc:Choice xmlns:p14="http://schemas.microsoft.com/office/powerpoint/2010/main" Requires="p14">
          <p:contentPart p14:bwMode="auto" r:id="rId121">
            <p14:nvContentPartPr>
              <p14:cNvPr id="64" name="Ink 63">
                <a:extLst>
                  <a:ext uri="{FF2B5EF4-FFF2-40B4-BE49-F238E27FC236}">
                    <a16:creationId xmlns:a16="http://schemas.microsoft.com/office/drawing/2014/main" id="{D69D3555-E87E-3187-45FF-DE596ECEB9F5}"/>
                  </a:ext>
                </a:extLst>
              </p14:cNvPr>
              <p14:cNvContentPartPr/>
              <p14:nvPr/>
            </p14:nvContentPartPr>
            <p14:xfrm>
              <a:off x="7296596" y="3927852"/>
              <a:ext cx="1628329" cy="358833"/>
            </p14:xfrm>
          </p:contentPart>
        </mc:Choice>
        <mc:Fallback>
          <p:pic>
            <p:nvPicPr>
              <p:cNvPr id="64" name="Ink 63">
                <a:extLst>
                  <a:ext uri="{FF2B5EF4-FFF2-40B4-BE49-F238E27FC236}">
                    <a16:creationId xmlns:a16="http://schemas.microsoft.com/office/drawing/2014/main" id="{D69D3555-E87E-3187-45FF-DE596ECEB9F5}"/>
                  </a:ext>
                </a:extLst>
              </p:cNvPr>
              <p:cNvPicPr/>
              <p:nvPr/>
            </p:nvPicPr>
            <p:blipFill>
              <a:blip r:embed="rId122"/>
              <a:stretch>
                <a:fillRect/>
              </a:stretch>
            </p:blipFill>
            <p:spPr>
              <a:xfrm>
                <a:off x="7278599" y="3909856"/>
                <a:ext cx="1663962" cy="394464"/>
              </a:xfrm>
              <a:prstGeom prst="rect">
                <a:avLst/>
              </a:prstGeom>
            </p:spPr>
          </p:pic>
        </mc:Fallback>
      </mc:AlternateContent>
      <mc:AlternateContent xmlns:mc="http://schemas.openxmlformats.org/markup-compatibility/2006">
        <mc:Choice xmlns:p14="http://schemas.microsoft.com/office/powerpoint/2010/main" Requires="p14">
          <p:contentPart p14:bwMode="auto" r:id="rId123">
            <p14:nvContentPartPr>
              <p14:cNvPr id="65" name="Ink 64">
                <a:extLst>
                  <a:ext uri="{FF2B5EF4-FFF2-40B4-BE49-F238E27FC236}">
                    <a16:creationId xmlns:a16="http://schemas.microsoft.com/office/drawing/2014/main" id="{B1F1B0FA-D6F4-8A8F-CAF5-B4B9401A024C}"/>
                  </a:ext>
                </a:extLst>
              </p14:cNvPr>
              <p14:cNvContentPartPr/>
              <p14:nvPr/>
            </p14:nvContentPartPr>
            <p14:xfrm>
              <a:off x="7181958" y="3829050"/>
              <a:ext cx="104666" cy="221054"/>
            </p14:xfrm>
          </p:contentPart>
        </mc:Choice>
        <mc:Fallback>
          <p:pic>
            <p:nvPicPr>
              <p:cNvPr id="65" name="Ink 64">
                <a:extLst>
                  <a:ext uri="{FF2B5EF4-FFF2-40B4-BE49-F238E27FC236}">
                    <a16:creationId xmlns:a16="http://schemas.microsoft.com/office/drawing/2014/main" id="{B1F1B0FA-D6F4-8A8F-CAF5-B4B9401A024C}"/>
                  </a:ext>
                </a:extLst>
              </p:cNvPr>
              <p:cNvPicPr/>
              <p:nvPr/>
            </p:nvPicPr>
            <p:blipFill>
              <a:blip r:embed="rId124"/>
              <a:stretch>
                <a:fillRect/>
              </a:stretch>
            </p:blipFill>
            <p:spPr>
              <a:xfrm>
                <a:off x="7164036" y="3811078"/>
                <a:ext cx="140152" cy="256638"/>
              </a:xfrm>
              <a:prstGeom prst="rect">
                <a:avLst/>
              </a:prstGeom>
            </p:spPr>
          </p:pic>
        </mc:Fallback>
      </mc:AlternateContent>
      <mc:AlternateContent xmlns:mc="http://schemas.openxmlformats.org/markup-compatibility/2006">
        <mc:Choice xmlns:p14="http://schemas.microsoft.com/office/powerpoint/2010/main" Requires="p14">
          <p:contentPart p14:bwMode="auto" r:id="rId125">
            <p14:nvContentPartPr>
              <p14:cNvPr id="66" name="Ink 65">
                <a:extLst>
                  <a:ext uri="{FF2B5EF4-FFF2-40B4-BE49-F238E27FC236}">
                    <a16:creationId xmlns:a16="http://schemas.microsoft.com/office/drawing/2014/main" id="{1764E5BB-673F-F3D3-A65E-315D568B2ED2}"/>
                  </a:ext>
                </a:extLst>
              </p14:cNvPr>
              <p14:cNvContentPartPr/>
              <p14:nvPr/>
            </p14:nvContentPartPr>
            <p14:xfrm>
              <a:off x="9046986" y="4055496"/>
              <a:ext cx="68440" cy="340629"/>
            </p14:xfrm>
          </p:contentPart>
        </mc:Choice>
        <mc:Fallback>
          <p:pic>
            <p:nvPicPr>
              <p:cNvPr id="66" name="Ink 65">
                <a:extLst>
                  <a:ext uri="{FF2B5EF4-FFF2-40B4-BE49-F238E27FC236}">
                    <a16:creationId xmlns:a16="http://schemas.microsoft.com/office/drawing/2014/main" id="{1764E5BB-673F-F3D3-A65E-315D568B2ED2}"/>
                  </a:ext>
                </a:extLst>
              </p:cNvPr>
              <p:cNvPicPr/>
              <p:nvPr/>
            </p:nvPicPr>
            <p:blipFill>
              <a:blip r:embed="rId126"/>
              <a:stretch>
                <a:fillRect/>
              </a:stretch>
            </p:blipFill>
            <p:spPr>
              <a:xfrm>
                <a:off x="9029070" y="4037511"/>
                <a:ext cx="103914" cy="376239"/>
              </a:xfrm>
              <a:prstGeom prst="rect">
                <a:avLst/>
              </a:prstGeom>
            </p:spPr>
          </p:pic>
        </mc:Fallback>
      </mc:AlternateContent>
      <mc:AlternateContent xmlns:mc="http://schemas.openxmlformats.org/markup-compatibility/2006">
        <mc:Choice xmlns:p14="http://schemas.microsoft.com/office/powerpoint/2010/main" Requires="p14">
          <p:contentPart p14:bwMode="auto" r:id="rId127">
            <p14:nvContentPartPr>
              <p14:cNvPr id="67" name="Ink 66">
                <a:extLst>
                  <a:ext uri="{FF2B5EF4-FFF2-40B4-BE49-F238E27FC236}">
                    <a16:creationId xmlns:a16="http://schemas.microsoft.com/office/drawing/2014/main" id="{E54A7CD0-874D-0FBD-6EB5-C4C2358A7FED}"/>
                  </a:ext>
                </a:extLst>
              </p14:cNvPr>
              <p14:cNvContentPartPr/>
              <p14:nvPr/>
            </p14:nvContentPartPr>
            <p14:xfrm>
              <a:off x="9061293" y="3999514"/>
              <a:ext cx="141679" cy="427059"/>
            </p14:xfrm>
          </p:contentPart>
        </mc:Choice>
        <mc:Fallback>
          <p:pic>
            <p:nvPicPr>
              <p:cNvPr id="67" name="Ink 66">
                <a:extLst>
                  <a:ext uri="{FF2B5EF4-FFF2-40B4-BE49-F238E27FC236}">
                    <a16:creationId xmlns:a16="http://schemas.microsoft.com/office/drawing/2014/main" id="{E54A7CD0-874D-0FBD-6EB5-C4C2358A7FED}"/>
                  </a:ext>
                </a:extLst>
              </p:cNvPr>
              <p:cNvPicPr/>
              <p:nvPr/>
            </p:nvPicPr>
            <p:blipFill>
              <a:blip r:embed="rId128"/>
              <a:stretch>
                <a:fillRect/>
              </a:stretch>
            </p:blipFill>
            <p:spPr>
              <a:xfrm>
                <a:off x="9043359" y="3981525"/>
                <a:ext cx="177188" cy="462677"/>
              </a:xfrm>
              <a:prstGeom prst="rect">
                <a:avLst/>
              </a:prstGeom>
            </p:spPr>
          </p:pic>
        </mc:Fallback>
      </mc:AlternateContent>
      <mc:AlternateContent xmlns:mc="http://schemas.openxmlformats.org/markup-compatibility/2006">
        <mc:Choice xmlns:p14="http://schemas.microsoft.com/office/powerpoint/2010/main" Requires="p14">
          <p:contentPart p14:bwMode="auto" r:id="rId129">
            <p14:nvContentPartPr>
              <p14:cNvPr id="68" name="Ink 67">
                <a:extLst>
                  <a:ext uri="{FF2B5EF4-FFF2-40B4-BE49-F238E27FC236}">
                    <a16:creationId xmlns:a16="http://schemas.microsoft.com/office/drawing/2014/main" id="{DDDB3C2D-6A61-BB81-AF6B-0E57F9EB0D4A}"/>
                  </a:ext>
                </a:extLst>
              </p14:cNvPr>
              <p14:cNvContentPartPr/>
              <p14:nvPr/>
            </p14:nvContentPartPr>
            <p14:xfrm>
              <a:off x="9260093" y="4325746"/>
              <a:ext cx="133509" cy="202345"/>
            </p14:xfrm>
          </p:contentPart>
        </mc:Choice>
        <mc:Fallback>
          <p:pic>
            <p:nvPicPr>
              <p:cNvPr id="68" name="Ink 67">
                <a:extLst>
                  <a:ext uri="{FF2B5EF4-FFF2-40B4-BE49-F238E27FC236}">
                    <a16:creationId xmlns:a16="http://schemas.microsoft.com/office/drawing/2014/main" id="{DDDB3C2D-6A61-BB81-AF6B-0E57F9EB0D4A}"/>
                  </a:ext>
                </a:extLst>
              </p:cNvPr>
              <p:cNvPicPr/>
              <p:nvPr/>
            </p:nvPicPr>
            <p:blipFill>
              <a:blip r:embed="rId130"/>
              <a:stretch>
                <a:fillRect/>
              </a:stretch>
            </p:blipFill>
            <p:spPr>
              <a:xfrm>
                <a:off x="9242148" y="4307776"/>
                <a:ext cx="169040" cy="237926"/>
              </a:xfrm>
              <a:prstGeom prst="rect">
                <a:avLst/>
              </a:prstGeom>
            </p:spPr>
          </p:pic>
        </mc:Fallback>
      </mc:AlternateContent>
      <mc:AlternateContent xmlns:mc="http://schemas.openxmlformats.org/markup-compatibility/2006">
        <mc:Choice xmlns:p14="http://schemas.microsoft.com/office/powerpoint/2010/main" Requires="p14">
          <p:contentPart p14:bwMode="auto" r:id="rId131">
            <p14:nvContentPartPr>
              <p14:cNvPr id="69" name="Ink 68">
                <a:extLst>
                  <a:ext uri="{FF2B5EF4-FFF2-40B4-BE49-F238E27FC236}">
                    <a16:creationId xmlns:a16="http://schemas.microsoft.com/office/drawing/2014/main" id="{241E1D70-875C-E1D4-260C-1E52DA57F8B4}"/>
                  </a:ext>
                </a:extLst>
              </p14:cNvPr>
              <p14:cNvContentPartPr/>
              <p14:nvPr/>
            </p14:nvContentPartPr>
            <p14:xfrm>
              <a:off x="9476687" y="4086225"/>
              <a:ext cx="48312" cy="411172"/>
            </p14:xfrm>
          </p:contentPart>
        </mc:Choice>
        <mc:Fallback>
          <p:pic>
            <p:nvPicPr>
              <p:cNvPr id="69" name="Ink 68">
                <a:extLst>
                  <a:ext uri="{FF2B5EF4-FFF2-40B4-BE49-F238E27FC236}">
                    <a16:creationId xmlns:a16="http://schemas.microsoft.com/office/drawing/2014/main" id="{241E1D70-875C-E1D4-260C-1E52DA57F8B4}"/>
                  </a:ext>
                </a:extLst>
              </p:cNvPr>
              <p:cNvPicPr/>
              <p:nvPr/>
            </p:nvPicPr>
            <p:blipFill>
              <a:blip r:embed="rId132"/>
              <a:stretch>
                <a:fillRect/>
              </a:stretch>
            </p:blipFill>
            <p:spPr>
              <a:xfrm>
                <a:off x="9458794" y="4068238"/>
                <a:ext cx="83741" cy="446785"/>
              </a:xfrm>
              <a:prstGeom prst="rect">
                <a:avLst/>
              </a:prstGeom>
            </p:spPr>
          </p:pic>
        </mc:Fallback>
      </mc:AlternateContent>
      <mc:AlternateContent xmlns:mc="http://schemas.openxmlformats.org/markup-compatibility/2006">
        <mc:Choice xmlns:p14="http://schemas.microsoft.com/office/powerpoint/2010/main" Requires="p14">
          <p:contentPart p14:bwMode="auto" r:id="rId133">
            <p14:nvContentPartPr>
              <p14:cNvPr id="70" name="Ink 69">
                <a:extLst>
                  <a:ext uri="{FF2B5EF4-FFF2-40B4-BE49-F238E27FC236}">
                    <a16:creationId xmlns:a16="http://schemas.microsoft.com/office/drawing/2014/main" id="{687A1617-D902-AC65-15C7-73A44BE6E357}"/>
                  </a:ext>
                </a:extLst>
              </p14:cNvPr>
              <p14:cNvContentPartPr/>
              <p14:nvPr/>
            </p14:nvContentPartPr>
            <p14:xfrm>
              <a:off x="9420225" y="4249004"/>
              <a:ext cx="123297" cy="65820"/>
            </p14:xfrm>
          </p:contentPart>
        </mc:Choice>
        <mc:Fallback>
          <p:pic>
            <p:nvPicPr>
              <p:cNvPr id="70" name="Ink 69">
                <a:extLst>
                  <a:ext uri="{FF2B5EF4-FFF2-40B4-BE49-F238E27FC236}">
                    <a16:creationId xmlns:a16="http://schemas.microsoft.com/office/drawing/2014/main" id="{687A1617-D902-AC65-15C7-73A44BE6E357}"/>
                  </a:ext>
                </a:extLst>
              </p:cNvPr>
              <p:cNvPicPr/>
              <p:nvPr/>
            </p:nvPicPr>
            <p:blipFill>
              <a:blip r:embed="rId134"/>
              <a:stretch>
                <a:fillRect/>
              </a:stretch>
            </p:blipFill>
            <p:spPr>
              <a:xfrm>
                <a:off x="9402252" y="4231118"/>
                <a:ext cx="158884" cy="101234"/>
              </a:xfrm>
              <a:prstGeom prst="rect">
                <a:avLst/>
              </a:prstGeom>
            </p:spPr>
          </p:pic>
        </mc:Fallback>
      </mc:AlternateContent>
      <mc:AlternateContent xmlns:mc="http://schemas.openxmlformats.org/markup-compatibility/2006">
        <mc:Choice xmlns:p14="http://schemas.microsoft.com/office/powerpoint/2010/main" Requires="p14">
          <p:contentPart p14:bwMode="auto" r:id="rId135">
            <p14:nvContentPartPr>
              <p14:cNvPr id="71" name="Ink 70">
                <a:extLst>
                  <a:ext uri="{FF2B5EF4-FFF2-40B4-BE49-F238E27FC236}">
                    <a16:creationId xmlns:a16="http://schemas.microsoft.com/office/drawing/2014/main" id="{C07312DE-1DDB-AE0D-EBD5-396A1B58006A}"/>
                  </a:ext>
                </a:extLst>
              </p14:cNvPr>
              <p14:cNvContentPartPr/>
              <p14:nvPr/>
            </p14:nvContentPartPr>
            <p14:xfrm>
              <a:off x="9600619" y="4048124"/>
              <a:ext cx="105355" cy="401737"/>
            </p14:xfrm>
          </p:contentPart>
        </mc:Choice>
        <mc:Fallback>
          <p:pic>
            <p:nvPicPr>
              <p:cNvPr id="71" name="Ink 70">
                <a:extLst>
                  <a:ext uri="{FF2B5EF4-FFF2-40B4-BE49-F238E27FC236}">
                    <a16:creationId xmlns:a16="http://schemas.microsoft.com/office/drawing/2014/main" id="{C07312DE-1DDB-AE0D-EBD5-396A1B58006A}"/>
                  </a:ext>
                </a:extLst>
              </p:cNvPr>
              <p:cNvPicPr/>
              <p:nvPr/>
            </p:nvPicPr>
            <p:blipFill>
              <a:blip r:embed="rId136"/>
              <a:stretch>
                <a:fillRect/>
              </a:stretch>
            </p:blipFill>
            <p:spPr>
              <a:xfrm>
                <a:off x="9582640" y="4030141"/>
                <a:ext cx="140953" cy="437343"/>
              </a:xfrm>
              <a:prstGeom prst="rect">
                <a:avLst/>
              </a:prstGeom>
            </p:spPr>
          </p:pic>
        </mc:Fallback>
      </mc:AlternateContent>
      <mc:AlternateContent xmlns:mc="http://schemas.openxmlformats.org/markup-compatibility/2006">
        <mc:Choice xmlns:p14="http://schemas.microsoft.com/office/powerpoint/2010/main" Requires="p14">
          <p:contentPart p14:bwMode="auto" r:id="rId137">
            <p14:nvContentPartPr>
              <p14:cNvPr id="72" name="Ink 71">
                <a:extLst>
                  <a:ext uri="{FF2B5EF4-FFF2-40B4-BE49-F238E27FC236}">
                    <a16:creationId xmlns:a16="http://schemas.microsoft.com/office/drawing/2014/main" id="{DF753E05-B021-E328-6997-217A79B6B8B1}"/>
                  </a:ext>
                </a:extLst>
              </p14:cNvPr>
              <p14:cNvContentPartPr/>
              <p14:nvPr/>
            </p14:nvContentPartPr>
            <p14:xfrm>
              <a:off x="9572624" y="4287852"/>
              <a:ext cx="113369" cy="36497"/>
            </p14:xfrm>
          </p:contentPart>
        </mc:Choice>
        <mc:Fallback>
          <p:pic>
            <p:nvPicPr>
              <p:cNvPr id="72" name="Ink 71">
                <a:extLst>
                  <a:ext uri="{FF2B5EF4-FFF2-40B4-BE49-F238E27FC236}">
                    <a16:creationId xmlns:a16="http://schemas.microsoft.com/office/drawing/2014/main" id="{DF753E05-B021-E328-6997-217A79B6B8B1}"/>
                  </a:ext>
                </a:extLst>
              </p:cNvPr>
              <p:cNvPicPr/>
              <p:nvPr/>
            </p:nvPicPr>
            <p:blipFill>
              <a:blip r:embed="rId138"/>
              <a:stretch>
                <a:fillRect/>
              </a:stretch>
            </p:blipFill>
            <p:spPr>
              <a:xfrm>
                <a:off x="9554686" y="4269961"/>
                <a:ext cx="148887" cy="71921"/>
              </a:xfrm>
              <a:prstGeom prst="rect">
                <a:avLst/>
              </a:prstGeom>
            </p:spPr>
          </p:pic>
        </mc:Fallback>
      </mc:AlternateContent>
      <mc:AlternateContent xmlns:mc="http://schemas.openxmlformats.org/markup-compatibility/2006">
        <mc:Choice xmlns:p14="http://schemas.microsoft.com/office/powerpoint/2010/main" Requires="p14">
          <p:contentPart p14:bwMode="auto" r:id="rId139">
            <p14:nvContentPartPr>
              <p14:cNvPr id="73" name="Ink 72">
                <a:extLst>
                  <a:ext uri="{FF2B5EF4-FFF2-40B4-BE49-F238E27FC236}">
                    <a16:creationId xmlns:a16="http://schemas.microsoft.com/office/drawing/2014/main" id="{C41D0A48-8B1E-646D-F7BF-555C4A760A50}"/>
                  </a:ext>
                </a:extLst>
              </p14:cNvPr>
              <p14:cNvContentPartPr/>
              <p14:nvPr/>
            </p14:nvContentPartPr>
            <p14:xfrm>
              <a:off x="9705974" y="4311107"/>
              <a:ext cx="138137" cy="110690"/>
            </p14:xfrm>
          </p:contentPart>
        </mc:Choice>
        <mc:Fallback>
          <p:pic>
            <p:nvPicPr>
              <p:cNvPr id="73" name="Ink 72">
                <a:extLst>
                  <a:ext uri="{FF2B5EF4-FFF2-40B4-BE49-F238E27FC236}">
                    <a16:creationId xmlns:a16="http://schemas.microsoft.com/office/drawing/2014/main" id="{C41D0A48-8B1E-646D-F7BF-555C4A760A50}"/>
                  </a:ext>
                </a:extLst>
              </p:cNvPr>
              <p:cNvPicPr/>
              <p:nvPr/>
            </p:nvPicPr>
            <p:blipFill>
              <a:blip r:embed="rId140"/>
              <a:stretch>
                <a:fillRect/>
              </a:stretch>
            </p:blipFill>
            <p:spPr>
              <a:xfrm>
                <a:off x="9687987" y="4293196"/>
                <a:ext cx="173750" cy="146154"/>
              </a:xfrm>
              <a:prstGeom prst="rect">
                <a:avLst/>
              </a:prstGeom>
            </p:spPr>
          </p:pic>
        </mc:Fallback>
      </mc:AlternateContent>
      <mc:AlternateContent xmlns:mc="http://schemas.openxmlformats.org/markup-compatibility/2006">
        <mc:Choice xmlns:p14="http://schemas.microsoft.com/office/powerpoint/2010/main" Requires="p14">
          <p:contentPart p14:bwMode="auto" r:id="rId141">
            <p14:nvContentPartPr>
              <p14:cNvPr id="74" name="Ink 73">
                <a:extLst>
                  <a:ext uri="{FF2B5EF4-FFF2-40B4-BE49-F238E27FC236}">
                    <a16:creationId xmlns:a16="http://schemas.microsoft.com/office/drawing/2014/main" id="{904280D4-B211-A10D-3185-47B1116CB094}"/>
                  </a:ext>
                </a:extLst>
              </p14:cNvPr>
              <p14:cNvContentPartPr/>
              <p14:nvPr/>
            </p14:nvContentPartPr>
            <p14:xfrm>
              <a:off x="9905646" y="4278464"/>
              <a:ext cx="84969" cy="110963"/>
            </p14:xfrm>
          </p:contentPart>
        </mc:Choice>
        <mc:Fallback>
          <p:pic>
            <p:nvPicPr>
              <p:cNvPr id="74" name="Ink 73">
                <a:extLst>
                  <a:ext uri="{FF2B5EF4-FFF2-40B4-BE49-F238E27FC236}">
                    <a16:creationId xmlns:a16="http://schemas.microsoft.com/office/drawing/2014/main" id="{904280D4-B211-A10D-3185-47B1116CB094}"/>
                  </a:ext>
                </a:extLst>
              </p:cNvPr>
              <p:cNvPicPr/>
              <p:nvPr/>
            </p:nvPicPr>
            <p:blipFill>
              <a:blip r:embed="rId142"/>
              <a:stretch>
                <a:fillRect/>
              </a:stretch>
            </p:blipFill>
            <p:spPr>
              <a:xfrm>
                <a:off x="9887720" y="4260509"/>
                <a:ext cx="120462" cy="146514"/>
              </a:xfrm>
              <a:prstGeom prst="rect">
                <a:avLst/>
              </a:prstGeom>
            </p:spPr>
          </p:pic>
        </mc:Fallback>
      </mc:AlternateContent>
      <mc:AlternateContent xmlns:mc="http://schemas.openxmlformats.org/markup-compatibility/2006">
        <mc:Choice xmlns:p14="http://schemas.microsoft.com/office/powerpoint/2010/main" Requires="p14">
          <p:contentPart p14:bwMode="auto" r:id="rId143">
            <p14:nvContentPartPr>
              <p14:cNvPr id="75" name="Ink 74">
                <a:extLst>
                  <a:ext uri="{FF2B5EF4-FFF2-40B4-BE49-F238E27FC236}">
                    <a16:creationId xmlns:a16="http://schemas.microsoft.com/office/drawing/2014/main" id="{981E563F-F221-8C9E-E753-CB68EFE473D2}"/>
                  </a:ext>
                </a:extLst>
              </p14:cNvPr>
              <p14:cNvContentPartPr/>
              <p14:nvPr/>
            </p14:nvContentPartPr>
            <p14:xfrm>
              <a:off x="9879210" y="4284389"/>
              <a:ext cx="292429" cy="411270"/>
            </p14:xfrm>
          </p:contentPart>
        </mc:Choice>
        <mc:Fallback>
          <p:pic>
            <p:nvPicPr>
              <p:cNvPr id="75" name="Ink 74">
                <a:extLst>
                  <a:ext uri="{FF2B5EF4-FFF2-40B4-BE49-F238E27FC236}">
                    <a16:creationId xmlns:a16="http://schemas.microsoft.com/office/drawing/2014/main" id="{981E563F-F221-8C9E-E753-CB68EFE473D2}"/>
                  </a:ext>
                </a:extLst>
              </p:cNvPr>
              <p:cNvPicPr/>
              <p:nvPr/>
            </p:nvPicPr>
            <p:blipFill>
              <a:blip r:embed="rId144"/>
              <a:stretch>
                <a:fillRect/>
              </a:stretch>
            </p:blipFill>
            <p:spPr>
              <a:xfrm>
                <a:off x="9861225" y="4266398"/>
                <a:ext cx="328038" cy="446892"/>
              </a:xfrm>
              <a:prstGeom prst="rect">
                <a:avLst/>
              </a:prstGeom>
            </p:spPr>
          </p:pic>
        </mc:Fallback>
      </mc:AlternateContent>
      <mc:AlternateContent xmlns:mc="http://schemas.openxmlformats.org/markup-compatibility/2006">
        <mc:Choice xmlns:p14="http://schemas.microsoft.com/office/powerpoint/2010/main" Requires="p14">
          <p:contentPart p14:bwMode="auto" r:id="rId145">
            <p14:nvContentPartPr>
              <p14:cNvPr id="76" name="Ink 75">
                <a:extLst>
                  <a:ext uri="{FF2B5EF4-FFF2-40B4-BE49-F238E27FC236}">
                    <a16:creationId xmlns:a16="http://schemas.microsoft.com/office/drawing/2014/main" id="{3202A022-B360-D6E9-2F32-430BFAC64F10}"/>
                  </a:ext>
                </a:extLst>
              </p14:cNvPr>
              <p14:cNvContentPartPr/>
              <p14:nvPr/>
            </p14:nvContentPartPr>
            <p14:xfrm>
              <a:off x="10546365" y="4307033"/>
              <a:ext cx="64484" cy="17316"/>
            </p14:xfrm>
          </p:contentPart>
        </mc:Choice>
        <mc:Fallback>
          <p:pic>
            <p:nvPicPr>
              <p:cNvPr id="76" name="Ink 75">
                <a:extLst>
                  <a:ext uri="{FF2B5EF4-FFF2-40B4-BE49-F238E27FC236}">
                    <a16:creationId xmlns:a16="http://schemas.microsoft.com/office/drawing/2014/main" id="{3202A022-B360-D6E9-2F32-430BFAC64F10}"/>
                  </a:ext>
                </a:extLst>
              </p:cNvPr>
              <p:cNvPicPr/>
              <p:nvPr/>
            </p:nvPicPr>
            <p:blipFill>
              <a:blip r:embed="rId146"/>
              <a:stretch>
                <a:fillRect/>
              </a:stretch>
            </p:blipFill>
            <p:spPr>
              <a:xfrm>
                <a:off x="10528453" y="4289364"/>
                <a:ext cx="99950" cy="52301"/>
              </a:xfrm>
              <a:prstGeom prst="rect">
                <a:avLst/>
              </a:prstGeom>
            </p:spPr>
          </p:pic>
        </mc:Fallback>
      </mc:AlternateContent>
      <mc:AlternateContent xmlns:mc="http://schemas.openxmlformats.org/markup-compatibility/2006">
        <mc:Choice xmlns:p14="http://schemas.microsoft.com/office/powerpoint/2010/main" Requires="p14">
          <p:contentPart p14:bwMode="auto" r:id="rId147">
            <p14:nvContentPartPr>
              <p14:cNvPr id="77" name="Ink 76">
                <a:extLst>
                  <a:ext uri="{FF2B5EF4-FFF2-40B4-BE49-F238E27FC236}">
                    <a16:creationId xmlns:a16="http://schemas.microsoft.com/office/drawing/2014/main" id="{E4B1A74E-88D4-1D2E-E550-7EBE76395B9B}"/>
                  </a:ext>
                </a:extLst>
              </p14:cNvPr>
              <p14:cNvContentPartPr/>
              <p14:nvPr/>
            </p14:nvContentPartPr>
            <p14:xfrm>
              <a:off x="10362351" y="4095750"/>
              <a:ext cx="67523" cy="367014"/>
            </p14:xfrm>
          </p:contentPart>
        </mc:Choice>
        <mc:Fallback>
          <p:pic>
            <p:nvPicPr>
              <p:cNvPr id="77" name="Ink 76">
                <a:extLst>
                  <a:ext uri="{FF2B5EF4-FFF2-40B4-BE49-F238E27FC236}">
                    <a16:creationId xmlns:a16="http://schemas.microsoft.com/office/drawing/2014/main" id="{E4B1A74E-88D4-1D2E-E550-7EBE76395B9B}"/>
                  </a:ext>
                </a:extLst>
              </p:cNvPr>
              <p:cNvPicPr/>
              <p:nvPr/>
            </p:nvPicPr>
            <p:blipFill>
              <a:blip r:embed="rId148"/>
              <a:stretch>
                <a:fillRect/>
              </a:stretch>
            </p:blipFill>
            <p:spPr>
              <a:xfrm>
                <a:off x="10344488" y="4077759"/>
                <a:ext cx="102892" cy="402636"/>
              </a:xfrm>
              <a:prstGeom prst="rect">
                <a:avLst/>
              </a:prstGeom>
            </p:spPr>
          </p:pic>
        </mc:Fallback>
      </mc:AlternateContent>
      <mc:AlternateContent xmlns:mc="http://schemas.openxmlformats.org/markup-compatibility/2006">
        <mc:Choice xmlns:p14="http://schemas.microsoft.com/office/powerpoint/2010/main" Requires="p14">
          <p:contentPart p14:bwMode="auto" r:id="rId149">
            <p14:nvContentPartPr>
              <p14:cNvPr id="78" name="Ink 77">
                <a:extLst>
                  <a:ext uri="{FF2B5EF4-FFF2-40B4-BE49-F238E27FC236}">
                    <a16:creationId xmlns:a16="http://schemas.microsoft.com/office/drawing/2014/main" id="{EDEB49CC-25CF-1FFE-0E04-3D6463AF235A}"/>
                  </a:ext>
                </a:extLst>
              </p14:cNvPr>
              <p14:cNvContentPartPr/>
              <p14:nvPr/>
            </p14:nvContentPartPr>
            <p14:xfrm>
              <a:off x="10409390" y="4076699"/>
              <a:ext cx="100394" cy="195721"/>
            </p14:xfrm>
          </p:contentPart>
        </mc:Choice>
        <mc:Fallback>
          <p:pic>
            <p:nvPicPr>
              <p:cNvPr id="78" name="Ink 77">
                <a:extLst>
                  <a:ext uri="{FF2B5EF4-FFF2-40B4-BE49-F238E27FC236}">
                    <a16:creationId xmlns:a16="http://schemas.microsoft.com/office/drawing/2014/main" id="{EDEB49CC-25CF-1FFE-0E04-3D6463AF235A}"/>
                  </a:ext>
                </a:extLst>
              </p:cNvPr>
              <p:cNvPicPr/>
              <p:nvPr/>
            </p:nvPicPr>
            <p:blipFill>
              <a:blip r:embed="rId150"/>
              <a:stretch>
                <a:fillRect/>
              </a:stretch>
            </p:blipFill>
            <p:spPr>
              <a:xfrm>
                <a:off x="10391462" y="4058743"/>
                <a:ext cx="135890" cy="231274"/>
              </a:xfrm>
              <a:prstGeom prst="rect">
                <a:avLst/>
              </a:prstGeom>
            </p:spPr>
          </p:pic>
        </mc:Fallback>
      </mc:AlternateContent>
      <mc:AlternateContent xmlns:mc="http://schemas.openxmlformats.org/markup-compatibility/2006">
        <mc:Choice xmlns:p14="http://schemas.microsoft.com/office/powerpoint/2010/main" Requires="p14">
          <p:contentPart p14:bwMode="auto" r:id="rId151">
            <p14:nvContentPartPr>
              <p14:cNvPr id="79" name="Ink 78">
                <a:extLst>
                  <a:ext uri="{FF2B5EF4-FFF2-40B4-BE49-F238E27FC236}">
                    <a16:creationId xmlns:a16="http://schemas.microsoft.com/office/drawing/2014/main" id="{11E0B832-678C-D692-28EB-DCE081FDD73C}"/>
                  </a:ext>
                </a:extLst>
              </p14:cNvPr>
              <p14:cNvContentPartPr/>
              <p14:nvPr/>
            </p14:nvContentPartPr>
            <p14:xfrm>
              <a:off x="10431550" y="4342292"/>
              <a:ext cx="133476" cy="129651"/>
            </p14:xfrm>
          </p:contentPart>
        </mc:Choice>
        <mc:Fallback>
          <p:pic>
            <p:nvPicPr>
              <p:cNvPr id="79" name="Ink 78">
                <a:extLst>
                  <a:ext uri="{FF2B5EF4-FFF2-40B4-BE49-F238E27FC236}">
                    <a16:creationId xmlns:a16="http://schemas.microsoft.com/office/drawing/2014/main" id="{11E0B832-678C-D692-28EB-DCE081FDD73C}"/>
                  </a:ext>
                </a:extLst>
              </p:cNvPr>
              <p:cNvPicPr/>
              <p:nvPr/>
            </p:nvPicPr>
            <p:blipFill>
              <a:blip r:embed="rId152"/>
              <a:stretch>
                <a:fillRect/>
              </a:stretch>
            </p:blipFill>
            <p:spPr>
              <a:xfrm>
                <a:off x="10413610" y="4324335"/>
                <a:ext cx="168998" cy="165206"/>
              </a:xfrm>
              <a:prstGeom prst="rect">
                <a:avLst/>
              </a:prstGeom>
            </p:spPr>
          </p:pic>
        </mc:Fallback>
      </mc:AlternateContent>
      <mc:AlternateContent xmlns:mc="http://schemas.openxmlformats.org/markup-compatibility/2006">
        <mc:Choice xmlns:p14="http://schemas.microsoft.com/office/powerpoint/2010/main" Requires="p14">
          <p:contentPart p14:bwMode="auto" r:id="rId153">
            <p14:nvContentPartPr>
              <p14:cNvPr id="80" name="Ink 79">
                <a:extLst>
                  <a:ext uri="{FF2B5EF4-FFF2-40B4-BE49-F238E27FC236}">
                    <a16:creationId xmlns:a16="http://schemas.microsoft.com/office/drawing/2014/main" id="{9A79D728-794E-8745-1976-E1916D231979}"/>
                  </a:ext>
                </a:extLst>
              </p14:cNvPr>
              <p14:cNvContentPartPr/>
              <p14:nvPr/>
            </p14:nvContentPartPr>
            <p14:xfrm>
              <a:off x="10655362" y="4324350"/>
              <a:ext cx="116847" cy="161218"/>
            </p14:xfrm>
          </p:contentPart>
        </mc:Choice>
        <mc:Fallback>
          <p:pic>
            <p:nvPicPr>
              <p:cNvPr id="80" name="Ink 79">
                <a:extLst>
                  <a:ext uri="{FF2B5EF4-FFF2-40B4-BE49-F238E27FC236}">
                    <a16:creationId xmlns:a16="http://schemas.microsoft.com/office/drawing/2014/main" id="{9A79D728-794E-8745-1976-E1916D231979}"/>
                  </a:ext>
                </a:extLst>
              </p:cNvPr>
              <p:cNvPicPr/>
              <p:nvPr/>
            </p:nvPicPr>
            <p:blipFill>
              <a:blip r:embed="rId154"/>
              <a:stretch>
                <a:fillRect/>
              </a:stretch>
            </p:blipFill>
            <p:spPr>
              <a:xfrm>
                <a:off x="10637386" y="4306357"/>
                <a:ext cx="152440" cy="196844"/>
              </a:xfrm>
              <a:prstGeom prst="rect">
                <a:avLst/>
              </a:prstGeom>
            </p:spPr>
          </p:pic>
        </mc:Fallback>
      </mc:AlternateContent>
      <mc:AlternateContent xmlns:mc="http://schemas.openxmlformats.org/markup-compatibility/2006">
        <mc:Choice xmlns:p14="http://schemas.microsoft.com/office/powerpoint/2010/main" Requires="p14">
          <p:contentPart p14:bwMode="auto" r:id="rId155">
            <p14:nvContentPartPr>
              <p14:cNvPr id="81" name="Ink 80">
                <a:extLst>
                  <a:ext uri="{FF2B5EF4-FFF2-40B4-BE49-F238E27FC236}">
                    <a16:creationId xmlns:a16="http://schemas.microsoft.com/office/drawing/2014/main" id="{6DED57F6-CED6-2812-217C-E2817E6B654E}"/>
                  </a:ext>
                </a:extLst>
              </p14:cNvPr>
              <p14:cNvContentPartPr/>
              <p14:nvPr/>
            </p14:nvContentPartPr>
            <p14:xfrm>
              <a:off x="10828625" y="4219574"/>
              <a:ext cx="185611" cy="304467"/>
            </p14:xfrm>
          </p:contentPart>
        </mc:Choice>
        <mc:Fallback>
          <p:pic>
            <p:nvPicPr>
              <p:cNvPr id="81" name="Ink 80">
                <a:extLst>
                  <a:ext uri="{FF2B5EF4-FFF2-40B4-BE49-F238E27FC236}">
                    <a16:creationId xmlns:a16="http://schemas.microsoft.com/office/drawing/2014/main" id="{6DED57F6-CED6-2812-217C-E2817E6B654E}"/>
                  </a:ext>
                </a:extLst>
              </p:cNvPr>
              <p:cNvPicPr/>
              <p:nvPr/>
            </p:nvPicPr>
            <p:blipFill>
              <a:blip r:embed="rId156"/>
              <a:stretch>
                <a:fillRect/>
              </a:stretch>
            </p:blipFill>
            <p:spPr>
              <a:xfrm>
                <a:off x="10810639" y="4201601"/>
                <a:ext cx="221222" cy="340054"/>
              </a:xfrm>
              <a:prstGeom prst="rect">
                <a:avLst/>
              </a:prstGeom>
            </p:spPr>
          </p:pic>
        </mc:Fallback>
      </mc:AlternateContent>
      <mc:AlternateContent xmlns:mc="http://schemas.openxmlformats.org/markup-compatibility/2006">
        <mc:Choice xmlns:p14="http://schemas.microsoft.com/office/powerpoint/2010/main" Requires="p14">
          <p:contentPart p14:bwMode="auto" r:id="rId157">
            <p14:nvContentPartPr>
              <p14:cNvPr id="82" name="Ink 81">
                <a:extLst>
                  <a:ext uri="{FF2B5EF4-FFF2-40B4-BE49-F238E27FC236}">
                    <a16:creationId xmlns:a16="http://schemas.microsoft.com/office/drawing/2014/main" id="{008B6CAF-A71A-1777-1D99-F0E995BF3818}"/>
                  </a:ext>
                </a:extLst>
              </p14:cNvPr>
              <p14:cNvContentPartPr/>
              <p14:nvPr/>
            </p14:nvContentPartPr>
            <p14:xfrm>
              <a:off x="6357870" y="4656844"/>
              <a:ext cx="1766088" cy="582416"/>
            </p14:xfrm>
          </p:contentPart>
        </mc:Choice>
        <mc:Fallback>
          <p:pic>
            <p:nvPicPr>
              <p:cNvPr id="82" name="Ink 81">
                <a:extLst>
                  <a:ext uri="{FF2B5EF4-FFF2-40B4-BE49-F238E27FC236}">
                    <a16:creationId xmlns:a16="http://schemas.microsoft.com/office/drawing/2014/main" id="{008B6CAF-A71A-1777-1D99-F0E995BF3818}"/>
                  </a:ext>
                </a:extLst>
              </p:cNvPr>
              <p:cNvPicPr/>
              <p:nvPr/>
            </p:nvPicPr>
            <p:blipFill>
              <a:blip r:embed="rId158"/>
              <a:stretch>
                <a:fillRect/>
              </a:stretch>
            </p:blipFill>
            <p:spPr>
              <a:xfrm>
                <a:off x="6339871" y="4638846"/>
                <a:ext cx="1801727" cy="618052"/>
              </a:xfrm>
              <a:prstGeom prst="rect">
                <a:avLst/>
              </a:prstGeom>
            </p:spPr>
          </p:pic>
        </mc:Fallback>
      </mc:AlternateContent>
      <mc:AlternateContent xmlns:mc="http://schemas.openxmlformats.org/markup-compatibility/2006">
        <mc:Choice xmlns:p14="http://schemas.microsoft.com/office/powerpoint/2010/main" Requires="p14">
          <p:contentPart p14:bwMode="auto" r:id="rId159">
            <p14:nvContentPartPr>
              <p14:cNvPr id="83" name="Ink 82">
                <a:extLst>
                  <a:ext uri="{FF2B5EF4-FFF2-40B4-BE49-F238E27FC236}">
                    <a16:creationId xmlns:a16="http://schemas.microsoft.com/office/drawing/2014/main" id="{511AFB53-0D9B-6BFF-82B4-0CEB6F60F8BC}"/>
                  </a:ext>
                </a:extLst>
              </p14:cNvPr>
              <p14:cNvContentPartPr/>
              <p14:nvPr/>
            </p14:nvContentPartPr>
            <p14:xfrm>
              <a:off x="6237520" y="4610100"/>
              <a:ext cx="163835" cy="231188"/>
            </p14:xfrm>
          </p:contentPart>
        </mc:Choice>
        <mc:Fallback>
          <p:pic>
            <p:nvPicPr>
              <p:cNvPr id="83" name="Ink 82">
                <a:extLst>
                  <a:ext uri="{FF2B5EF4-FFF2-40B4-BE49-F238E27FC236}">
                    <a16:creationId xmlns:a16="http://schemas.microsoft.com/office/drawing/2014/main" id="{511AFB53-0D9B-6BFF-82B4-0CEB6F60F8BC}"/>
                  </a:ext>
                </a:extLst>
              </p:cNvPr>
              <p:cNvPicPr/>
              <p:nvPr/>
            </p:nvPicPr>
            <p:blipFill>
              <a:blip r:embed="rId160"/>
              <a:stretch>
                <a:fillRect/>
              </a:stretch>
            </p:blipFill>
            <p:spPr>
              <a:xfrm>
                <a:off x="6219556" y="4592123"/>
                <a:ext cx="199404" cy="266783"/>
              </a:xfrm>
              <a:prstGeom prst="rect">
                <a:avLst/>
              </a:prstGeom>
            </p:spPr>
          </p:pic>
        </mc:Fallback>
      </mc:AlternateContent>
      <mc:AlternateContent xmlns:mc="http://schemas.openxmlformats.org/markup-compatibility/2006">
        <mc:Choice xmlns:p14="http://schemas.microsoft.com/office/powerpoint/2010/main" Requires="p14">
          <p:contentPart p14:bwMode="auto" r:id="rId161">
            <p14:nvContentPartPr>
              <p14:cNvPr id="84" name="Ink 83">
                <a:extLst>
                  <a:ext uri="{FF2B5EF4-FFF2-40B4-BE49-F238E27FC236}">
                    <a16:creationId xmlns:a16="http://schemas.microsoft.com/office/drawing/2014/main" id="{B60F3CC5-AE90-7237-4925-0F1490EC1BCB}"/>
                  </a:ext>
                </a:extLst>
              </p14:cNvPr>
              <p14:cNvContentPartPr/>
              <p14:nvPr/>
            </p14:nvContentPartPr>
            <p14:xfrm>
              <a:off x="8214597" y="5165566"/>
              <a:ext cx="341158" cy="332126"/>
            </p14:xfrm>
          </p:contentPart>
        </mc:Choice>
        <mc:Fallback>
          <p:pic>
            <p:nvPicPr>
              <p:cNvPr id="84" name="Ink 83">
                <a:extLst>
                  <a:ext uri="{FF2B5EF4-FFF2-40B4-BE49-F238E27FC236}">
                    <a16:creationId xmlns:a16="http://schemas.microsoft.com/office/drawing/2014/main" id="{B60F3CC5-AE90-7237-4925-0F1490EC1BCB}"/>
                  </a:ext>
                </a:extLst>
              </p:cNvPr>
              <p:cNvPicPr/>
              <p:nvPr/>
            </p:nvPicPr>
            <p:blipFill>
              <a:blip r:embed="rId162"/>
              <a:stretch>
                <a:fillRect/>
              </a:stretch>
            </p:blipFill>
            <p:spPr>
              <a:xfrm>
                <a:off x="8196603" y="5147594"/>
                <a:ext cx="376785" cy="367711"/>
              </a:xfrm>
              <a:prstGeom prst="rect">
                <a:avLst/>
              </a:prstGeom>
            </p:spPr>
          </p:pic>
        </mc:Fallback>
      </mc:AlternateContent>
      <mc:AlternateContent xmlns:mc="http://schemas.openxmlformats.org/markup-compatibility/2006">
        <mc:Choice xmlns:p14="http://schemas.microsoft.com/office/powerpoint/2010/main" Requires="p14">
          <p:contentPart p14:bwMode="auto" r:id="rId163">
            <p14:nvContentPartPr>
              <p14:cNvPr id="85" name="Ink 84">
                <a:extLst>
                  <a:ext uri="{FF2B5EF4-FFF2-40B4-BE49-F238E27FC236}">
                    <a16:creationId xmlns:a16="http://schemas.microsoft.com/office/drawing/2014/main" id="{4FA620A0-0025-A676-E0D8-E46C5F143BEE}"/>
                  </a:ext>
                </a:extLst>
              </p14:cNvPr>
              <p14:cNvContentPartPr/>
              <p14:nvPr/>
            </p14:nvContentPartPr>
            <p14:xfrm>
              <a:off x="8710758" y="5343525"/>
              <a:ext cx="14009" cy="172326"/>
            </p14:xfrm>
          </p:contentPart>
        </mc:Choice>
        <mc:Fallback>
          <p:pic>
            <p:nvPicPr>
              <p:cNvPr id="85" name="Ink 84">
                <a:extLst>
                  <a:ext uri="{FF2B5EF4-FFF2-40B4-BE49-F238E27FC236}">
                    <a16:creationId xmlns:a16="http://schemas.microsoft.com/office/drawing/2014/main" id="{4FA620A0-0025-A676-E0D8-E46C5F143BEE}"/>
                  </a:ext>
                </a:extLst>
              </p:cNvPr>
              <p:cNvPicPr/>
              <p:nvPr/>
            </p:nvPicPr>
            <p:blipFill>
              <a:blip r:embed="rId164"/>
              <a:stretch>
                <a:fillRect/>
              </a:stretch>
            </p:blipFill>
            <p:spPr>
              <a:xfrm>
                <a:off x="8693247" y="5325537"/>
                <a:ext cx="48681" cy="207942"/>
              </a:xfrm>
              <a:prstGeom prst="rect">
                <a:avLst/>
              </a:prstGeom>
            </p:spPr>
          </p:pic>
        </mc:Fallback>
      </mc:AlternateContent>
      <mc:AlternateContent xmlns:mc="http://schemas.openxmlformats.org/markup-compatibility/2006">
        <mc:Choice xmlns:p14="http://schemas.microsoft.com/office/powerpoint/2010/main" Requires="p14">
          <p:contentPart p14:bwMode="auto" r:id="rId165">
            <p14:nvContentPartPr>
              <p14:cNvPr id="86" name="Ink 85">
                <a:extLst>
                  <a:ext uri="{FF2B5EF4-FFF2-40B4-BE49-F238E27FC236}">
                    <a16:creationId xmlns:a16="http://schemas.microsoft.com/office/drawing/2014/main" id="{F4C99D01-B600-565F-6A45-292E971CA56B}"/>
                  </a:ext>
                </a:extLst>
              </p14:cNvPr>
              <p14:cNvContentPartPr/>
              <p14:nvPr/>
            </p14:nvContentPartPr>
            <p14:xfrm>
              <a:off x="8724900" y="5154504"/>
              <a:ext cx="46194" cy="74720"/>
            </p14:xfrm>
          </p:contentPart>
        </mc:Choice>
        <mc:Fallback>
          <p:pic>
            <p:nvPicPr>
              <p:cNvPr id="86" name="Ink 85">
                <a:extLst>
                  <a:ext uri="{FF2B5EF4-FFF2-40B4-BE49-F238E27FC236}">
                    <a16:creationId xmlns:a16="http://schemas.microsoft.com/office/drawing/2014/main" id="{F4C99D01-B600-565F-6A45-292E971CA56B}"/>
                  </a:ext>
                </a:extLst>
              </p:cNvPr>
              <p:cNvPicPr/>
              <p:nvPr/>
            </p:nvPicPr>
            <p:blipFill>
              <a:blip r:embed="rId166"/>
              <a:stretch>
                <a:fillRect/>
              </a:stretch>
            </p:blipFill>
            <p:spPr>
              <a:xfrm>
                <a:off x="8706995" y="5136628"/>
                <a:ext cx="81645" cy="110114"/>
              </a:xfrm>
              <a:prstGeom prst="rect">
                <a:avLst/>
              </a:prstGeom>
            </p:spPr>
          </p:pic>
        </mc:Fallback>
      </mc:AlternateContent>
      <mc:AlternateContent xmlns:mc="http://schemas.openxmlformats.org/markup-compatibility/2006">
        <mc:Choice xmlns:p14="http://schemas.microsoft.com/office/powerpoint/2010/main" Requires="p14">
          <p:contentPart p14:bwMode="auto" r:id="rId167">
            <p14:nvContentPartPr>
              <p14:cNvPr id="87" name="Ink 86">
                <a:extLst>
                  <a:ext uri="{FF2B5EF4-FFF2-40B4-BE49-F238E27FC236}">
                    <a16:creationId xmlns:a16="http://schemas.microsoft.com/office/drawing/2014/main" id="{45442F6E-C710-9884-8B16-E34C14D06642}"/>
                  </a:ext>
                </a:extLst>
              </p14:cNvPr>
              <p14:cNvContentPartPr/>
              <p14:nvPr/>
            </p14:nvContentPartPr>
            <p14:xfrm>
              <a:off x="8785956" y="5303448"/>
              <a:ext cx="114602" cy="240780"/>
            </p14:xfrm>
          </p:contentPart>
        </mc:Choice>
        <mc:Fallback>
          <p:pic>
            <p:nvPicPr>
              <p:cNvPr id="87" name="Ink 86">
                <a:extLst>
                  <a:ext uri="{FF2B5EF4-FFF2-40B4-BE49-F238E27FC236}">
                    <a16:creationId xmlns:a16="http://schemas.microsoft.com/office/drawing/2014/main" id="{45442F6E-C710-9884-8B16-E34C14D06642}"/>
                  </a:ext>
                </a:extLst>
              </p:cNvPr>
              <p:cNvPicPr/>
              <p:nvPr/>
            </p:nvPicPr>
            <p:blipFill>
              <a:blip r:embed="rId168"/>
              <a:stretch>
                <a:fillRect/>
              </a:stretch>
            </p:blipFill>
            <p:spPr>
              <a:xfrm>
                <a:off x="8768049" y="5285479"/>
                <a:ext cx="150057" cy="276358"/>
              </a:xfrm>
              <a:prstGeom prst="rect">
                <a:avLst/>
              </a:prstGeom>
            </p:spPr>
          </p:pic>
        </mc:Fallback>
      </mc:AlternateContent>
      <mc:AlternateContent xmlns:mc="http://schemas.openxmlformats.org/markup-compatibility/2006">
        <mc:Choice xmlns:p14="http://schemas.microsoft.com/office/powerpoint/2010/main" Requires="p14">
          <p:contentPart p14:bwMode="auto" r:id="rId169">
            <p14:nvContentPartPr>
              <p14:cNvPr id="88" name="Ink 87">
                <a:extLst>
                  <a:ext uri="{FF2B5EF4-FFF2-40B4-BE49-F238E27FC236}">
                    <a16:creationId xmlns:a16="http://schemas.microsoft.com/office/drawing/2014/main" id="{2056933E-90A6-72FE-AAAA-7FB16955F3F6}"/>
                  </a:ext>
                </a:extLst>
              </p14:cNvPr>
              <p14:cNvContentPartPr/>
              <p14:nvPr/>
            </p14:nvContentPartPr>
            <p14:xfrm>
              <a:off x="8982561" y="5334096"/>
              <a:ext cx="93224" cy="204332"/>
            </p14:xfrm>
          </p:contentPart>
        </mc:Choice>
        <mc:Fallback>
          <p:pic>
            <p:nvPicPr>
              <p:cNvPr id="88" name="Ink 87">
                <a:extLst>
                  <a:ext uri="{FF2B5EF4-FFF2-40B4-BE49-F238E27FC236}">
                    <a16:creationId xmlns:a16="http://schemas.microsoft.com/office/drawing/2014/main" id="{2056933E-90A6-72FE-AAAA-7FB16955F3F6}"/>
                  </a:ext>
                </a:extLst>
              </p:cNvPr>
              <p:cNvPicPr/>
              <p:nvPr/>
            </p:nvPicPr>
            <p:blipFill>
              <a:blip r:embed="rId170"/>
              <a:stretch>
                <a:fillRect/>
              </a:stretch>
            </p:blipFill>
            <p:spPr>
              <a:xfrm>
                <a:off x="8964633" y="5316109"/>
                <a:ext cx="128721" cy="239946"/>
              </a:xfrm>
              <a:prstGeom prst="rect">
                <a:avLst/>
              </a:prstGeom>
            </p:spPr>
          </p:pic>
        </mc:Fallback>
      </mc:AlternateContent>
      <mc:AlternateContent xmlns:mc="http://schemas.openxmlformats.org/markup-compatibility/2006">
        <mc:Choice xmlns:p14="http://schemas.microsoft.com/office/powerpoint/2010/main" Requires="p14">
          <p:contentPart p14:bwMode="auto" r:id="rId171">
            <p14:nvContentPartPr>
              <p14:cNvPr id="89" name="Ink 88">
                <a:extLst>
                  <a:ext uri="{FF2B5EF4-FFF2-40B4-BE49-F238E27FC236}">
                    <a16:creationId xmlns:a16="http://schemas.microsoft.com/office/drawing/2014/main" id="{C2721F5B-5322-2C67-280F-90B76C9A911B}"/>
                  </a:ext>
                </a:extLst>
              </p14:cNvPr>
              <p14:cNvContentPartPr/>
              <p14:nvPr/>
            </p14:nvContentPartPr>
            <p14:xfrm>
              <a:off x="9114312" y="5320502"/>
              <a:ext cx="155510" cy="184389"/>
            </p14:xfrm>
          </p:contentPart>
        </mc:Choice>
        <mc:Fallback>
          <p:pic>
            <p:nvPicPr>
              <p:cNvPr id="89" name="Ink 88">
                <a:extLst>
                  <a:ext uri="{FF2B5EF4-FFF2-40B4-BE49-F238E27FC236}">
                    <a16:creationId xmlns:a16="http://schemas.microsoft.com/office/drawing/2014/main" id="{C2721F5B-5322-2C67-280F-90B76C9A911B}"/>
                  </a:ext>
                </a:extLst>
              </p:cNvPr>
              <p:cNvPicPr/>
              <p:nvPr/>
            </p:nvPicPr>
            <p:blipFill>
              <a:blip r:embed="rId172"/>
              <a:stretch>
                <a:fillRect/>
              </a:stretch>
            </p:blipFill>
            <p:spPr>
              <a:xfrm>
                <a:off x="9096355" y="5302565"/>
                <a:ext cx="191065" cy="219904"/>
              </a:xfrm>
              <a:prstGeom prst="rect">
                <a:avLst/>
              </a:prstGeom>
            </p:spPr>
          </p:pic>
        </mc:Fallback>
      </mc:AlternateContent>
      <mc:AlternateContent xmlns:mc="http://schemas.openxmlformats.org/markup-compatibility/2006">
        <mc:Choice xmlns:p14="http://schemas.microsoft.com/office/powerpoint/2010/main" Requires="p14">
          <p:contentPart p14:bwMode="auto" r:id="rId173">
            <p14:nvContentPartPr>
              <p14:cNvPr id="90" name="Ink 89">
                <a:extLst>
                  <a:ext uri="{FF2B5EF4-FFF2-40B4-BE49-F238E27FC236}">
                    <a16:creationId xmlns:a16="http://schemas.microsoft.com/office/drawing/2014/main" id="{6AFAAB40-99BC-FCC4-0502-D1A70CD5DA6F}"/>
                  </a:ext>
                </a:extLst>
              </p14:cNvPr>
              <p14:cNvContentPartPr/>
              <p14:nvPr/>
            </p14:nvContentPartPr>
            <p14:xfrm>
              <a:off x="9458324" y="5381625"/>
              <a:ext cx="50149" cy="11906"/>
            </p14:xfrm>
          </p:contentPart>
        </mc:Choice>
        <mc:Fallback>
          <p:pic>
            <p:nvPicPr>
              <p:cNvPr id="90" name="Ink 89">
                <a:extLst>
                  <a:ext uri="{FF2B5EF4-FFF2-40B4-BE49-F238E27FC236}">
                    <a16:creationId xmlns:a16="http://schemas.microsoft.com/office/drawing/2014/main" id="{6AFAAB40-99BC-FCC4-0502-D1A70CD5DA6F}"/>
                  </a:ext>
                </a:extLst>
              </p:cNvPr>
              <p:cNvPicPr/>
              <p:nvPr/>
            </p:nvPicPr>
            <p:blipFill>
              <a:blip r:embed="rId174"/>
              <a:stretch>
                <a:fillRect/>
              </a:stretch>
            </p:blipFill>
            <p:spPr>
              <a:xfrm>
                <a:off x="9440541" y="5354566"/>
                <a:ext cx="85360" cy="65483"/>
              </a:xfrm>
              <a:prstGeom prst="rect">
                <a:avLst/>
              </a:prstGeom>
            </p:spPr>
          </p:pic>
        </mc:Fallback>
      </mc:AlternateContent>
      <mc:AlternateContent xmlns:mc="http://schemas.openxmlformats.org/markup-compatibility/2006">
        <mc:Choice xmlns:p14="http://schemas.microsoft.com/office/powerpoint/2010/main" Requires="p14">
          <p:contentPart p14:bwMode="auto" r:id="rId175">
            <p14:nvContentPartPr>
              <p14:cNvPr id="91" name="Ink 90">
                <a:extLst>
                  <a:ext uri="{FF2B5EF4-FFF2-40B4-BE49-F238E27FC236}">
                    <a16:creationId xmlns:a16="http://schemas.microsoft.com/office/drawing/2014/main" id="{A0A1CC03-0C1E-9B23-43D7-7086F09D3CA9}"/>
                  </a:ext>
                </a:extLst>
              </p14:cNvPr>
              <p14:cNvContentPartPr/>
              <p14:nvPr/>
            </p14:nvContentPartPr>
            <p14:xfrm>
              <a:off x="9628199" y="5162551"/>
              <a:ext cx="211126" cy="417690"/>
            </p14:xfrm>
          </p:contentPart>
        </mc:Choice>
        <mc:Fallback>
          <p:pic>
            <p:nvPicPr>
              <p:cNvPr id="91" name="Ink 90">
                <a:extLst>
                  <a:ext uri="{FF2B5EF4-FFF2-40B4-BE49-F238E27FC236}">
                    <a16:creationId xmlns:a16="http://schemas.microsoft.com/office/drawing/2014/main" id="{A0A1CC03-0C1E-9B23-43D7-7086F09D3CA9}"/>
                  </a:ext>
                </a:extLst>
              </p:cNvPr>
              <p:cNvPicPr/>
              <p:nvPr/>
            </p:nvPicPr>
            <p:blipFill>
              <a:blip r:embed="rId176"/>
              <a:stretch>
                <a:fillRect/>
              </a:stretch>
            </p:blipFill>
            <p:spPr>
              <a:xfrm>
                <a:off x="9610216" y="5144578"/>
                <a:ext cx="246733" cy="453276"/>
              </a:xfrm>
              <a:prstGeom prst="rect">
                <a:avLst/>
              </a:prstGeom>
            </p:spPr>
          </p:pic>
        </mc:Fallback>
      </mc:AlternateContent>
      <mc:AlternateContent xmlns:mc="http://schemas.openxmlformats.org/markup-compatibility/2006">
        <mc:Choice xmlns:p14="http://schemas.microsoft.com/office/powerpoint/2010/main" Requires="p14">
          <p:contentPart p14:bwMode="auto" r:id="rId177">
            <p14:nvContentPartPr>
              <p14:cNvPr id="92" name="Ink 91">
                <a:extLst>
                  <a:ext uri="{FF2B5EF4-FFF2-40B4-BE49-F238E27FC236}">
                    <a16:creationId xmlns:a16="http://schemas.microsoft.com/office/drawing/2014/main" id="{96DD9EE3-DF4A-F7F0-2803-BB7D4BDB60E0}"/>
                  </a:ext>
                </a:extLst>
              </p14:cNvPr>
              <p14:cNvContentPartPr/>
              <p14:nvPr/>
            </p14:nvContentPartPr>
            <p14:xfrm>
              <a:off x="9809114" y="5474721"/>
              <a:ext cx="258811" cy="137614"/>
            </p14:xfrm>
          </p:contentPart>
        </mc:Choice>
        <mc:Fallback>
          <p:pic>
            <p:nvPicPr>
              <p:cNvPr id="92" name="Ink 91">
                <a:extLst>
                  <a:ext uri="{FF2B5EF4-FFF2-40B4-BE49-F238E27FC236}">
                    <a16:creationId xmlns:a16="http://schemas.microsoft.com/office/drawing/2014/main" id="{96DD9EE3-DF4A-F7F0-2803-BB7D4BDB60E0}"/>
                  </a:ext>
                </a:extLst>
              </p:cNvPr>
              <p:cNvPicPr/>
              <p:nvPr/>
            </p:nvPicPr>
            <p:blipFill>
              <a:blip r:embed="rId178"/>
              <a:stretch>
                <a:fillRect/>
              </a:stretch>
            </p:blipFill>
            <p:spPr>
              <a:xfrm>
                <a:off x="9791141" y="5456756"/>
                <a:ext cx="294398" cy="173185"/>
              </a:xfrm>
              <a:prstGeom prst="rect">
                <a:avLst/>
              </a:prstGeom>
            </p:spPr>
          </p:pic>
        </mc:Fallback>
      </mc:AlternateContent>
      <mc:AlternateContent xmlns:mc="http://schemas.openxmlformats.org/markup-compatibility/2006">
        <mc:Choice xmlns:p14="http://schemas.microsoft.com/office/powerpoint/2010/main" Requires="p14">
          <p:contentPart p14:bwMode="auto" r:id="rId179">
            <p14:nvContentPartPr>
              <p14:cNvPr id="93" name="Ink 92">
                <a:extLst>
                  <a:ext uri="{FF2B5EF4-FFF2-40B4-BE49-F238E27FC236}">
                    <a16:creationId xmlns:a16="http://schemas.microsoft.com/office/drawing/2014/main" id="{F5EF7DAD-F1A4-0430-4D5A-887123030E05}"/>
                  </a:ext>
                </a:extLst>
              </p14:cNvPr>
              <p14:cNvContentPartPr/>
              <p14:nvPr/>
            </p14:nvContentPartPr>
            <p14:xfrm>
              <a:off x="10005724" y="5448301"/>
              <a:ext cx="153289" cy="167236"/>
            </p14:xfrm>
          </p:contentPart>
        </mc:Choice>
        <mc:Fallback>
          <p:pic>
            <p:nvPicPr>
              <p:cNvPr id="93" name="Ink 92">
                <a:extLst>
                  <a:ext uri="{FF2B5EF4-FFF2-40B4-BE49-F238E27FC236}">
                    <a16:creationId xmlns:a16="http://schemas.microsoft.com/office/drawing/2014/main" id="{F5EF7DAD-F1A4-0430-4D5A-887123030E05}"/>
                  </a:ext>
                </a:extLst>
              </p:cNvPr>
              <p:cNvPicPr/>
              <p:nvPr/>
            </p:nvPicPr>
            <p:blipFill>
              <a:blip r:embed="rId180"/>
              <a:stretch>
                <a:fillRect/>
              </a:stretch>
            </p:blipFill>
            <p:spPr>
              <a:xfrm>
                <a:off x="9987774" y="5430357"/>
                <a:ext cx="188829" cy="202765"/>
              </a:xfrm>
              <a:prstGeom prst="rect">
                <a:avLst/>
              </a:prstGeom>
            </p:spPr>
          </p:pic>
        </mc:Fallback>
      </mc:AlternateContent>
      <mc:AlternateContent xmlns:mc="http://schemas.openxmlformats.org/markup-compatibility/2006">
        <mc:Choice xmlns:p14="http://schemas.microsoft.com/office/powerpoint/2010/main" Requires="p14">
          <p:contentPart p14:bwMode="auto" r:id="rId181">
            <p14:nvContentPartPr>
              <p14:cNvPr id="94" name="Ink 93">
                <a:extLst>
                  <a:ext uri="{FF2B5EF4-FFF2-40B4-BE49-F238E27FC236}">
                    <a16:creationId xmlns:a16="http://schemas.microsoft.com/office/drawing/2014/main" id="{FC55C207-2857-2A7B-15E9-E6E1D9A63A75}"/>
                  </a:ext>
                </a:extLst>
              </p14:cNvPr>
              <p14:cNvContentPartPr/>
              <p14:nvPr/>
            </p14:nvContentPartPr>
            <p14:xfrm>
              <a:off x="10238711" y="5295900"/>
              <a:ext cx="19714" cy="298226"/>
            </p14:xfrm>
          </p:contentPart>
        </mc:Choice>
        <mc:Fallback>
          <p:pic>
            <p:nvPicPr>
              <p:cNvPr id="94" name="Ink 93">
                <a:extLst>
                  <a:ext uri="{FF2B5EF4-FFF2-40B4-BE49-F238E27FC236}">
                    <a16:creationId xmlns:a16="http://schemas.microsoft.com/office/drawing/2014/main" id="{FC55C207-2857-2A7B-15E9-E6E1D9A63A75}"/>
                  </a:ext>
                </a:extLst>
              </p:cNvPr>
              <p:cNvPicPr/>
              <p:nvPr/>
            </p:nvPicPr>
            <p:blipFill>
              <a:blip r:embed="rId182"/>
              <a:stretch>
                <a:fillRect/>
              </a:stretch>
            </p:blipFill>
            <p:spPr>
              <a:xfrm>
                <a:off x="10220789" y="5277913"/>
                <a:ext cx="55199" cy="333840"/>
              </a:xfrm>
              <a:prstGeom prst="rect">
                <a:avLst/>
              </a:prstGeom>
            </p:spPr>
          </p:pic>
        </mc:Fallback>
      </mc:AlternateContent>
      <mc:AlternateContent xmlns:mc="http://schemas.openxmlformats.org/markup-compatibility/2006">
        <mc:Choice xmlns:p14="http://schemas.microsoft.com/office/powerpoint/2010/main" Requires="p14">
          <p:contentPart p14:bwMode="auto" r:id="rId183">
            <p14:nvContentPartPr>
              <p14:cNvPr id="95" name="Ink 94">
                <a:extLst>
                  <a:ext uri="{FF2B5EF4-FFF2-40B4-BE49-F238E27FC236}">
                    <a16:creationId xmlns:a16="http://schemas.microsoft.com/office/drawing/2014/main" id="{FA112DD0-7760-8C4D-CE26-279A92E6A4A6}"/>
                  </a:ext>
                </a:extLst>
              </p14:cNvPr>
              <p14:cNvContentPartPr/>
              <p14:nvPr/>
            </p14:nvContentPartPr>
            <p14:xfrm>
              <a:off x="10163176" y="5416986"/>
              <a:ext cx="129047" cy="59888"/>
            </p14:xfrm>
          </p:contentPart>
        </mc:Choice>
        <mc:Fallback>
          <p:pic>
            <p:nvPicPr>
              <p:cNvPr id="95" name="Ink 94">
                <a:extLst>
                  <a:ext uri="{FF2B5EF4-FFF2-40B4-BE49-F238E27FC236}">
                    <a16:creationId xmlns:a16="http://schemas.microsoft.com/office/drawing/2014/main" id="{FA112DD0-7760-8C4D-CE26-279A92E6A4A6}"/>
                  </a:ext>
                </a:extLst>
              </p:cNvPr>
              <p:cNvPicPr/>
              <p:nvPr/>
            </p:nvPicPr>
            <p:blipFill>
              <a:blip r:embed="rId184"/>
              <a:stretch>
                <a:fillRect/>
              </a:stretch>
            </p:blipFill>
            <p:spPr>
              <a:xfrm>
                <a:off x="10145203" y="5399055"/>
                <a:ext cx="164634" cy="95390"/>
              </a:xfrm>
              <a:prstGeom prst="rect">
                <a:avLst/>
              </a:prstGeom>
            </p:spPr>
          </p:pic>
        </mc:Fallback>
      </mc:AlternateContent>
      <mc:AlternateContent xmlns:mc="http://schemas.openxmlformats.org/markup-compatibility/2006">
        <mc:Choice xmlns:p14="http://schemas.microsoft.com/office/powerpoint/2010/main" Requires="p14">
          <p:contentPart p14:bwMode="auto" r:id="rId185">
            <p14:nvContentPartPr>
              <p14:cNvPr id="96" name="Ink 95">
                <a:extLst>
                  <a:ext uri="{FF2B5EF4-FFF2-40B4-BE49-F238E27FC236}">
                    <a16:creationId xmlns:a16="http://schemas.microsoft.com/office/drawing/2014/main" id="{22C91DAD-7EE9-230B-17EF-F89ED8239515}"/>
                  </a:ext>
                </a:extLst>
              </p14:cNvPr>
              <p14:cNvContentPartPr/>
              <p14:nvPr/>
            </p14:nvContentPartPr>
            <p14:xfrm>
              <a:off x="10296805" y="5496860"/>
              <a:ext cx="114960" cy="132282"/>
            </p14:xfrm>
          </p:contentPart>
        </mc:Choice>
        <mc:Fallback>
          <p:pic>
            <p:nvPicPr>
              <p:cNvPr id="96" name="Ink 95">
                <a:extLst>
                  <a:ext uri="{FF2B5EF4-FFF2-40B4-BE49-F238E27FC236}">
                    <a16:creationId xmlns:a16="http://schemas.microsoft.com/office/drawing/2014/main" id="{22C91DAD-7EE9-230B-17EF-F89ED8239515}"/>
                  </a:ext>
                </a:extLst>
              </p:cNvPr>
              <p:cNvPicPr/>
              <p:nvPr/>
            </p:nvPicPr>
            <p:blipFill>
              <a:blip r:embed="rId186"/>
              <a:stretch>
                <a:fillRect/>
              </a:stretch>
            </p:blipFill>
            <p:spPr>
              <a:xfrm>
                <a:off x="10278842" y="5478936"/>
                <a:ext cx="150526" cy="167772"/>
              </a:xfrm>
              <a:prstGeom prst="rect">
                <a:avLst/>
              </a:prstGeom>
            </p:spPr>
          </p:pic>
        </mc:Fallback>
      </mc:AlternateContent>
      <mc:AlternateContent xmlns:mc="http://schemas.openxmlformats.org/markup-compatibility/2006">
        <mc:Choice xmlns:p14="http://schemas.microsoft.com/office/powerpoint/2010/main" Requires="p14">
          <p:contentPart p14:bwMode="auto" r:id="rId187">
            <p14:nvContentPartPr>
              <p14:cNvPr id="97" name="Ink 96">
                <a:extLst>
                  <a:ext uri="{FF2B5EF4-FFF2-40B4-BE49-F238E27FC236}">
                    <a16:creationId xmlns:a16="http://schemas.microsoft.com/office/drawing/2014/main" id="{40A66212-1037-8CF5-8861-049F3A745755}"/>
                  </a:ext>
                </a:extLst>
              </p14:cNvPr>
              <p14:cNvContentPartPr/>
              <p14:nvPr/>
            </p14:nvContentPartPr>
            <p14:xfrm>
              <a:off x="10351004" y="5519205"/>
              <a:ext cx="155274" cy="145474"/>
            </p14:xfrm>
          </p:contentPart>
        </mc:Choice>
        <mc:Fallback>
          <p:pic>
            <p:nvPicPr>
              <p:cNvPr id="97" name="Ink 96">
                <a:extLst>
                  <a:ext uri="{FF2B5EF4-FFF2-40B4-BE49-F238E27FC236}">
                    <a16:creationId xmlns:a16="http://schemas.microsoft.com/office/drawing/2014/main" id="{40A66212-1037-8CF5-8861-049F3A745755}"/>
                  </a:ext>
                </a:extLst>
              </p:cNvPr>
              <p:cNvPicPr/>
              <p:nvPr/>
            </p:nvPicPr>
            <p:blipFill>
              <a:blip r:embed="rId188"/>
              <a:stretch>
                <a:fillRect/>
              </a:stretch>
            </p:blipFill>
            <p:spPr>
              <a:xfrm>
                <a:off x="10333032" y="5501245"/>
                <a:ext cx="190858" cy="181034"/>
              </a:xfrm>
              <a:prstGeom prst="rect">
                <a:avLst/>
              </a:prstGeom>
            </p:spPr>
          </p:pic>
        </mc:Fallback>
      </mc:AlternateContent>
      <mc:AlternateContent xmlns:mc="http://schemas.openxmlformats.org/markup-compatibility/2006">
        <mc:Choice xmlns:p14="http://schemas.microsoft.com/office/powerpoint/2010/main" Requires="p14">
          <p:contentPart p14:bwMode="auto" r:id="rId189">
            <p14:nvContentPartPr>
              <p14:cNvPr id="98" name="Ink 97">
                <a:extLst>
                  <a:ext uri="{FF2B5EF4-FFF2-40B4-BE49-F238E27FC236}">
                    <a16:creationId xmlns:a16="http://schemas.microsoft.com/office/drawing/2014/main" id="{C9E5F9DD-DC05-E70E-875A-7DB8B55A97A1}"/>
                  </a:ext>
                </a:extLst>
              </p14:cNvPr>
              <p14:cNvContentPartPr/>
              <p14:nvPr/>
            </p14:nvContentPartPr>
            <p14:xfrm>
              <a:off x="10582023" y="5305426"/>
              <a:ext cx="20120" cy="338218"/>
            </p14:xfrm>
          </p:contentPart>
        </mc:Choice>
        <mc:Fallback>
          <p:pic>
            <p:nvPicPr>
              <p:cNvPr id="98" name="Ink 97">
                <a:extLst>
                  <a:ext uri="{FF2B5EF4-FFF2-40B4-BE49-F238E27FC236}">
                    <a16:creationId xmlns:a16="http://schemas.microsoft.com/office/drawing/2014/main" id="{C9E5F9DD-DC05-E70E-875A-7DB8B55A97A1}"/>
                  </a:ext>
                </a:extLst>
              </p:cNvPr>
              <p:cNvPicPr/>
              <p:nvPr/>
            </p:nvPicPr>
            <p:blipFill>
              <a:blip r:embed="rId190"/>
              <a:stretch>
                <a:fillRect/>
              </a:stretch>
            </p:blipFill>
            <p:spPr>
              <a:xfrm>
                <a:off x="10564059" y="5287436"/>
                <a:ext cx="55689" cy="373839"/>
              </a:xfrm>
              <a:prstGeom prst="rect">
                <a:avLst/>
              </a:prstGeom>
            </p:spPr>
          </p:pic>
        </mc:Fallback>
      </mc:AlternateContent>
      <mc:AlternateContent xmlns:mc="http://schemas.openxmlformats.org/markup-compatibility/2006">
        <mc:Choice xmlns:p14="http://schemas.microsoft.com/office/powerpoint/2010/main" Requires="p14">
          <p:contentPart p14:bwMode="auto" r:id="rId191">
            <p14:nvContentPartPr>
              <p14:cNvPr id="99" name="Ink 98">
                <a:extLst>
                  <a:ext uri="{FF2B5EF4-FFF2-40B4-BE49-F238E27FC236}">
                    <a16:creationId xmlns:a16="http://schemas.microsoft.com/office/drawing/2014/main" id="{58C84126-B5C8-A2AC-D59A-57C506AE49C5}"/>
                  </a:ext>
                </a:extLst>
              </p14:cNvPr>
              <p14:cNvContentPartPr/>
              <p14:nvPr/>
            </p14:nvContentPartPr>
            <p14:xfrm>
              <a:off x="10648950" y="5362575"/>
              <a:ext cx="39401" cy="276440"/>
            </p14:xfrm>
          </p:contentPart>
        </mc:Choice>
        <mc:Fallback>
          <p:pic>
            <p:nvPicPr>
              <p:cNvPr id="99" name="Ink 98">
                <a:extLst>
                  <a:ext uri="{FF2B5EF4-FFF2-40B4-BE49-F238E27FC236}">
                    <a16:creationId xmlns:a16="http://schemas.microsoft.com/office/drawing/2014/main" id="{58C84126-B5C8-A2AC-D59A-57C506AE49C5}"/>
                  </a:ext>
                </a:extLst>
              </p:cNvPr>
              <p:cNvPicPr/>
              <p:nvPr/>
            </p:nvPicPr>
            <p:blipFill>
              <a:blip r:embed="rId192"/>
              <a:stretch>
                <a:fillRect/>
              </a:stretch>
            </p:blipFill>
            <p:spPr>
              <a:xfrm>
                <a:off x="10631202" y="5344601"/>
                <a:ext cx="74542" cy="312029"/>
              </a:xfrm>
              <a:prstGeom prst="rect">
                <a:avLst/>
              </a:prstGeom>
            </p:spPr>
          </p:pic>
        </mc:Fallback>
      </mc:AlternateContent>
      <mc:AlternateContent xmlns:mc="http://schemas.openxmlformats.org/markup-compatibility/2006">
        <mc:Choice xmlns:p14="http://schemas.microsoft.com/office/powerpoint/2010/main" Requires="p14">
          <p:contentPart p14:bwMode="auto" r:id="rId193">
            <p14:nvContentPartPr>
              <p14:cNvPr id="100" name="Ink 99">
                <a:extLst>
                  <a:ext uri="{FF2B5EF4-FFF2-40B4-BE49-F238E27FC236}">
                    <a16:creationId xmlns:a16="http://schemas.microsoft.com/office/drawing/2014/main" id="{AF468D65-AB95-C0D4-83E8-DA676E38A6E2}"/>
                  </a:ext>
                </a:extLst>
              </p14:cNvPr>
              <p14:cNvContentPartPr/>
              <p14:nvPr/>
            </p14:nvContentPartPr>
            <p14:xfrm>
              <a:off x="10725150" y="5483455"/>
              <a:ext cx="139216" cy="181758"/>
            </p14:xfrm>
          </p:contentPart>
        </mc:Choice>
        <mc:Fallback>
          <p:pic>
            <p:nvPicPr>
              <p:cNvPr id="100" name="Ink 99">
                <a:extLst>
                  <a:ext uri="{FF2B5EF4-FFF2-40B4-BE49-F238E27FC236}">
                    <a16:creationId xmlns:a16="http://schemas.microsoft.com/office/drawing/2014/main" id="{AF468D65-AB95-C0D4-83E8-DA676E38A6E2}"/>
                  </a:ext>
                </a:extLst>
              </p:cNvPr>
              <p:cNvPicPr/>
              <p:nvPr/>
            </p:nvPicPr>
            <p:blipFill>
              <a:blip r:embed="rId194"/>
              <a:stretch>
                <a:fillRect/>
              </a:stretch>
            </p:blipFill>
            <p:spPr>
              <a:xfrm>
                <a:off x="10707163" y="5465495"/>
                <a:ext cx="174829" cy="217319"/>
              </a:xfrm>
              <a:prstGeom prst="rect">
                <a:avLst/>
              </a:prstGeom>
            </p:spPr>
          </p:pic>
        </mc:Fallback>
      </mc:AlternateContent>
      <mc:AlternateContent xmlns:mc="http://schemas.openxmlformats.org/markup-compatibility/2006">
        <mc:Choice xmlns:p14="http://schemas.microsoft.com/office/powerpoint/2010/main" Requires="p14">
          <p:contentPart p14:bwMode="auto" r:id="rId195">
            <p14:nvContentPartPr>
              <p14:cNvPr id="101" name="Ink 100">
                <a:extLst>
                  <a:ext uri="{FF2B5EF4-FFF2-40B4-BE49-F238E27FC236}">
                    <a16:creationId xmlns:a16="http://schemas.microsoft.com/office/drawing/2014/main" id="{FD001120-1454-6AA5-FD56-D97E9C278A5A}"/>
                  </a:ext>
                </a:extLst>
              </p14:cNvPr>
              <p14:cNvContentPartPr/>
              <p14:nvPr/>
            </p14:nvContentPartPr>
            <p14:xfrm>
              <a:off x="10879137" y="5486562"/>
              <a:ext cx="155175" cy="184018"/>
            </p14:xfrm>
          </p:contentPart>
        </mc:Choice>
        <mc:Fallback>
          <p:pic>
            <p:nvPicPr>
              <p:cNvPr id="101" name="Ink 100">
                <a:extLst>
                  <a:ext uri="{FF2B5EF4-FFF2-40B4-BE49-F238E27FC236}">
                    <a16:creationId xmlns:a16="http://schemas.microsoft.com/office/drawing/2014/main" id="{FD001120-1454-6AA5-FD56-D97E9C278A5A}"/>
                  </a:ext>
                </a:extLst>
              </p:cNvPr>
              <p:cNvPicPr/>
              <p:nvPr/>
            </p:nvPicPr>
            <p:blipFill>
              <a:blip r:embed="rId196"/>
              <a:stretch>
                <a:fillRect/>
              </a:stretch>
            </p:blipFill>
            <p:spPr>
              <a:xfrm>
                <a:off x="10861177" y="5468627"/>
                <a:ext cx="190736" cy="219530"/>
              </a:xfrm>
              <a:prstGeom prst="rect">
                <a:avLst/>
              </a:prstGeom>
            </p:spPr>
          </p:pic>
        </mc:Fallback>
      </mc:AlternateContent>
      <p:grpSp>
        <p:nvGrpSpPr>
          <p:cNvPr id="119" name="Group 118">
            <a:extLst>
              <a:ext uri="{FF2B5EF4-FFF2-40B4-BE49-F238E27FC236}">
                <a16:creationId xmlns:a16="http://schemas.microsoft.com/office/drawing/2014/main" id="{28F75165-284D-0DC5-6214-B69DB7168A0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17" name="Color">
              <a:extLst>
                <a:ext uri="{FF2B5EF4-FFF2-40B4-BE49-F238E27FC236}">
                  <a16:creationId xmlns:a16="http://schemas.microsoft.com/office/drawing/2014/main" id="{BDE15A44-816A-A385-E9FA-61267B24B2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8" name="Color">
              <a:extLst>
                <a:ext uri="{FF2B5EF4-FFF2-40B4-BE49-F238E27FC236}">
                  <a16:creationId xmlns:a16="http://schemas.microsoft.com/office/drawing/2014/main" id="{3D4D8329-7B79-566C-6DC9-F6EFBBDB17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3D6BD942-99F1-D4F8-7845-34462FCC51F0}"/>
              </a:ext>
            </a:extLst>
          </p:cNvPr>
          <p:cNvSpPr>
            <a:spLocks noGrp="1"/>
          </p:cNvSpPr>
          <p:nvPr>
            <p:ph type="title"/>
          </p:nvPr>
        </p:nvSpPr>
        <p:spPr>
          <a:xfrm>
            <a:off x="119897" y="143418"/>
            <a:ext cx="10515600" cy="1325563"/>
          </a:xfrm>
        </p:spPr>
        <p:txBody>
          <a:bodyPr/>
          <a:lstStyle/>
          <a:p>
            <a:r>
              <a:rPr lang="en-US">
                <a:solidFill>
                  <a:schemeClr val="bg1"/>
                </a:solidFill>
              </a:rPr>
              <a:t>Oscar's 3d Mockup</a:t>
            </a:r>
          </a:p>
        </p:txBody>
      </p:sp>
    </p:spTree>
    <p:extLst>
      <p:ext uri="{BB962C8B-B14F-4D97-AF65-F5344CB8AC3E}">
        <p14:creationId xmlns:p14="http://schemas.microsoft.com/office/powerpoint/2010/main" val="13783814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E5528123-F0F3-A2FE-2974-EC49315BA70C}"/>
              </a:ext>
            </a:extLst>
          </p:cNvPr>
          <p:cNvPicPr>
            <a:picLocks noGrp="1" noChangeAspect="1"/>
          </p:cNvPicPr>
          <p:nvPr>
            <p:ph idx="1"/>
          </p:nvPr>
        </p:nvPicPr>
        <p:blipFill>
          <a:blip r:embed="rId2"/>
          <a:stretch>
            <a:fillRect/>
          </a:stretch>
        </p:blipFill>
        <p:spPr>
          <a:xfrm>
            <a:off x="3159607" y="1825625"/>
            <a:ext cx="5872785" cy="4351338"/>
          </a:xfrm>
          <a:prstGeom prst="rect">
            <a:avLst/>
          </a:prstGeom>
        </p:spPr>
      </p:pic>
      <mc:AlternateContent xmlns:mc="http://schemas.openxmlformats.org/markup-compatibility/2006">
        <mc:Choice xmlns:p14="http://schemas.microsoft.com/office/powerpoint/2010/main" Requires="p14">
          <p:contentPart p14:bwMode="auto" r:id="rId3">
            <p14:nvContentPartPr>
              <p14:cNvPr id="7" name="Ink 6">
                <a:extLst>
                  <a:ext uri="{FF2B5EF4-FFF2-40B4-BE49-F238E27FC236}">
                    <a16:creationId xmlns:a16="http://schemas.microsoft.com/office/drawing/2014/main" id="{DD83214B-4B73-BB69-47D9-EBB9CEEC6318}"/>
                  </a:ext>
                </a:extLst>
              </p14:cNvPr>
              <p14:cNvContentPartPr/>
              <p14:nvPr/>
            </p14:nvContentPartPr>
            <p14:xfrm>
              <a:off x="1409175" y="5671595"/>
              <a:ext cx="143001" cy="219306"/>
            </p14:xfrm>
          </p:contentPart>
        </mc:Choice>
        <mc:Fallback>
          <p:pic>
            <p:nvPicPr>
              <p:cNvPr id="7" name="Ink 6">
                <a:extLst>
                  <a:ext uri="{FF2B5EF4-FFF2-40B4-BE49-F238E27FC236}">
                    <a16:creationId xmlns:a16="http://schemas.microsoft.com/office/drawing/2014/main" id="{DD83214B-4B73-BB69-47D9-EBB9CEEC6318}"/>
                  </a:ext>
                </a:extLst>
              </p:cNvPr>
              <p:cNvPicPr/>
              <p:nvPr/>
            </p:nvPicPr>
            <p:blipFill>
              <a:blip r:embed="rId4"/>
              <a:stretch>
                <a:fillRect/>
              </a:stretch>
            </p:blipFill>
            <p:spPr>
              <a:xfrm>
                <a:off x="1391210" y="5653619"/>
                <a:ext cx="178572" cy="254898"/>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8" name="Ink 7">
                <a:extLst>
                  <a:ext uri="{FF2B5EF4-FFF2-40B4-BE49-F238E27FC236}">
                    <a16:creationId xmlns:a16="http://schemas.microsoft.com/office/drawing/2014/main" id="{17C31F12-4642-0EAE-AFA8-60450374609B}"/>
                  </a:ext>
                </a:extLst>
              </p14:cNvPr>
              <p14:cNvContentPartPr/>
              <p14:nvPr/>
            </p14:nvContentPartPr>
            <p14:xfrm>
              <a:off x="1113483" y="5352121"/>
              <a:ext cx="82982" cy="122721"/>
            </p14:xfrm>
          </p:contentPart>
        </mc:Choice>
        <mc:Fallback>
          <p:pic>
            <p:nvPicPr>
              <p:cNvPr id="8" name="Ink 7">
                <a:extLst>
                  <a:ext uri="{FF2B5EF4-FFF2-40B4-BE49-F238E27FC236}">
                    <a16:creationId xmlns:a16="http://schemas.microsoft.com/office/drawing/2014/main" id="{17C31F12-4642-0EAE-AFA8-60450374609B}"/>
                  </a:ext>
                </a:extLst>
              </p:cNvPr>
              <p:cNvPicPr/>
              <p:nvPr/>
            </p:nvPicPr>
            <p:blipFill>
              <a:blip r:embed="rId6"/>
              <a:stretch>
                <a:fillRect/>
              </a:stretch>
            </p:blipFill>
            <p:spPr>
              <a:xfrm>
                <a:off x="1095599" y="5334179"/>
                <a:ext cx="118392" cy="158246"/>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9" name="Ink 8">
                <a:extLst>
                  <a:ext uri="{FF2B5EF4-FFF2-40B4-BE49-F238E27FC236}">
                    <a16:creationId xmlns:a16="http://schemas.microsoft.com/office/drawing/2014/main" id="{41E0F5C2-C844-DBF6-E2A5-65D22B8F2EED}"/>
                  </a:ext>
                </a:extLst>
              </p14:cNvPr>
              <p14:cNvContentPartPr/>
              <p14:nvPr/>
            </p14:nvContentPartPr>
            <p14:xfrm>
              <a:off x="1522460" y="5233460"/>
              <a:ext cx="99167" cy="97093"/>
            </p14:xfrm>
          </p:contentPart>
        </mc:Choice>
        <mc:Fallback>
          <p:pic>
            <p:nvPicPr>
              <p:cNvPr id="9" name="Ink 8">
                <a:extLst>
                  <a:ext uri="{FF2B5EF4-FFF2-40B4-BE49-F238E27FC236}">
                    <a16:creationId xmlns:a16="http://schemas.microsoft.com/office/drawing/2014/main" id="{41E0F5C2-C844-DBF6-E2A5-65D22B8F2EED}"/>
                  </a:ext>
                </a:extLst>
              </p:cNvPr>
              <p:cNvPicPr/>
              <p:nvPr/>
            </p:nvPicPr>
            <p:blipFill>
              <a:blip r:embed="rId8"/>
              <a:stretch>
                <a:fillRect/>
              </a:stretch>
            </p:blipFill>
            <p:spPr>
              <a:xfrm>
                <a:off x="1504560" y="5215546"/>
                <a:ext cx="134609" cy="132562"/>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0" name="Ink 9">
                <a:extLst>
                  <a:ext uri="{FF2B5EF4-FFF2-40B4-BE49-F238E27FC236}">
                    <a16:creationId xmlns:a16="http://schemas.microsoft.com/office/drawing/2014/main" id="{A93EDBE8-AFA5-BF0E-BD4B-41CF51756760}"/>
                  </a:ext>
                </a:extLst>
              </p14:cNvPr>
              <p14:cNvContentPartPr/>
              <p14:nvPr/>
            </p14:nvContentPartPr>
            <p14:xfrm>
              <a:off x="1098923" y="5058915"/>
              <a:ext cx="150686" cy="236502"/>
            </p14:xfrm>
          </p:contentPart>
        </mc:Choice>
        <mc:Fallback>
          <p:pic>
            <p:nvPicPr>
              <p:cNvPr id="10" name="Ink 9">
                <a:extLst>
                  <a:ext uri="{FF2B5EF4-FFF2-40B4-BE49-F238E27FC236}">
                    <a16:creationId xmlns:a16="http://schemas.microsoft.com/office/drawing/2014/main" id="{A93EDBE8-AFA5-BF0E-BD4B-41CF51756760}"/>
                  </a:ext>
                </a:extLst>
              </p:cNvPr>
              <p:cNvPicPr/>
              <p:nvPr/>
            </p:nvPicPr>
            <p:blipFill>
              <a:blip r:embed="rId10"/>
              <a:stretch>
                <a:fillRect/>
              </a:stretch>
            </p:blipFill>
            <p:spPr>
              <a:xfrm>
                <a:off x="1080941" y="5040944"/>
                <a:ext cx="186290" cy="272085"/>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1" name="Ink 10">
                <a:extLst>
                  <a:ext uri="{FF2B5EF4-FFF2-40B4-BE49-F238E27FC236}">
                    <a16:creationId xmlns:a16="http://schemas.microsoft.com/office/drawing/2014/main" id="{67815F45-3C81-CDF9-F5C2-9F119495D6C8}"/>
                  </a:ext>
                </a:extLst>
              </p14:cNvPr>
              <p14:cNvContentPartPr/>
              <p14:nvPr/>
            </p14:nvContentPartPr>
            <p14:xfrm>
              <a:off x="1437189" y="5023952"/>
              <a:ext cx="159291" cy="190932"/>
            </p14:xfrm>
          </p:contentPart>
        </mc:Choice>
        <mc:Fallback>
          <p:pic>
            <p:nvPicPr>
              <p:cNvPr id="11" name="Ink 10">
                <a:extLst>
                  <a:ext uri="{FF2B5EF4-FFF2-40B4-BE49-F238E27FC236}">
                    <a16:creationId xmlns:a16="http://schemas.microsoft.com/office/drawing/2014/main" id="{67815F45-3C81-CDF9-F5C2-9F119495D6C8}"/>
                  </a:ext>
                </a:extLst>
              </p:cNvPr>
              <p:cNvPicPr/>
              <p:nvPr/>
            </p:nvPicPr>
            <p:blipFill>
              <a:blip r:embed="rId12"/>
              <a:stretch>
                <a:fillRect/>
              </a:stretch>
            </p:blipFill>
            <p:spPr>
              <a:xfrm>
                <a:off x="1419251" y="5006007"/>
                <a:ext cx="194809" cy="226463"/>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4" name="Ink 13">
                <a:extLst>
                  <a:ext uri="{FF2B5EF4-FFF2-40B4-BE49-F238E27FC236}">
                    <a16:creationId xmlns:a16="http://schemas.microsoft.com/office/drawing/2014/main" id="{6372F040-46A4-8E92-5915-180878C6314D}"/>
                  </a:ext>
                </a:extLst>
              </p14:cNvPr>
              <p14:cNvContentPartPr/>
              <p14:nvPr/>
            </p14:nvContentPartPr>
            <p14:xfrm>
              <a:off x="896372" y="5009140"/>
              <a:ext cx="963560" cy="1055545"/>
            </p14:xfrm>
          </p:contentPart>
        </mc:Choice>
        <mc:Fallback>
          <p:pic>
            <p:nvPicPr>
              <p:cNvPr id="14" name="Ink 13">
                <a:extLst>
                  <a:ext uri="{FF2B5EF4-FFF2-40B4-BE49-F238E27FC236}">
                    <a16:creationId xmlns:a16="http://schemas.microsoft.com/office/drawing/2014/main" id="{6372F040-46A4-8E92-5915-180878C6314D}"/>
                  </a:ext>
                </a:extLst>
              </p:cNvPr>
              <p:cNvPicPr/>
              <p:nvPr/>
            </p:nvPicPr>
            <p:blipFill>
              <a:blip r:embed="rId14"/>
              <a:stretch>
                <a:fillRect/>
              </a:stretch>
            </p:blipFill>
            <p:spPr>
              <a:xfrm>
                <a:off x="878375" y="4991146"/>
                <a:ext cx="999194" cy="1091174"/>
              </a:xfrm>
              <a:prstGeom prst="rect">
                <a:avLst/>
              </a:prstGeom>
            </p:spPr>
          </p:pic>
        </mc:Fallback>
      </mc:AlternateContent>
      <mc:AlternateContent xmlns:mc="http://schemas.openxmlformats.org/markup-compatibility/2006">
        <mc:Choice xmlns:p14="http://schemas.microsoft.com/office/powerpoint/2010/main" Requires="p14">
          <p:contentPart p14:bwMode="auto" r:id="rId15">
            <p14:nvContentPartPr>
              <p14:cNvPr id="16" name="Ink 15">
                <a:extLst>
                  <a:ext uri="{FF2B5EF4-FFF2-40B4-BE49-F238E27FC236}">
                    <a16:creationId xmlns:a16="http://schemas.microsoft.com/office/drawing/2014/main" id="{F3AEAA8B-E5C7-AA52-85A6-1DC79E95D83B}"/>
                  </a:ext>
                </a:extLst>
              </p14:cNvPr>
              <p14:cNvContentPartPr/>
              <p14:nvPr/>
            </p14:nvContentPartPr>
            <p14:xfrm>
              <a:off x="1678329" y="5720453"/>
              <a:ext cx="480336" cy="153698"/>
            </p14:xfrm>
          </p:contentPart>
        </mc:Choice>
        <mc:Fallback>
          <p:pic>
            <p:nvPicPr>
              <p:cNvPr id="16" name="Ink 15">
                <a:extLst>
                  <a:ext uri="{FF2B5EF4-FFF2-40B4-BE49-F238E27FC236}">
                    <a16:creationId xmlns:a16="http://schemas.microsoft.com/office/drawing/2014/main" id="{F3AEAA8B-E5C7-AA52-85A6-1DC79E95D83B}"/>
                  </a:ext>
                </a:extLst>
              </p:cNvPr>
              <p:cNvPicPr/>
              <p:nvPr/>
            </p:nvPicPr>
            <p:blipFill>
              <a:blip r:embed="rId16"/>
              <a:stretch>
                <a:fillRect/>
              </a:stretch>
            </p:blipFill>
            <p:spPr>
              <a:xfrm>
                <a:off x="1660339" y="5702498"/>
                <a:ext cx="515956" cy="189250"/>
              </a:xfrm>
              <a:prstGeom prst="rect">
                <a:avLst/>
              </a:prstGeom>
            </p:spPr>
          </p:pic>
        </mc:Fallback>
      </mc:AlternateContent>
      <mc:AlternateContent xmlns:mc="http://schemas.openxmlformats.org/markup-compatibility/2006">
        <mc:Choice xmlns:p14="http://schemas.microsoft.com/office/powerpoint/2010/main" Requires="p14">
          <p:contentPart p14:bwMode="auto" r:id="rId17">
            <p14:nvContentPartPr>
              <p14:cNvPr id="17" name="Ink 16">
                <a:extLst>
                  <a:ext uri="{FF2B5EF4-FFF2-40B4-BE49-F238E27FC236}">
                    <a16:creationId xmlns:a16="http://schemas.microsoft.com/office/drawing/2014/main" id="{2C8F9C6B-8C15-5B4B-B82E-54982F902D27}"/>
                  </a:ext>
                </a:extLst>
              </p14:cNvPr>
              <p14:cNvContentPartPr/>
              <p14:nvPr/>
            </p14:nvContentPartPr>
            <p14:xfrm>
              <a:off x="2150962" y="5408638"/>
              <a:ext cx="814844" cy="349766"/>
            </p14:xfrm>
          </p:contentPart>
        </mc:Choice>
        <mc:Fallback>
          <p:pic>
            <p:nvPicPr>
              <p:cNvPr id="17" name="Ink 16">
                <a:extLst>
                  <a:ext uri="{FF2B5EF4-FFF2-40B4-BE49-F238E27FC236}">
                    <a16:creationId xmlns:a16="http://schemas.microsoft.com/office/drawing/2014/main" id="{2C8F9C6B-8C15-5B4B-B82E-54982F902D27}"/>
                  </a:ext>
                </a:extLst>
              </p:cNvPr>
              <p:cNvPicPr/>
              <p:nvPr/>
            </p:nvPicPr>
            <p:blipFill>
              <a:blip r:embed="rId18"/>
              <a:stretch>
                <a:fillRect/>
              </a:stretch>
            </p:blipFill>
            <p:spPr>
              <a:xfrm>
                <a:off x="2132974" y="5390664"/>
                <a:ext cx="850460" cy="385354"/>
              </a:xfrm>
              <a:prstGeom prst="rect">
                <a:avLst/>
              </a:prstGeom>
            </p:spPr>
          </p:pic>
        </mc:Fallback>
      </mc:AlternateContent>
      <mc:AlternateContent xmlns:mc="http://schemas.openxmlformats.org/markup-compatibility/2006">
        <mc:Choice xmlns:p14="http://schemas.microsoft.com/office/powerpoint/2010/main" Requires="p14">
          <p:contentPart p14:bwMode="auto" r:id="rId19">
            <p14:nvContentPartPr>
              <p14:cNvPr id="18" name="Ink 17">
                <a:extLst>
                  <a:ext uri="{FF2B5EF4-FFF2-40B4-BE49-F238E27FC236}">
                    <a16:creationId xmlns:a16="http://schemas.microsoft.com/office/drawing/2014/main" id="{90D55D5B-14F6-CAB4-5603-C0F69D161840}"/>
                  </a:ext>
                </a:extLst>
              </p14:cNvPr>
              <p14:cNvContentPartPr/>
              <p14:nvPr/>
            </p14:nvContentPartPr>
            <p14:xfrm>
              <a:off x="2740375" y="5517265"/>
              <a:ext cx="154136" cy="95857"/>
            </p14:xfrm>
          </p:contentPart>
        </mc:Choice>
        <mc:Fallback>
          <p:pic>
            <p:nvPicPr>
              <p:cNvPr id="18" name="Ink 17">
                <a:extLst>
                  <a:ext uri="{FF2B5EF4-FFF2-40B4-BE49-F238E27FC236}">
                    <a16:creationId xmlns:a16="http://schemas.microsoft.com/office/drawing/2014/main" id="{90D55D5B-14F6-CAB4-5603-C0F69D161840}"/>
                  </a:ext>
                </a:extLst>
              </p:cNvPr>
              <p:cNvPicPr/>
              <p:nvPr/>
            </p:nvPicPr>
            <p:blipFill>
              <a:blip r:embed="rId20"/>
              <a:stretch>
                <a:fillRect/>
              </a:stretch>
            </p:blipFill>
            <p:spPr>
              <a:xfrm>
                <a:off x="2722410" y="5499381"/>
                <a:ext cx="189706" cy="131267"/>
              </a:xfrm>
              <a:prstGeom prst="rect">
                <a:avLst/>
              </a:prstGeom>
            </p:spPr>
          </p:pic>
        </mc:Fallback>
      </mc:AlternateContent>
      <mc:AlternateContent xmlns:mc="http://schemas.openxmlformats.org/markup-compatibility/2006">
        <mc:Choice xmlns:p14="http://schemas.microsoft.com/office/powerpoint/2010/main" Requires="p14">
          <p:contentPart p14:bwMode="auto" r:id="rId21">
            <p14:nvContentPartPr>
              <p14:cNvPr id="20" name="Ink 19">
                <a:extLst>
                  <a:ext uri="{FF2B5EF4-FFF2-40B4-BE49-F238E27FC236}">
                    <a16:creationId xmlns:a16="http://schemas.microsoft.com/office/drawing/2014/main" id="{552FA346-3960-7D25-3979-3AA84BDD9F1E}"/>
                  </a:ext>
                </a:extLst>
              </p14:cNvPr>
              <p14:cNvContentPartPr/>
              <p14:nvPr/>
            </p14:nvContentPartPr>
            <p14:xfrm>
              <a:off x="2122902" y="5651391"/>
              <a:ext cx="471095" cy="463899"/>
            </p14:xfrm>
          </p:contentPart>
        </mc:Choice>
        <mc:Fallback>
          <p:pic>
            <p:nvPicPr>
              <p:cNvPr id="20" name="Ink 19">
                <a:extLst>
                  <a:ext uri="{FF2B5EF4-FFF2-40B4-BE49-F238E27FC236}">
                    <a16:creationId xmlns:a16="http://schemas.microsoft.com/office/drawing/2014/main" id="{552FA346-3960-7D25-3979-3AA84BDD9F1E}"/>
                  </a:ext>
                </a:extLst>
              </p:cNvPr>
              <p:cNvPicPr/>
              <p:nvPr/>
            </p:nvPicPr>
            <p:blipFill>
              <a:blip r:embed="rId22"/>
              <a:stretch>
                <a:fillRect/>
              </a:stretch>
            </p:blipFill>
            <p:spPr>
              <a:xfrm>
                <a:off x="2104921" y="5633410"/>
                <a:ext cx="506697" cy="499501"/>
              </a:xfrm>
              <a:prstGeom prst="rect">
                <a:avLst/>
              </a:prstGeom>
            </p:spPr>
          </p:pic>
        </mc:Fallback>
      </mc:AlternateContent>
      <mc:AlternateContent xmlns:mc="http://schemas.openxmlformats.org/markup-compatibility/2006">
        <mc:Choice xmlns:p14="http://schemas.microsoft.com/office/powerpoint/2010/main" Requires="p14">
          <p:contentPart p14:bwMode="auto" r:id="rId23">
            <p14:nvContentPartPr>
              <p14:cNvPr id="21" name="Ink 20">
                <a:extLst>
                  <a:ext uri="{FF2B5EF4-FFF2-40B4-BE49-F238E27FC236}">
                    <a16:creationId xmlns:a16="http://schemas.microsoft.com/office/drawing/2014/main" id="{B2C0A138-752B-7DC8-1547-03BFD5733C2D}"/>
                  </a:ext>
                </a:extLst>
              </p14:cNvPr>
              <p14:cNvContentPartPr/>
              <p14:nvPr/>
            </p14:nvContentPartPr>
            <p14:xfrm>
              <a:off x="1108983" y="5337249"/>
              <a:ext cx="66699" cy="122142"/>
            </p14:xfrm>
          </p:contentPart>
        </mc:Choice>
        <mc:Fallback>
          <p:pic>
            <p:nvPicPr>
              <p:cNvPr id="21" name="Ink 20">
                <a:extLst>
                  <a:ext uri="{FF2B5EF4-FFF2-40B4-BE49-F238E27FC236}">
                    <a16:creationId xmlns:a16="http://schemas.microsoft.com/office/drawing/2014/main" id="{B2C0A138-752B-7DC8-1547-03BFD5733C2D}"/>
                  </a:ext>
                </a:extLst>
              </p:cNvPr>
              <p:cNvPicPr/>
              <p:nvPr/>
            </p:nvPicPr>
            <p:blipFill>
              <a:blip r:embed="rId24"/>
              <a:stretch>
                <a:fillRect/>
              </a:stretch>
            </p:blipFill>
            <p:spPr>
              <a:xfrm>
                <a:off x="1091053" y="5319287"/>
                <a:ext cx="102200" cy="157707"/>
              </a:xfrm>
              <a:prstGeom prst="rect">
                <a:avLst/>
              </a:prstGeom>
            </p:spPr>
          </p:pic>
        </mc:Fallback>
      </mc:AlternateContent>
      <mc:AlternateContent xmlns:mc="http://schemas.openxmlformats.org/markup-compatibility/2006">
        <mc:Choice xmlns:p14="http://schemas.microsoft.com/office/powerpoint/2010/main" Requires="p14">
          <p:contentPart p14:bwMode="auto" r:id="rId25">
            <p14:nvContentPartPr>
              <p14:cNvPr id="22" name="Ink 21">
                <a:extLst>
                  <a:ext uri="{FF2B5EF4-FFF2-40B4-BE49-F238E27FC236}">
                    <a16:creationId xmlns:a16="http://schemas.microsoft.com/office/drawing/2014/main" id="{E611C550-EA3F-9BAD-F9E5-873007153A83}"/>
                  </a:ext>
                </a:extLst>
              </p14:cNvPr>
              <p14:cNvContentPartPr/>
              <p14:nvPr/>
            </p14:nvContentPartPr>
            <p14:xfrm>
              <a:off x="1516915" y="5211197"/>
              <a:ext cx="83703" cy="114554"/>
            </p14:xfrm>
          </p:contentPart>
        </mc:Choice>
        <mc:Fallback>
          <p:pic>
            <p:nvPicPr>
              <p:cNvPr id="22" name="Ink 21">
                <a:extLst>
                  <a:ext uri="{FF2B5EF4-FFF2-40B4-BE49-F238E27FC236}">
                    <a16:creationId xmlns:a16="http://schemas.microsoft.com/office/drawing/2014/main" id="{E611C550-EA3F-9BAD-F9E5-873007153A83}"/>
                  </a:ext>
                </a:extLst>
              </p:cNvPr>
              <p:cNvPicPr/>
              <p:nvPr/>
            </p:nvPicPr>
            <p:blipFill>
              <a:blip r:embed="rId26"/>
              <a:stretch>
                <a:fillRect/>
              </a:stretch>
            </p:blipFill>
            <p:spPr>
              <a:xfrm>
                <a:off x="1499030" y="5193242"/>
                <a:ext cx="119116" cy="150105"/>
              </a:xfrm>
              <a:prstGeom prst="rect">
                <a:avLst/>
              </a:prstGeom>
            </p:spPr>
          </p:pic>
        </mc:Fallback>
      </mc:AlternateContent>
      <p:grpSp>
        <p:nvGrpSpPr>
          <p:cNvPr id="12" name="Group 11">
            <a:extLst>
              <a:ext uri="{FF2B5EF4-FFF2-40B4-BE49-F238E27FC236}">
                <a16:creationId xmlns:a16="http://schemas.microsoft.com/office/drawing/2014/main" id="{5D53C378-6089-81FB-BDB3-B035E6A38F2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8813" y="1825"/>
            <a:ext cx="12201716" cy="1776784"/>
            <a:chOff x="514473" y="480226"/>
            <a:chExt cx="10900845" cy="1471779"/>
          </a:xfrm>
        </p:grpSpPr>
        <p:sp>
          <p:nvSpPr>
            <p:cNvPr id="5" name="Color">
              <a:extLst>
                <a:ext uri="{FF2B5EF4-FFF2-40B4-BE49-F238E27FC236}">
                  <a16:creationId xmlns:a16="http://schemas.microsoft.com/office/drawing/2014/main" id="{9C05FCA0-ADC2-27BD-3E92-ECE76F997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23432" y="480226"/>
              <a:ext cx="10891886" cy="1471779"/>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1A82D0E5-48AB-C059-228B-1208D01BF4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14473" y="488531"/>
              <a:ext cx="10900843" cy="1455166"/>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C51CC66A-35D8-5EA1-54BF-2D890D21BE12}"/>
              </a:ext>
            </a:extLst>
          </p:cNvPr>
          <p:cNvSpPr>
            <a:spLocks noGrp="1"/>
          </p:cNvSpPr>
          <p:nvPr>
            <p:ph type="title"/>
          </p:nvPr>
        </p:nvSpPr>
        <p:spPr>
          <a:xfrm>
            <a:off x="276726" y="224757"/>
            <a:ext cx="10515600" cy="1325563"/>
          </a:xfrm>
        </p:spPr>
        <p:txBody>
          <a:bodyPr/>
          <a:lstStyle/>
          <a:p>
            <a:r>
              <a:rPr lang="en-US">
                <a:solidFill>
                  <a:schemeClr val="bg1"/>
                </a:solidFill>
              </a:rPr>
              <a:t>Zef's 3D mockup</a:t>
            </a:r>
          </a:p>
        </p:txBody>
      </p:sp>
    </p:spTree>
    <p:extLst>
      <p:ext uri="{BB962C8B-B14F-4D97-AF65-F5344CB8AC3E}">
        <p14:creationId xmlns:p14="http://schemas.microsoft.com/office/powerpoint/2010/main" val="4147191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p14="http://schemas.microsoft.com/office/powerpoint/2010/main" Requires="p14">
          <p:contentPart p14:bwMode="auto" r:id="rId2">
            <p14:nvContentPartPr>
              <p14:cNvPr id="15" name="Ink 14">
                <a:extLst>
                  <a:ext uri="{FF2B5EF4-FFF2-40B4-BE49-F238E27FC236}">
                    <a16:creationId xmlns:a16="http://schemas.microsoft.com/office/drawing/2014/main" id="{909F68AC-4533-5933-236C-3E8C64B7139B}"/>
                  </a:ext>
                </a:extLst>
              </p14:cNvPr>
              <p14:cNvContentPartPr/>
              <p14:nvPr/>
            </p14:nvContentPartPr>
            <p14:xfrm>
              <a:off x="6613401" y="1400487"/>
              <a:ext cx="14796" cy="14796"/>
            </p14:xfrm>
          </p:contentPart>
        </mc:Choice>
        <mc:Fallback>
          <p:pic>
            <p:nvPicPr>
              <p:cNvPr id="15" name="Ink 14">
                <a:extLst>
                  <a:ext uri="{FF2B5EF4-FFF2-40B4-BE49-F238E27FC236}">
                    <a16:creationId xmlns:a16="http://schemas.microsoft.com/office/drawing/2014/main" id="{909F68AC-4533-5933-236C-3E8C64B7139B}"/>
                  </a:ext>
                </a:extLst>
              </p:cNvPr>
              <p:cNvPicPr/>
              <p:nvPr/>
            </p:nvPicPr>
            <p:blipFill>
              <a:blip r:embed="rId3"/>
              <a:stretch>
                <a:fillRect/>
              </a:stretch>
            </p:blipFill>
            <p:spPr>
              <a:xfrm>
                <a:off x="5873601" y="660687"/>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4">
            <p14:nvContentPartPr>
              <p14:cNvPr id="17" name="Ink 16">
                <a:extLst>
                  <a:ext uri="{FF2B5EF4-FFF2-40B4-BE49-F238E27FC236}">
                    <a16:creationId xmlns:a16="http://schemas.microsoft.com/office/drawing/2014/main" id="{9D4E803E-C957-72AB-1BA1-FB3A08757C8F}"/>
                  </a:ext>
                </a:extLst>
              </p14:cNvPr>
              <p14:cNvContentPartPr/>
              <p14:nvPr/>
            </p14:nvContentPartPr>
            <p14:xfrm>
              <a:off x="8838194" y="1491171"/>
              <a:ext cx="14796" cy="14796"/>
            </p14:xfrm>
          </p:contentPart>
        </mc:Choice>
        <mc:Fallback>
          <p:pic>
            <p:nvPicPr>
              <p:cNvPr id="17" name="Ink 16">
                <a:extLst>
                  <a:ext uri="{FF2B5EF4-FFF2-40B4-BE49-F238E27FC236}">
                    <a16:creationId xmlns:a16="http://schemas.microsoft.com/office/drawing/2014/main" id="{9D4E803E-C957-72AB-1BA1-FB3A08757C8F}"/>
                  </a:ext>
                </a:extLst>
              </p:cNvPr>
              <p:cNvPicPr/>
              <p:nvPr/>
            </p:nvPicPr>
            <p:blipFill>
              <a:blip r:embed="rId3"/>
              <a:stretch>
                <a:fillRect/>
              </a:stretch>
            </p:blipFill>
            <p:spPr>
              <a:xfrm>
                <a:off x="8098394" y="751371"/>
                <a:ext cx="1479600" cy="147960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8" name="Ink 17">
                <a:extLst>
                  <a:ext uri="{FF2B5EF4-FFF2-40B4-BE49-F238E27FC236}">
                    <a16:creationId xmlns:a16="http://schemas.microsoft.com/office/drawing/2014/main" id="{D845F142-7145-4B13-0DF0-D0D519116F4C}"/>
                  </a:ext>
                </a:extLst>
              </p14:cNvPr>
              <p14:cNvContentPartPr/>
              <p14:nvPr/>
            </p14:nvContentPartPr>
            <p14:xfrm>
              <a:off x="9025631" y="1167043"/>
              <a:ext cx="14796" cy="14796"/>
            </p14:xfrm>
          </p:contentPart>
        </mc:Choice>
        <mc:Fallback>
          <p:pic>
            <p:nvPicPr>
              <p:cNvPr id="18" name="Ink 17">
                <a:extLst>
                  <a:ext uri="{FF2B5EF4-FFF2-40B4-BE49-F238E27FC236}">
                    <a16:creationId xmlns:a16="http://schemas.microsoft.com/office/drawing/2014/main" id="{D845F142-7145-4B13-0DF0-D0D519116F4C}"/>
                  </a:ext>
                </a:extLst>
              </p:cNvPr>
              <p:cNvPicPr/>
              <p:nvPr/>
            </p:nvPicPr>
            <p:blipFill>
              <a:blip r:embed="rId6"/>
              <a:stretch>
                <a:fillRect/>
              </a:stretch>
            </p:blipFill>
            <p:spPr>
              <a:xfrm>
                <a:off x="8902331" y="1093063"/>
                <a:ext cx="258930" cy="161276"/>
              </a:xfrm>
              <a:prstGeom prst="rect">
                <a:avLst/>
              </a:prstGeom>
            </p:spPr>
          </p:pic>
        </mc:Fallback>
      </mc:AlternateContent>
      <p:sp>
        <p:nvSpPr>
          <p:cNvPr id="28" name="TextBox 27">
            <a:extLst>
              <a:ext uri="{FF2B5EF4-FFF2-40B4-BE49-F238E27FC236}">
                <a16:creationId xmlns:a16="http://schemas.microsoft.com/office/drawing/2014/main" id="{8C9A14B5-788B-221F-12D5-709CF3500FD7}"/>
              </a:ext>
            </a:extLst>
          </p:cNvPr>
          <p:cNvSpPr txBox="1"/>
          <p:nvPr/>
        </p:nvSpPr>
        <p:spPr>
          <a:xfrm>
            <a:off x="3593171" y="2354145"/>
            <a:ext cx="175941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Battery </a:t>
            </a:r>
          </a:p>
        </p:txBody>
      </p:sp>
      <p:sp>
        <p:nvSpPr>
          <p:cNvPr id="29" name="TextBox 28">
            <a:extLst>
              <a:ext uri="{FF2B5EF4-FFF2-40B4-BE49-F238E27FC236}">
                <a16:creationId xmlns:a16="http://schemas.microsoft.com/office/drawing/2014/main" id="{227F652D-B0AC-B1DD-3150-D818EBAACA94}"/>
              </a:ext>
            </a:extLst>
          </p:cNvPr>
          <p:cNvSpPr txBox="1"/>
          <p:nvPr/>
        </p:nvSpPr>
        <p:spPr>
          <a:xfrm>
            <a:off x="1239024" y="3085170"/>
            <a:ext cx="1251414"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Claws to help with stability</a:t>
            </a:r>
          </a:p>
        </p:txBody>
      </p:sp>
      <p:sp>
        <p:nvSpPr>
          <p:cNvPr id="30" name="TextBox 29">
            <a:extLst>
              <a:ext uri="{FF2B5EF4-FFF2-40B4-BE49-F238E27FC236}">
                <a16:creationId xmlns:a16="http://schemas.microsoft.com/office/drawing/2014/main" id="{E3F63929-B519-BC47-0876-AEC72E415CD6}"/>
              </a:ext>
            </a:extLst>
          </p:cNvPr>
          <p:cNvSpPr txBox="1"/>
          <p:nvPr/>
        </p:nvSpPr>
        <p:spPr>
          <a:xfrm>
            <a:off x="3227658" y="4008244"/>
            <a:ext cx="173463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Temperature probe</a:t>
            </a:r>
          </a:p>
        </p:txBody>
      </p:sp>
      <p:sp>
        <p:nvSpPr>
          <p:cNvPr id="31" name="TextBox 30">
            <a:extLst>
              <a:ext uri="{FF2B5EF4-FFF2-40B4-BE49-F238E27FC236}">
                <a16:creationId xmlns:a16="http://schemas.microsoft.com/office/drawing/2014/main" id="{FCA63AC3-8831-EB6C-322F-BFEFB1947719}"/>
              </a:ext>
            </a:extLst>
          </p:cNvPr>
          <p:cNvSpPr txBox="1"/>
          <p:nvPr/>
        </p:nvSpPr>
        <p:spPr>
          <a:xfrm>
            <a:off x="2106341" y="5464097"/>
            <a:ext cx="102839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SD card</a:t>
            </a:r>
          </a:p>
        </p:txBody>
      </p:sp>
      <p:grpSp>
        <p:nvGrpSpPr>
          <p:cNvPr id="6" name="Group 5">
            <a:extLst>
              <a:ext uri="{FF2B5EF4-FFF2-40B4-BE49-F238E27FC236}">
                <a16:creationId xmlns:a16="http://schemas.microsoft.com/office/drawing/2014/main" id="{5AE3057D-3A1F-C9DA-26F1-19C9E50D8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031CB1FB-A04C-6557-521D-41D97F61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olor">
              <a:extLst>
                <a:ext uri="{FF2B5EF4-FFF2-40B4-BE49-F238E27FC236}">
                  <a16:creationId xmlns:a16="http://schemas.microsoft.com/office/drawing/2014/main" id="{0FE45875-86A9-80B8-082B-D7DD031888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22" name="Picture 21">
            <a:extLst>
              <a:ext uri="{FF2B5EF4-FFF2-40B4-BE49-F238E27FC236}">
                <a16:creationId xmlns:a16="http://schemas.microsoft.com/office/drawing/2014/main" id="{A31A787D-A890-5EAD-46FA-26AC0E9C12AE}"/>
              </a:ext>
            </a:extLst>
          </p:cNvPr>
          <p:cNvPicPr>
            <a:picLocks noChangeAspect="1"/>
          </p:cNvPicPr>
          <p:nvPr/>
        </p:nvPicPr>
        <p:blipFill>
          <a:blip r:embed="rId7"/>
          <a:stretch>
            <a:fillRect/>
          </a:stretch>
        </p:blipFill>
        <p:spPr>
          <a:xfrm>
            <a:off x="7217931" y="1719065"/>
            <a:ext cx="4563923" cy="4989029"/>
          </a:xfrm>
          <a:prstGeom prst="rect">
            <a:avLst/>
          </a:prstGeom>
        </p:spPr>
      </p:pic>
      <p:sp>
        <p:nvSpPr>
          <p:cNvPr id="2" name="Title 1">
            <a:extLst>
              <a:ext uri="{FF2B5EF4-FFF2-40B4-BE49-F238E27FC236}">
                <a16:creationId xmlns:a16="http://schemas.microsoft.com/office/drawing/2014/main" id="{9E00B712-F478-3D2F-6FB3-DFD07B0CE486}"/>
              </a:ext>
            </a:extLst>
          </p:cNvPr>
          <p:cNvSpPr>
            <a:spLocks noGrp="1"/>
          </p:cNvSpPr>
          <p:nvPr>
            <p:ph type="title"/>
          </p:nvPr>
        </p:nvSpPr>
        <p:spPr>
          <a:xfrm>
            <a:off x="196515" y="194677"/>
            <a:ext cx="5869620" cy="1332961"/>
          </a:xfrm>
        </p:spPr>
        <p:txBody>
          <a:bodyPr/>
          <a:lstStyle/>
          <a:p>
            <a:r>
              <a:rPr lang="en-US">
                <a:solidFill>
                  <a:schemeClr val="bg1"/>
                </a:solidFill>
              </a:rPr>
              <a:t>Taliahs 3d Mockup</a:t>
            </a:r>
          </a:p>
        </p:txBody>
      </p:sp>
      <mc:AlternateContent xmlns:mc="http://schemas.openxmlformats.org/markup-compatibility/2006">
        <mc:Choice xmlns:p14="http://schemas.microsoft.com/office/powerpoint/2010/main" Requires="p14">
          <p:contentPart p14:bwMode="auto" r:id="rId8">
            <p14:nvContentPartPr>
              <p14:cNvPr id="7" name="Ink 6">
                <a:extLst>
                  <a:ext uri="{FF2B5EF4-FFF2-40B4-BE49-F238E27FC236}">
                    <a16:creationId xmlns:a16="http://schemas.microsoft.com/office/drawing/2014/main" id="{91AE0CCD-7AAA-1444-B849-98DE4F71B3C0}"/>
                  </a:ext>
                </a:extLst>
              </p14:cNvPr>
              <p14:cNvContentPartPr/>
              <p14:nvPr/>
            </p14:nvContentPartPr>
            <p14:xfrm>
              <a:off x="4423960" y="2576003"/>
              <a:ext cx="6108528" cy="950094"/>
            </p14:xfrm>
          </p:contentPart>
        </mc:Choice>
        <mc:Fallback>
          <p:pic>
            <p:nvPicPr>
              <p:cNvPr id="7" name="Ink 6">
                <a:extLst>
                  <a:ext uri="{FF2B5EF4-FFF2-40B4-BE49-F238E27FC236}">
                    <a16:creationId xmlns:a16="http://schemas.microsoft.com/office/drawing/2014/main" id="{91AE0CCD-7AAA-1444-B849-98DE4F71B3C0}"/>
                  </a:ext>
                </a:extLst>
              </p:cNvPr>
              <p:cNvPicPr/>
              <p:nvPr/>
            </p:nvPicPr>
            <p:blipFill>
              <a:blip r:embed="rId9"/>
              <a:stretch>
                <a:fillRect/>
              </a:stretch>
            </p:blipFill>
            <p:spPr>
              <a:xfrm>
                <a:off x="4405961" y="2558009"/>
                <a:ext cx="6144166" cy="985723"/>
              </a:xfrm>
              <a:prstGeom prst="rect">
                <a:avLst/>
              </a:prstGeom>
            </p:spPr>
          </p:pic>
        </mc:Fallback>
      </mc:AlternateContent>
      <mc:AlternateContent xmlns:mc="http://schemas.openxmlformats.org/markup-compatibility/2006">
        <mc:Choice xmlns:p14="http://schemas.microsoft.com/office/powerpoint/2010/main" Requires="p14">
          <p:contentPart p14:bwMode="auto" r:id="rId10">
            <p14:nvContentPartPr>
              <p14:cNvPr id="8" name="Ink 7">
                <a:extLst>
                  <a:ext uri="{FF2B5EF4-FFF2-40B4-BE49-F238E27FC236}">
                    <a16:creationId xmlns:a16="http://schemas.microsoft.com/office/drawing/2014/main" id="{F43F83C1-0D9F-C897-84F8-3A867C19DF1C}"/>
                  </a:ext>
                </a:extLst>
              </p14:cNvPr>
              <p14:cNvContentPartPr/>
              <p14:nvPr/>
            </p14:nvContentPartPr>
            <p14:xfrm>
              <a:off x="2354617" y="3535842"/>
              <a:ext cx="5638637" cy="1753459"/>
            </p14:xfrm>
          </p:contentPart>
        </mc:Choice>
        <mc:Fallback>
          <p:pic>
            <p:nvPicPr>
              <p:cNvPr id="8" name="Ink 7">
                <a:extLst>
                  <a:ext uri="{FF2B5EF4-FFF2-40B4-BE49-F238E27FC236}">
                    <a16:creationId xmlns:a16="http://schemas.microsoft.com/office/drawing/2014/main" id="{F43F83C1-0D9F-C897-84F8-3A867C19DF1C}"/>
                  </a:ext>
                </a:extLst>
              </p:cNvPr>
              <p:cNvPicPr/>
              <p:nvPr/>
            </p:nvPicPr>
            <p:blipFill>
              <a:blip r:embed="rId11"/>
              <a:stretch>
                <a:fillRect/>
              </a:stretch>
            </p:blipFill>
            <p:spPr>
              <a:xfrm>
                <a:off x="2336618" y="3517847"/>
                <a:ext cx="5674274" cy="1789090"/>
              </a:xfrm>
              <a:prstGeom prst="rect">
                <a:avLst/>
              </a:prstGeom>
            </p:spPr>
          </p:pic>
        </mc:Fallback>
      </mc:AlternateContent>
      <mc:AlternateContent xmlns:mc="http://schemas.openxmlformats.org/markup-compatibility/2006">
        <mc:Choice xmlns:p14="http://schemas.microsoft.com/office/powerpoint/2010/main" Requires="p14">
          <p:contentPart p14:bwMode="auto" r:id="rId12">
            <p14:nvContentPartPr>
              <p14:cNvPr id="9" name="Ink 8">
                <a:extLst>
                  <a:ext uri="{FF2B5EF4-FFF2-40B4-BE49-F238E27FC236}">
                    <a16:creationId xmlns:a16="http://schemas.microsoft.com/office/drawing/2014/main" id="{672704CA-A2DE-8082-6908-9F345769E0DE}"/>
                  </a:ext>
                </a:extLst>
              </p14:cNvPr>
              <p14:cNvContentPartPr/>
              <p14:nvPr/>
            </p14:nvContentPartPr>
            <p14:xfrm>
              <a:off x="3238500" y="5688915"/>
              <a:ext cx="7105146" cy="592571"/>
            </p14:xfrm>
          </p:contentPart>
        </mc:Choice>
        <mc:Fallback>
          <p:pic>
            <p:nvPicPr>
              <p:cNvPr id="9" name="Ink 8">
                <a:extLst>
                  <a:ext uri="{FF2B5EF4-FFF2-40B4-BE49-F238E27FC236}">
                    <a16:creationId xmlns:a16="http://schemas.microsoft.com/office/drawing/2014/main" id="{672704CA-A2DE-8082-6908-9F345769E0DE}"/>
                  </a:ext>
                </a:extLst>
              </p:cNvPr>
              <p:cNvPicPr/>
              <p:nvPr/>
            </p:nvPicPr>
            <p:blipFill>
              <a:blip r:embed="rId13"/>
              <a:stretch>
                <a:fillRect/>
              </a:stretch>
            </p:blipFill>
            <p:spPr>
              <a:xfrm>
                <a:off x="3220500" y="5670926"/>
                <a:ext cx="7140785" cy="628190"/>
              </a:xfrm>
              <a:prstGeom prst="rect">
                <a:avLst/>
              </a:prstGeom>
            </p:spPr>
          </p:pic>
        </mc:Fallback>
      </mc:AlternateContent>
      <mc:AlternateContent xmlns:mc="http://schemas.openxmlformats.org/markup-compatibility/2006">
        <mc:Choice xmlns:p14="http://schemas.microsoft.com/office/powerpoint/2010/main" Requires="p14">
          <p:contentPart p14:bwMode="auto" r:id="rId14">
            <p14:nvContentPartPr>
              <p14:cNvPr id="10" name="Ink 9">
                <a:extLst>
                  <a:ext uri="{FF2B5EF4-FFF2-40B4-BE49-F238E27FC236}">
                    <a16:creationId xmlns:a16="http://schemas.microsoft.com/office/drawing/2014/main" id="{3DE8B2C5-4F06-F761-4038-6F828EE8105B}"/>
                  </a:ext>
                </a:extLst>
              </p14:cNvPr>
              <p14:cNvContentPartPr/>
              <p14:nvPr/>
            </p14:nvContentPartPr>
            <p14:xfrm>
              <a:off x="4167852" y="4251052"/>
              <a:ext cx="5447306" cy="1593076"/>
            </p14:xfrm>
          </p:contentPart>
        </mc:Choice>
        <mc:Fallback>
          <p:pic>
            <p:nvPicPr>
              <p:cNvPr id="10" name="Ink 9">
                <a:extLst>
                  <a:ext uri="{FF2B5EF4-FFF2-40B4-BE49-F238E27FC236}">
                    <a16:creationId xmlns:a16="http://schemas.microsoft.com/office/drawing/2014/main" id="{3DE8B2C5-4F06-F761-4038-6F828EE8105B}"/>
                  </a:ext>
                </a:extLst>
              </p:cNvPr>
              <p:cNvPicPr/>
              <p:nvPr/>
            </p:nvPicPr>
            <p:blipFill>
              <a:blip r:embed="rId15"/>
              <a:stretch>
                <a:fillRect/>
              </a:stretch>
            </p:blipFill>
            <p:spPr>
              <a:xfrm>
                <a:off x="4149854" y="4233055"/>
                <a:ext cx="5482942" cy="1628710"/>
              </a:xfrm>
              <a:prstGeom prst="rect">
                <a:avLst/>
              </a:prstGeom>
            </p:spPr>
          </p:pic>
        </mc:Fallback>
      </mc:AlternateContent>
    </p:spTree>
    <p:extLst>
      <p:ext uri="{BB962C8B-B14F-4D97-AF65-F5344CB8AC3E}">
        <p14:creationId xmlns:p14="http://schemas.microsoft.com/office/powerpoint/2010/main" val="21497232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88E1B6B-A0D6-8247-31F9-647DEF5E7127}"/>
              </a:ext>
            </a:extLst>
          </p:cNvPr>
          <p:cNvPicPr>
            <a:picLocks noGrp="1" noChangeAspect="1"/>
          </p:cNvPicPr>
          <p:nvPr>
            <p:ph idx="1"/>
          </p:nvPr>
        </p:nvPicPr>
        <p:blipFill>
          <a:blip r:embed="rId2"/>
          <a:stretch>
            <a:fillRect/>
          </a:stretch>
        </p:blipFill>
        <p:spPr>
          <a:xfrm>
            <a:off x="1309739" y="2187059"/>
            <a:ext cx="9136320" cy="4559299"/>
          </a:xfrm>
          <a:prstGeom prst="rect">
            <a:avLst/>
          </a:prstGeom>
        </p:spPr>
      </p:pic>
      <p:grpSp>
        <p:nvGrpSpPr>
          <p:cNvPr id="11" name="Group 10">
            <a:extLst>
              <a:ext uri="{FF2B5EF4-FFF2-40B4-BE49-F238E27FC236}">
                <a16:creationId xmlns:a16="http://schemas.microsoft.com/office/drawing/2014/main" id="{ADEC6ED6-915F-8E19-B8CE-42C47769EA2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58944" y="1825"/>
            <a:ext cx="12251846" cy="1716626"/>
            <a:chOff x="469687" y="480226"/>
            <a:chExt cx="10945631" cy="1421948"/>
          </a:xfrm>
        </p:grpSpPr>
        <p:sp>
          <p:nvSpPr>
            <p:cNvPr id="9" name="Color">
              <a:extLst>
                <a:ext uri="{FF2B5EF4-FFF2-40B4-BE49-F238E27FC236}">
                  <a16:creationId xmlns:a16="http://schemas.microsoft.com/office/drawing/2014/main" id="{42C9A67B-F21D-7E6B-5D53-704A94B141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C3178A38-F0D4-0B0E-AB45-8134AF7F8E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8645" y="488531"/>
              <a:ext cx="10936673" cy="141364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C88F65-E257-50D0-F69C-69363F25BCCB}"/>
              </a:ext>
            </a:extLst>
          </p:cNvPr>
          <p:cNvSpPr>
            <a:spLocks noGrp="1"/>
          </p:cNvSpPr>
          <p:nvPr>
            <p:ph type="title"/>
          </p:nvPr>
        </p:nvSpPr>
        <p:spPr>
          <a:xfrm>
            <a:off x="417094" y="194678"/>
            <a:ext cx="10515600" cy="1325563"/>
          </a:xfrm>
        </p:spPr>
        <p:txBody>
          <a:bodyPr/>
          <a:lstStyle/>
          <a:p>
            <a:r>
              <a:rPr lang="en-US">
                <a:solidFill>
                  <a:srgbClr val="FFFFFF"/>
                </a:solidFill>
              </a:rPr>
              <a:t>Zef's Website Mockup</a:t>
            </a:r>
          </a:p>
        </p:txBody>
      </p:sp>
    </p:spTree>
    <p:extLst>
      <p:ext uri="{BB962C8B-B14F-4D97-AF65-F5344CB8AC3E}">
        <p14:creationId xmlns:p14="http://schemas.microsoft.com/office/powerpoint/2010/main" val="13668605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514FB030-11D3-7EF4-6BAE-B0DAAC286BAD}"/>
              </a:ext>
            </a:extLst>
          </p:cNvPr>
          <p:cNvPicPr>
            <a:picLocks noGrp="1" noChangeAspect="1"/>
          </p:cNvPicPr>
          <p:nvPr>
            <p:ph idx="1"/>
          </p:nvPr>
        </p:nvPicPr>
        <p:blipFill>
          <a:blip r:embed="rId2"/>
          <a:stretch>
            <a:fillRect/>
          </a:stretch>
        </p:blipFill>
        <p:spPr>
          <a:xfrm>
            <a:off x="3044999" y="2338457"/>
            <a:ext cx="6205132" cy="4520647"/>
          </a:xfrm>
          <a:prstGeom prst="rect">
            <a:avLst/>
          </a:prstGeom>
        </p:spPr>
      </p:pic>
      <p:grpSp>
        <p:nvGrpSpPr>
          <p:cNvPr id="11" name="Group 10">
            <a:extLst>
              <a:ext uri="{FF2B5EF4-FFF2-40B4-BE49-F238E27FC236}">
                <a16:creationId xmlns:a16="http://schemas.microsoft.com/office/drawing/2014/main" id="{C47CC5E7-9E0C-1C22-7558-600849365B6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9" name="Color">
              <a:extLst>
                <a:ext uri="{FF2B5EF4-FFF2-40B4-BE49-F238E27FC236}">
                  <a16:creationId xmlns:a16="http://schemas.microsoft.com/office/drawing/2014/main" id="{51B8D2F8-C602-9AA0-8218-53FEA540B2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Color">
              <a:extLst>
                <a:ext uri="{FF2B5EF4-FFF2-40B4-BE49-F238E27FC236}">
                  <a16:creationId xmlns:a16="http://schemas.microsoft.com/office/drawing/2014/main" id="{08A53690-4B70-C5D2-5B7A-838AEFD40B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04BC8D6-7AFA-1B30-7B41-F587777381A9}"/>
              </a:ext>
            </a:extLst>
          </p:cNvPr>
          <p:cNvSpPr>
            <a:spLocks noGrp="1"/>
          </p:cNvSpPr>
          <p:nvPr>
            <p:ph type="title"/>
          </p:nvPr>
        </p:nvSpPr>
        <p:spPr>
          <a:xfrm>
            <a:off x="174336" y="197716"/>
            <a:ext cx="10515600" cy="1325563"/>
          </a:xfrm>
        </p:spPr>
        <p:txBody>
          <a:bodyPr/>
          <a:lstStyle/>
          <a:p>
            <a:r>
              <a:rPr lang="en-US">
                <a:solidFill>
                  <a:srgbClr val="FFFFFF"/>
                </a:solidFill>
              </a:rPr>
              <a:t>Oscar's Website Mockup</a:t>
            </a:r>
          </a:p>
        </p:txBody>
      </p:sp>
    </p:spTree>
    <p:extLst>
      <p:ext uri="{BB962C8B-B14F-4D97-AF65-F5344CB8AC3E}">
        <p14:creationId xmlns:p14="http://schemas.microsoft.com/office/powerpoint/2010/main" val="3107933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6EB7D4B0-5233-EF46-C5FB-4067893490FB}"/>
              </a:ext>
            </a:extLst>
          </p:cNvPr>
          <p:cNvPicPr>
            <a:picLocks noGrp="1" noChangeAspect="1"/>
          </p:cNvPicPr>
          <p:nvPr>
            <p:ph idx="1"/>
          </p:nvPr>
        </p:nvPicPr>
        <p:blipFill>
          <a:blip r:embed="rId2"/>
          <a:stretch>
            <a:fillRect/>
          </a:stretch>
        </p:blipFill>
        <p:spPr>
          <a:xfrm>
            <a:off x="4081587" y="2238199"/>
            <a:ext cx="6917185" cy="3880905"/>
          </a:xfrm>
          <a:prstGeom prst="rect">
            <a:avLst/>
          </a:prstGeom>
        </p:spPr>
      </p:pic>
      <mc:AlternateContent xmlns:mc="http://schemas.openxmlformats.org/markup-compatibility/2006">
        <mc:Choice xmlns:p14="http://schemas.microsoft.com/office/powerpoint/2010/main" Requires="p14">
          <p:contentPart p14:bwMode="auto" r:id="rId3">
            <p14:nvContentPartPr>
              <p14:cNvPr id="5" name="Ink 4">
                <a:extLst>
                  <a:ext uri="{FF2B5EF4-FFF2-40B4-BE49-F238E27FC236}">
                    <a16:creationId xmlns:a16="http://schemas.microsoft.com/office/drawing/2014/main" id="{291E65B1-4420-81D5-05F8-C0FF12741F77}"/>
                  </a:ext>
                </a:extLst>
              </p14:cNvPr>
              <p14:cNvContentPartPr/>
              <p14:nvPr/>
            </p14:nvContentPartPr>
            <p14:xfrm>
              <a:off x="2432625" y="2224683"/>
              <a:ext cx="3396522" cy="859071"/>
            </p14:xfrm>
          </p:contentPart>
        </mc:Choice>
        <mc:Fallback>
          <p:pic>
            <p:nvPicPr>
              <p:cNvPr id="5" name="Ink 4">
                <a:extLst>
                  <a:ext uri="{FF2B5EF4-FFF2-40B4-BE49-F238E27FC236}">
                    <a16:creationId xmlns:a16="http://schemas.microsoft.com/office/drawing/2014/main" id="{291E65B1-4420-81D5-05F8-C0FF12741F77}"/>
                  </a:ext>
                </a:extLst>
              </p:cNvPr>
              <p:cNvPicPr/>
              <p:nvPr/>
            </p:nvPicPr>
            <p:blipFill>
              <a:blip r:embed="rId4"/>
              <a:stretch>
                <a:fillRect/>
              </a:stretch>
            </p:blipFill>
            <p:spPr>
              <a:xfrm>
                <a:off x="2414625" y="2206688"/>
                <a:ext cx="3432161" cy="894701"/>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1" name="Ink 10">
                <a:extLst>
                  <a:ext uri="{FF2B5EF4-FFF2-40B4-BE49-F238E27FC236}">
                    <a16:creationId xmlns:a16="http://schemas.microsoft.com/office/drawing/2014/main" id="{53A11908-C8F3-228A-2A42-64DCE78996A9}"/>
                  </a:ext>
                </a:extLst>
              </p14:cNvPr>
              <p14:cNvContentPartPr/>
              <p14:nvPr/>
            </p14:nvContentPartPr>
            <p14:xfrm>
              <a:off x="3567694" y="3854549"/>
              <a:ext cx="3965780" cy="486181"/>
            </p14:xfrm>
          </p:contentPart>
        </mc:Choice>
        <mc:Fallback>
          <p:pic>
            <p:nvPicPr>
              <p:cNvPr id="11" name="Ink 10">
                <a:extLst>
                  <a:ext uri="{FF2B5EF4-FFF2-40B4-BE49-F238E27FC236}">
                    <a16:creationId xmlns:a16="http://schemas.microsoft.com/office/drawing/2014/main" id="{53A11908-C8F3-228A-2A42-64DCE78996A9}"/>
                  </a:ext>
                </a:extLst>
              </p:cNvPr>
              <p:cNvPicPr/>
              <p:nvPr/>
            </p:nvPicPr>
            <p:blipFill>
              <a:blip r:embed="rId6"/>
              <a:stretch>
                <a:fillRect/>
              </a:stretch>
            </p:blipFill>
            <p:spPr>
              <a:xfrm>
                <a:off x="3549696" y="3836569"/>
                <a:ext cx="4001417" cy="521782"/>
              </a:xfrm>
              <a:prstGeom prst="rect">
                <a:avLst/>
              </a:prstGeom>
            </p:spPr>
          </p:pic>
        </mc:Fallback>
      </mc:AlternateContent>
      <mc:AlternateContent xmlns:mc="http://schemas.openxmlformats.org/markup-compatibility/2006">
        <mc:Choice xmlns:p14="http://schemas.microsoft.com/office/powerpoint/2010/main" Requires="p14">
          <p:contentPart p14:bwMode="auto" r:id="rId7">
            <p14:nvContentPartPr>
              <p14:cNvPr id="12" name="Ink 11">
                <a:extLst>
                  <a:ext uri="{FF2B5EF4-FFF2-40B4-BE49-F238E27FC236}">
                    <a16:creationId xmlns:a16="http://schemas.microsoft.com/office/drawing/2014/main" id="{AB26A816-7054-250C-2DD5-14C1B01A714F}"/>
                  </a:ext>
                </a:extLst>
              </p14:cNvPr>
              <p14:cNvContentPartPr/>
              <p14:nvPr/>
            </p14:nvContentPartPr>
            <p14:xfrm>
              <a:off x="3501141" y="3882410"/>
              <a:ext cx="3961299" cy="1036743"/>
            </p14:xfrm>
          </p:contentPart>
        </mc:Choice>
        <mc:Fallback>
          <p:pic>
            <p:nvPicPr>
              <p:cNvPr id="12" name="Ink 11">
                <a:extLst>
                  <a:ext uri="{FF2B5EF4-FFF2-40B4-BE49-F238E27FC236}">
                    <a16:creationId xmlns:a16="http://schemas.microsoft.com/office/drawing/2014/main" id="{AB26A816-7054-250C-2DD5-14C1B01A714F}"/>
                  </a:ext>
                </a:extLst>
              </p:cNvPr>
              <p:cNvPicPr/>
              <p:nvPr/>
            </p:nvPicPr>
            <p:blipFill>
              <a:blip r:embed="rId8"/>
              <a:stretch>
                <a:fillRect/>
              </a:stretch>
            </p:blipFill>
            <p:spPr>
              <a:xfrm>
                <a:off x="3483142" y="3864417"/>
                <a:ext cx="3996938" cy="1072369"/>
              </a:xfrm>
              <a:prstGeom prst="rect">
                <a:avLst/>
              </a:prstGeom>
            </p:spPr>
          </p:pic>
        </mc:Fallback>
      </mc:AlternateContent>
      <mc:AlternateContent xmlns:mc="http://schemas.openxmlformats.org/markup-compatibility/2006">
        <mc:Choice xmlns:p14="http://schemas.microsoft.com/office/powerpoint/2010/main" Requires="p14">
          <p:contentPart p14:bwMode="auto" r:id="rId9">
            <p14:nvContentPartPr>
              <p14:cNvPr id="13" name="Ink 12">
                <a:extLst>
                  <a:ext uri="{FF2B5EF4-FFF2-40B4-BE49-F238E27FC236}">
                    <a16:creationId xmlns:a16="http://schemas.microsoft.com/office/drawing/2014/main" id="{0D5BF425-7455-5047-8B5B-95729688C396}"/>
                  </a:ext>
                </a:extLst>
              </p14:cNvPr>
              <p14:cNvContentPartPr/>
              <p14:nvPr/>
            </p14:nvContentPartPr>
            <p14:xfrm>
              <a:off x="3448897" y="3842633"/>
              <a:ext cx="1878915" cy="453033"/>
            </p14:xfrm>
          </p:contentPart>
        </mc:Choice>
        <mc:Fallback>
          <p:pic>
            <p:nvPicPr>
              <p:cNvPr id="13" name="Ink 12">
                <a:extLst>
                  <a:ext uri="{FF2B5EF4-FFF2-40B4-BE49-F238E27FC236}">
                    <a16:creationId xmlns:a16="http://schemas.microsoft.com/office/drawing/2014/main" id="{0D5BF425-7455-5047-8B5B-95729688C396}"/>
                  </a:ext>
                </a:extLst>
              </p:cNvPr>
              <p:cNvPicPr/>
              <p:nvPr/>
            </p:nvPicPr>
            <p:blipFill>
              <a:blip r:embed="rId10"/>
              <a:stretch>
                <a:fillRect/>
              </a:stretch>
            </p:blipFill>
            <p:spPr>
              <a:xfrm>
                <a:off x="3430900" y="3824641"/>
                <a:ext cx="1914550" cy="488657"/>
              </a:xfrm>
              <a:prstGeom prst="rect">
                <a:avLst/>
              </a:prstGeom>
            </p:spPr>
          </p:pic>
        </mc:Fallback>
      </mc:AlternateContent>
      <mc:AlternateContent xmlns:mc="http://schemas.openxmlformats.org/markup-compatibility/2006">
        <mc:Choice xmlns:p14="http://schemas.microsoft.com/office/powerpoint/2010/main" Requires="p14">
          <p:contentPart p14:bwMode="auto" r:id="rId11">
            <p14:nvContentPartPr>
              <p14:cNvPr id="14" name="Ink 13">
                <a:extLst>
                  <a:ext uri="{FF2B5EF4-FFF2-40B4-BE49-F238E27FC236}">
                    <a16:creationId xmlns:a16="http://schemas.microsoft.com/office/drawing/2014/main" id="{2221E05B-8385-4427-59AE-C55D3918076B}"/>
                  </a:ext>
                </a:extLst>
              </p14:cNvPr>
              <p14:cNvContentPartPr/>
              <p14:nvPr/>
            </p14:nvContentPartPr>
            <p14:xfrm>
              <a:off x="3510431" y="3850126"/>
              <a:ext cx="1775883" cy="802648"/>
            </p14:xfrm>
          </p:contentPart>
        </mc:Choice>
        <mc:Fallback>
          <p:pic>
            <p:nvPicPr>
              <p:cNvPr id="14" name="Ink 13">
                <a:extLst>
                  <a:ext uri="{FF2B5EF4-FFF2-40B4-BE49-F238E27FC236}">
                    <a16:creationId xmlns:a16="http://schemas.microsoft.com/office/drawing/2014/main" id="{2221E05B-8385-4427-59AE-C55D3918076B}"/>
                  </a:ext>
                </a:extLst>
              </p:cNvPr>
              <p:cNvPicPr/>
              <p:nvPr/>
            </p:nvPicPr>
            <p:blipFill>
              <a:blip r:embed="rId12"/>
              <a:stretch>
                <a:fillRect/>
              </a:stretch>
            </p:blipFill>
            <p:spPr>
              <a:xfrm>
                <a:off x="3492435" y="3832137"/>
                <a:ext cx="1811516" cy="838265"/>
              </a:xfrm>
              <a:prstGeom prst="rect">
                <a:avLst/>
              </a:prstGeom>
            </p:spPr>
          </p:pic>
        </mc:Fallback>
      </mc:AlternateContent>
      <mc:AlternateContent xmlns:mc="http://schemas.openxmlformats.org/markup-compatibility/2006">
        <mc:Choice xmlns:p14="http://schemas.microsoft.com/office/powerpoint/2010/main" Requires="p14">
          <p:contentPart p14:bwMode="auto" r:id="rId13">
            <p14:nvContentPartPr>
              <p14:cNvPr id="15" name="Ink 14">
                <a:extLst>
                  <a:ext uri="{FF2B5EF4-FFF2-40B4-BE49-F238E27FC236}">
                    <a16:creationId xmlns:a16="http://schemas.microsoft.com/office/drawing/2014/main" id="{E139891A-B456-ABC2-8311-60B3B4D12537}"/>
                  </a:ext>
                </a:extLst>
              </p14:cNvPr>
              <p14:cNvContentPartPr/>
              <p14:nvPr/>
            </p14:nvContentPartPr>
            <p14:xfrm>
              <a:off x="1974101" y="5279849"/>
              <a:ext cx="4206857" cy="308726"/>
            </p14:xfrm>
          </p:contentPart>
        </mc:Choice>
        <mc:Fallback>
          <p:pic>
            <p:nvPicPr>
              <p:cNvPr id="15" name="Ink 14">
                <a:extLst>
                  <a:ext uri="{FF2B5EF4-FFF2-40B4-BE49-F238E27FC236}">
                    <a16:creationId xmlns:a16="http://schemas.microsoft.com/office/drawing/2014/main" id="{E139891A-B456-ABC2-8311-60B3B4D12537}"/>
                  </a:ext>
                </a:extLst>
              </p:cNvPr>
              <p:cNvPicPr/>
              <p:nvPr/>
            </p:nvPicPr>
            <p:blipFill>
              <a:blip r:embed="rId14"/>
              <a:stretch>
                <a:fillRect/>
              </a:stretch>
            </p:blipFill>
            <p:spPr>
              <a:xfrm>
                <a:off x="1956103" y="5261858"/>
                <a:ext cx="4242493" cy="344348"/>
              </a:xfrm>
              <a:prstGeom prst="rect">
                <a:avLst/>
              </a:prstGeom>
            </p:spPr>
          </p:pic>
        </mc:Fallback>
      </mc:AlternateContent>
      <p:sp>
        <p:nvSpPr>
          <p:cNvPr id="16" name="TextBox 15">
            <a:extLst>
              <a:ext uri="{FF2B5EF4-FFF2-40B4-BE49-F238E27FC236}">
                <a16:creationId xmlns:a16="http://schemas.microsoft.com/office/drawing/2014/main" id="{24FEF3ED-F281-D4E7-22C3-88CFF0405EB0}"/>
              </a:ext>
            </a:extLst>
          </p:cNvPr>
          <p:cNvSpPr txBox="1"/>
          <p:nvPr/>
        </p:nvSpPr>
        <p:spPr>
          <a:xfrm>
            <a:off x="478733" y="2052765"/>
            <a:ext cx="207145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Our name in a blue </a:t>
            </a:r>
            <a:r>
              <a:rPr lang="en-US" err="1"/>
              <a:t>colour</a:t>
            </a:r>
            <a:r>
              <a:rPr lang="en-US"/>
              <a:t> scheme to represent the water </a:t>
            </a:r>
          </a:p>
        </p:txBody>
      </p:sp>
      <p:sp>
        <p:nvSpPr>
          <p:cNvPr id="22" name="TextBox 21">
            <a:extLst>
              <a:ext uri="{FF2B5EF4-FFF2-40B4-BE49-F238E27FC236}">
                <a16:creationId xmlns:a16="http://schemas.microsoft.com/office/drawing/2014/main" id="{50409287-EF5B-CF5B-A14E-2C5D39440B15}"/>
              </a:ext>
            </a:extLst>
          </p:cNvPr>
          <p:cNvSpPr txBox="1"/>
          <p:nvPr/>
        </p:nvSpPr>
        <p:spPr>
          <a:xfrm>
            <a:off x="2032325" y="3650746"/>
            <a:ext cx="2101048"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another page </a:t>
            </a:r>
          </a:p>
        </p:txBody>
      </p:sp>
      <p:sp>
        <p:nvSpPr>
          <p:cNvPr id="23" name="TextBox 22">
            <a:extLst>
              <a:ext uri="{FF2B5EF4-FFF2-40B4-BE49-F238E27FC236}">
                <a16:creationId xmlns:a16="http://schemas.microsoft.com/office/drawing/2014/main" id="{4FF51D3C-6667-07BD-0EBF-46440DDD405A}"/>
              </a:ext>
            </a:extLst>
          </p:cNvPr>
          <p:cNvSpPr txBox="1"/>
          <p:nvPr/>
        </p:nvSpPr>
        <p:spPr>
          <a:xfrm>
            <a:off x="477048" y="4922370"/>
            <a:ext cx="1583184"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Clicks onto a page were users can buy the probe</a:t>
            </a:r>
          </a:p>
        </p:txBody>
      </p:sp>
      <p:grpSp>
        <p:nvGrpSpPr>
          <p:cNvPr id="18" name="Group 17">
            <a:extLst>
              <a:ext uri="{FF2B5EF4-FFF2-40B4-BE49-F238E27FC236}">
                <a16:creationId xmlns:a16="http://schemas.microsoft.com/office/drawing/2014/main" id="{874B9EED-B8A1-41F2-433B-899420AECD4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10" name="Color">
              <a:extLst>
                <a:ext uri="{FF2B5EF4-FFF2-40B4-BE49-F238E27FC236}">
                  <a16:creationId xmlns:a16="http://schemas.microsoft.com/office/drawing/2014/main" id="{0B11F266-29C2-C315-D5CE-194D3BE075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74BEF22A-C833-41A9-4568-ADC4E8EA239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DECC06B4-3A01-A656-443F-0A54FBECDA36}"/>
              </a:ext>
            </a:extLst>
          </p:cNvPr>
          <p:cNvSpPr>
            <a:spLocks noGrp="1"/>
          </p:cNvSpPr>
          <p:nvPr>
            <p:ph type="title"/>
          </p:nvPr>
        </p:nvSpPr>
        <p:spPr>
          <a:xfrm>
            <a:off x="46122" y="194678"/>
            <a:ext cx="10515600" cy="1325563"/>
          </a:xfrm>
        </p:spPr>
        <p:txBody>
          <a:bodyPr/>
          <a:lstStyle/>
          <a:p>
            <a:r>
              <a:rPr lang="en-US">
                <a:solidFill>
                  <a:schemeClr val="bg1"/>
                </a:solidFill>
              </a:rPr>
              <a:t>Taliahs Website Mockup</a:t>
            </a:r>
          </a:p>
        </p:txBody>
      </p:sp>
    </p:spTree>
    <p:extLst>
      <p:ext uri="{BB962C8B-B14F-4D97-AF65-F5344CB8AC3E}">
        <p14:creationId xmlns:p14="http://schemas.microsoft.com/office/powerpoint/2010/main" val="41964531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087900-9F6A-E9B8-8CC1-5248A5AD74C7}"/>
              </a:ext>
            </a:extLst>
          </p:cNvPr>
          <p:cNvPicPr>
            <a:picLocks noChangeAspect="1"/>
          </p:cNvPicPr>
          <p:nvPr/>
        </p:nvPicPr>
        <p:blipFill>
          <a:blip r:embed="rId2"/>
          <a:stretch>
            <a:fillRect/>
          </a:stretch>
        </p:blipFill>
        <p:spPr>
          <a:xfrm>
            <a:off x="4172917" y="2686188"/>
            <a:ext cx="3843131" cy="3843131"/>
          </a:xfrm>
          <a:prstGeom prst="rect">
            <a:avLst/>
          </a:prstGeom>
        </p:spPr>
      </p:pic>
      <p:grpSp>
        <p:nvGrpSpPr>
          <p:cNvPr id="7" name="Group 6">
            <a:extLst>
              <a:ext uri="{FF2B5EF4-FFF2-40B4-BE49-F238E27FC236}">
                <a16:creationId xmlns:a16="http://schemas.microsoft.com/office/drawing/2014/main" id="{CECE36E4-90FD-D8E9-5273-90FEDF63ED5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5" name="Color">
              <a:extLst>
                <a:ext uri="{FF2B5EF4-FFF2-40B4-BE49-F238E27FC236}">
                  <a16:creationId xmlns:a16="http://schemas.microsoft.com/office/drawing/2014/main" id="{D00CDF6C-2858-01DD-78AE-3FB7712D23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0BBF08C7-C96B-5410-249C-D72D85F0A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87D877-1A18-83C4-94B1-173689B4C6A1}"/>
              </a:ext>
            </a:extLst>
          </p:cNvPr>
          <p:cNvSpPr>
            <a:spLocks noGrp="1"/>
          </p:cNvSpPr>
          <p:nvPr>
            <p:ph type="title"/>
          </p:nvPr>
        </p:nvSpPr>
        <p:spPr>
          <a:xfrm>
            <a:off x="197427" y="197715"/>
            <a:ext cx="10515600" cy="1325563"/>
          </a:xfrm>
        </p:spPr>
        <p:txBody>
          <a:bodyPr/>
          <a:lstStyle/>
          <a:p>
            <a:r>
              <a:rPr lang="en-US">
                <a:solidFill>
                  <a:schemeClr val="bg1"/>
                </a:solidFill>
              </a:rPr>
              <a:t>Zef's Logo Mockup</a:t>
            </a:r>
          </a:p>
        </p:txBody>
      </p:sp>
    </p:spTree>
    <p:extLst>
      <p:ext uri="{BB962C8B-B14F-4D97-AF65-F5344CB8AC3E}">
        <p14:creationId xmlns:p14="http://schemas.microsoft.com/office/powerpoint/2010/main" val="28538550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2E4EAD7D-C846-7894-026B-0BD0ABEA5624}"/>
              </a:ext>
            </a:extLst>
          </p:cNvPr>
          <p:cNvPicPr>
            <a:picLocks noGrp="1" noChangeAspect="1"/>
          </p:cNvPicPr>
          <p:nvPr>
            <p:ph idx="1"/>
          </p:nvPr>
        </p:nvPicPr>
        <p:blipFill>
          <a:blip r:embed="rId2"/>
          <a:stretch>
            <a:fillRect/>
          </a:stretch>
        </p:blipFill>
        <p:spPr>
          <a:xfrm>
            <a:off x="3859634" y="2603500"/>
            <a:ext cx="3416300" cy="3416300"/>
          </a:xfrm>
          <a:prstGeom prst="rect">
            <a:avLst/>
          </a:prstGeom>
        </p:spPr>
      </p:pic>
      <p:sp>
        <p:nvSpPr>
          <p:cNvPr id="5" name="TextBox 4">
            <a:extLst>
              <a:ext uri="{FF2B5EF4-FFF2-40B4-BE49-F238E27FC236}">
                <a16:creationId xmlns:a16="http://schemas.microsoft.com/office/drawing/2014/main" id="{876E83F0-23FE-F5A7-E3DD-6082A5B8E14C}"/>
              </a:ext>
            </a:extLst>
          </p:cNvPr>
          <p:cNvSpPr txBox="1"/>
          <p:nvPr/>
        </p:nvSpPr>
        <p:spPr>
          <a:xfrm>
            <a:off x="1167576" y="2843051"/>
            <a:ext cx="2675103"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a:t>Blue to represent the water it works in</a:t>
            </a:r>
          </a:p>
        </p:txBody>
      </p:sp>
      <p:grpSp>
        <p:nvGrpSpPr>
          <p:cNvPr id="8" name="Group 7">
            <a:extLst>
              <a:ext uri="{FF2B5EF4-FFF2-40B4-BE49-F238E27FC236}">
                <a16:creationId xmlns:a16="http://schemas.microsoft.com/office/drawing/2014/main" id="{BF5CF546-A14D-56BE-E340-21EE8FE6558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6" name="Color">
              <a:extLst>
                <a:ext uri="{FF2B5EF4-FFF2-40B4-BE49-F238E27FC236}">
                  <a16:creationId xmlns:a16="http://schemas.microsoft.com/office/drawing/2014/main" id="{55F7DB37-A8EF-2470-DB74-B2BCCA4AE0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olor">
              <a:extLst>
                <a:ext uri="{FF2B5EF4-FFF2-40B4-BE49-F238E27FC236}">
                  <a16:creationId xmlns:a16="http://schemas.microsoft.com/office/drawing/2014/main" id="{2D5FFFA6-390D-AA3E-29FD-1A333CC07A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9606A4EE-1A20-9BCE-F68F-8A6820025ED2}"/>
              </a:ext>
            </a:extLst>
          </p:cNvPr>
          <p:cNvSpPr>
            <a:spLocks noGrp="1"/>
          </p:cNvSpPr>
          <p:nvPr>
            <p:ph type="title"/>
          </p:nvPr>
        </p:nvSpPr>
        <p:spPr>
          <a:xfrm>
            <a:off x="180110" y="197716"/>
            <a:ext cx="10515600" cy="1325563"/>
          </a:xfrm>
        </p:spPr>
        <p:txBody>
          <a:bodyPr/>
          <a:lstStyle/>
          <a:p>
            <a:r>
              <a:rPr lang="en-US">
                <a:solidFill>
                  <a:schemeClr val="bg1"/>
                </a:solidFill>
              </a:rPr>
              <a:t>Oscar's Logo Mockup</a:t>
            </a:r>
          </a:p>
        </p:txBody>
      </p:sp>
    </p:spTree>
    <p:extLst>
      <p:ext uri="{BB962C8B-B14F-4D97-AF65-F5344CB8AC3E}">
        <p14:creationId xmlns:p14="http://schemas.microsoft.com/office/powerpoint/2010/main" val="13803216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5450514-D7F2-2BB6-89C5-113A6524D56D}"/>
              </a:ext>
            </a:extLst>
          </p:cNvPr>
          <p:cNvPicPr>
            <a:picLocks noGrp="1" noChangeAspect="1"/>
          </p:cNvPicPr>
          <p:nvPr>
            <p:ph idx="1"/>
          </p:nvPr>
        </p:nvPicPr>
        <p:blipFill>
          <a:blip r:embed="rId2"/>
          <a:stretch>
            <a:fillRect/>
          </a:stretch>
        </p:blipFill>
        <p:spPr>
          <a:xfrm>
            <a:off x="3273986" y="1695860"/>
            <a:ext cx="5244027" cy="4585092"/>
          </a:xfrm>
          <a:prstGeom prst="rect">
            <a:avLst/>
          </a:prstGeom>
        </p:spPr>
      </p:pic>
      <p:grpSp>
        <p:nvGrpSpPr>
          <p:cNvPr id="7" name="Group 6">
            <a:extLst>
              <a:ext uri="{FF2B5EF4-FFF2-40B4-BE49-F238E27FC236}">
                <a16:creationId xmlns:a16="http://schemas.microsoft.com/office/drawing/2014/main" id="{3F7ECD6C-158E-67A6-ADB4-4A21A3108B3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8969" y="1825"/>
            <a:ext cx="12261871" cy="1716626"/>
            <a:chOff x="460731" y="480226"/>
            <a:chExt cx="10954587" cy="1421948"/>
          </a:xfrm>
        </p:grpSpPr>
        <p:sp>
          <p:nvSpPr>
            <p:cNvPr id="4" name="Color">
              <a:extLst>
                <a:ext uri="{FF2B5EF4-FFF2-40B4-BE49-F238E27FC236}">
                  <a16:creationId xmlns:a16="http://schemas.microsoft.com/office/drawing/2014/main" id="{1CD01FD3-954A-3A23-1D31-52BAFDF7D2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9687" y="480226"/>
              <a:ext cx="10945630" cy="1421948"/>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a:extLst>
                <a:ext uri="{FF2B5EF4-FFF2-40B4-BE49-F238E27FC236}">
                  <a16:creationId xmlns:a16="http://schemas.microsoft.com/office/drawing/2014/main" id="{35DAA2F6-71B6-7CD7-B239-BE46061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60731" y="505141"/>
              <a:ext cx="10954587" cy="1397030"/>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1EEB6081-E41C-E3FF-269E-8B1C60D65713}"/>
              </a:ext>
            </a:extLst>
          </p:cNvPr>
          <p:cNvSpPr>
            <a:spLocks noGrp="1"/>
          </p:cNvSpPr>
          <p:nvPr>
            <p:ph type="title"/>
          </p:nvPr>
        </p:nvSpPr>
        <p:spPr>
          <a:xfrm>
            <a:off x="180109" y="197716"/>
            <a:ext cx="10515600" cy="1325563"/>
          </a:xfrm>
        </p:spPr>
        <p:txBody>
          <a:bodyPr/>
          <a:lstStyle/>
          <a:p>
            <a:r>
              <a:rPr lang="en-US">
                <a:solidFill>
                  <a:schemeClr val="bg1"/>
                </a:solidFill>
              </a:rPr>
              <a:t>Taliah's logo Mockup</a:t>
            </a:r>
          </a:p>
        </p:txBody>
      </p:sp>
    </p:spTree>
    <p:extLst>
      <p:ext uri="{BB962C8B-B14F-4D97-AF65-F5344CB8AC3E}">
        <p14:creationId xmlns:p14="http://schemas.microsoft.com/office/powerpoint/2010/main" val="13189327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 name="Color Cover">
            <a:extLst>
              <a:ext uri="{FF2B5EF4-FFF2-40B4-BE49-F238E27FC236}">
                <a16:creationId xmlns:a16="http://schemas.microsoft.com/office/drawing/2014/main" id="{815925C2-A704-4D47-B1C1-3FCA52512E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Color Cover">
            <a:extLst>
              <a:ext uri="{FF2B5EF4-FFF2-40B4-BE49-F238E27FC236}">
                <a16:creationId xmlns:a16="http://schemas.microsoft.com/office/drawing/2014/main" id="{01D4315C-C23C-4FD3-98DF-08C29E2292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6">
            <a:extLst>
              <a:ext uri="{FF2B5EF4-FFF2-40B4-BE49-F238E27FC236}">
                <a16:creationId xmlns:a16="http://schemas.microsoft.com/office/drawing/2014/main" id="{5E6B47BC-43FD-4C91-8BFF-B41B99A8A39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6064235" cy="6858000"/>
            <a:chOff x="651279" y="598259"/>
            <a:chExt cx="10889442" cy="5680742"/>
          </a:xfrm>
        </p:grpSpPr>
        <p:sp>
          <p:nvSpPr>
            <p:cNvPr id="13" name="Color">
              <a:extLst>
                <a:ext uri="{FF2B5EF4-FFF2-40B4-BE49-F238E27FC236}">
                  <a16:creationId xmlns:a16="http://schemas.microsoft.com/office/drawing/2014/main" id="{13038185-AC3C-4595-945F-25311424C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Color">
              <a:extLst>
                <a:ext uri="{FF2B5EF4-FFF2-40B4-BE49-F238E27FC236}">
                  <a16:creationId xmlns:a16="http://schemas.microsoft.com/office/drawing/2014/main" id="{75D51AA0-C095-4650-A361-B294320BFE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6" name="Group 15">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7" name="Freeform: Shape 16">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8" name="Freeform: Shape 17">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9A6D4E23-7F5E-FFF1-E437-7D524E9B201B}"/>
              </a:ext>
            </a:extLst>
          </p:cNvPr>
          <p:cNvSpPr>
            <a:spLocks noGrp="1"/>
          </p:cNvSpPr>
          <p:nvPr>
            <p:ph type="title"/>
          </p:nvPr>
        </p:nvSpPr>
        <p:spPr>
          <a:xfrm>
            <a:off x="786385" y="841248"/>
            <a:ext cx="5129600" cy="5340097"/>
          </a:xfrm>
        </p:spPr>
        <p:txBody>
          <a:bodyPr anchor="ctr">
            <a:normAutofit/>
          </a:bodyPr>
          <a:lstStyle/>
          <a:p>
            <a:r>
              <a:rPr lang="en-US" sz="4800">
                <a:solidFill>
                  <a:schemeClr val="bg1"/>
                </a:solidFill>
              </a:rPr>
              <a:t>Evaluation Criteria</a:t>
            </a:r>
          </a:p>
        </p:txBody>
      </p:sp>
      <p:sp>
        <p:nvSpPr>
          <p:cNvPr id="3" name="Content Placeholder 2">
            <a:extLst>
              <a:ext uri="{FF2B5EF4-FFF2-40B4-BE49-F238E27FC236}">
                <a16:creationId xmlns:a16="http://schemas.microsoft.com/office/drawing/2014/main" id="{C999C599-B8CA-EE81-4840-2B23F0BFE06D}"/>
              </a:ext>
            </a:extLst>
          </p:cNvPr>
          <p:cNvSpPr>
            <a:spLocks noGrp="1"/>
          </p:cNvSpPr>
          <p:nvPr>
            <p:ph idx="1"/>
          </p:nvPr>
        </p:nvSpPr>
        <p:spPr>
          <a:xfrm>
            <a:off x="6464410" y="841247"/>
            <a:ext cx="4484536" cy="5340097"/>
          </a:xfrm>
        </p:spPr>
        <p:txBody>
          <a:bodyPr vert="horz" lIns="91440" tIns="45720" rIns="91440" bIns="45720" rtlCol="0" anchor="ctr">
            <a:normAutofit/>
          </a:bodyPr>
          <a:lstStyle/>
          <a:p>
            <a:r>
              <a:rPr lang="en-US" sz="1800">
                <a:solidFill>
                  <a:schemeClr val="tx2"/>
                </a:solidFill>
              </a:rPr>
              <a:t>The user can easily identify where to find instructions to use the probe (30 seconds at most).</a:t>
            </a:r>
          </a:p>
          <a:p>
            <a:r>
              <a:rPr lang="en-US" sz="1800">
                <a:solidFill>
                  <a:schemeClr val="tx2"/>
                </a:solidFill>
              </a:rPr>
              <a:t>The instructions is clear and concise enough that the average user can understand how to use the probe and upload a reading within 10 minutes</a:t>
            </a:r>
          </a:p>
          <a:p>
            <a:r>
              <a:rPr lang="en-US" sz="1800">
                <a:solidFill>
                  <a:schemeClr val="tx2"/>
                </a:solidFill>
              </a:rPr>
              <a:t>The reading interface is clear enough so that the average user can easily analyze and understand the results of a reading (high/low turbidity, dangerous/safe, etc.)</a:t>
            </a:r>
          </a:p>
          <a:p>
            <a:r>
              <a:rPr lang="en-US" sz="1800">
                <a:solidFill>
                  <a:schemeClr val="tx2"/>
                </a:solidFill>
              </a:rPr>
              <a:t>The user can figure out where to find their previous readings within 30 seconds.</a:t>
            </a:r>
          </a:p>
          <a:p>
            <a:r>
              <a:rPr lang="en-US" sz="1800">
                <a:solidFill>
                  <a:schemeClr val="tx2"/>
                </a:solidFill>
              </a:rPr>
              <a:t>The website is intuitive enough that the user is easily aware of which part of the website they are in and how to navigate to other pages</a:t>
            </a:r>
          </a:p>
        </p:txBody>
      </p:sp>
    </p:spTree>
    <p:extLst>
      <p:ext uri="{BB962C8B-B14F-4D97-AF65-F5344CB8AC3E}">
        <p14:creationId xmlns:p14="http://schemas.microsoft.com/office/powerpoint/2010/main" val="34576929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Slide Background Fill">
            <a:extLst>
              <a:ext uri="{FF2B5EF4-FFF2-40B4-BE49-F238E27FC236}">
                <a16:creationId xmlns:a16="http://schemas.microsoft.com/office/drawing/2014/main" id="{C3420C89-0B09-4632-A4AF-3971D08BF7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Color Cover">
            <a:extLst>
              <a:ext uri="{FF2B5EF4-FFF2-40B4-BE49-F238E27FC236}">
                <a16:creationId xmlns:a16="http://schemas.microsoft.com/office/drawing/2014/main" id="{4E5CBA61-BF74-40B4-A3A8-366BBA626C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AC27E70C-5470-4262-B9CE-AE52C51CF4C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2929"/>
            <a:ext cx="12188952" cy="3490956"/>
            <a:chOff x="651279" y="598259"/>
            <a:chExt cx="10889442" cy="5680742"/>
          </a:xfrm>
        </p:grpSpPr>
        <p:sp>
          <p:nvSpPr>
            <p:cNvPr id="21" name="Color">
              <a:extLst>
                <a:ext uri="{FF2B5EF4-FFF2-40B4-BE49-F238E27FC236}">
                  <a16:creationId xmlns:a16="http://schemas.microsoft.com/office/drawing/2014/main" id="{B5C7D35F-738C-47DF-AD6E-859806E46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Color">
              <a:extLst>
                <a:ext uri="{FF2B5EF4-FFF2-40B4-BE49-F238E27FC236}">
                  <a16:creationId xmlns:a16="http://schemas.microsoft.com/office/drawing/2014/main" id="{740F8C8B-E52F-46CF-89C7-51C6A037CF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5" name="Picture 4">
            <a:extLst>
              <a:ext uri="{FF2B5EF4-FFF2-40B4-BE49-F238E27FC236}">
                <a16:creationId xmlns:a16="http://schemas.microsoft.com/office/drawing/2014/main" id="{C9A0F5B2-B3B2-4448-F130-E01E44E49D91}"/>
              </a:ext>
            </a:extLst>
          </p:cNvPr>
          <p:cNvPicPr>
            <a:picLocks noChangeAspect="1"/>
          </p:cNvPicPr>
          <p:nvPr/>
        </p:nvPicPr>
        <p:blipFill>
          <a:blip r:embed="rId2"/>
          <a:stretch>
            <a:fillRect/>
          </a:stretch>
        </p:blipFill>
        <p:spPr>
          <a:xfrm>
            <a:off x="6803647" y="2151842"/>
            <a:ext cx="4730214" cy="2554316"/>
          </a:xfrm>
          <a:prstGeom prst="rect">
            <a:avLst/>
          </a:prstGeom>
        </p:spPr>
      </p:pic>
      <p:grpSp>
        <p:nvGrpSpPr>
          <p:cNvPr id="24" name="Group 23">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5" name="Freeform: Shape 24">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5" name="Freeform: Shape 14">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0" name="Freeform: Shape 29">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7" name="Freeform: Shape 16">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A2820B42-F2E1-0D4A-CA11-6969E8E37672}"/>
              </a:ext>
            </a:extLst>
          </p:cNvPr>
          <p:cNvSpPr>
            <a:spLocks noGrp="1"/>
          </p:cNvSpPr>
          <p:nvPr>
            <p:ph type="title"/>
          </p:nvPr>
        </p:nvSpPr>
        <p:spPr>
          <a:xfrm>
            <a:off x="786384" y="841249"/>
            <a:ext cx="5692953" cy="2587131"/>
          </a:xfrm>
        </p:spPr>
        <p:txBody>
          <a:bodyPr anchor="b">
            <a:normAutofit/>
          </a:bodyPr>
          <a:lstStyle/>
          <a:p>
            <a:r>
              <a:rPr lang="en-AU" sz="4800">
                <a:solidFill>
                  <a:schemeClr val="bg1"/>
                </a:solidFill>
              </a:rPr>
              <a:t>Version Control</a:t>
            </a:r>
          </a:p>
        </p:txBody>
      </p:sp>
      <p:sp>
        <p:nvSpPr>
          <p:cNvPr id="3" name="Content Placeholder 2">
            <a:extLst>
              <a:ext uri="{FF2B5EF4-FFF2-40B4-BE49-F238E27FC236}">
                <a16:creationId xmlns:a16="http://schemas.microsoft.com/office/drawing/2014/main" id="{78A9B5C1-0D08-E7D6-1604-F4E765D729ED}"/>
              </a:ext>
            </a:extLst>
          </p:cNvPr>
          <p:cNvSpPr>
            <a:spLocks noGrp="1"/>
          </p:cNvSpPr>
          <p:nvPr>
            <p:ph idx="1"/>
          </p:nvPr>
        </p:nvSpPr>
        <p:spPr>
          <a:xfrm>
            <a:off x="786383" y="3566810"/>
            <a:ext cx="5692953" cy="2651110"/>
          </a:xfrm>
        </p:spPr>
        <p:txBody>
          <a:bodyPr anchor="ctr">
            <a:normAutofit/>
          </a:bodyPr>
          <a:lstStyle/>
          <a:p>
            <a:pPr marL="0" indent="0">
              <a:buNone/>
            </a:pPr>
            <a:r>
              <a:rPr lang="en-AU" sz="2000">
                <a:solidFill>
                  <a:schemeClr val="tx2"/>
                </a:solidFill>
              </a:rPr>
              <a:t>The version control is maintained on GitHub primarily by Oscar. It is used to keep track of all versions of the project and who made what changes. If a problem arises the version can be reverted to an older, working version of the project.</a:t>
            </a:r>
            <a:endParaRPr lang="en-US" sz="2000">
              <a:solidFill>
                <a:schemeClr val="tx2"/>
              </a:solidFill>
            </a:endParaRPr>
          </a:p>
        </p:txBody>
      </p:sp>
    </p:spTree>
    <p:extLst>
      <p:ext uri="{BB962C8B-B14F-4D97-AF65-F5344CB8AC3E}">
        <p14:creationId xmlns:p14="http://schemas.microsoft.com/office/powerpoint/2010/main" val="2973244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Slide Background Fill">
            <a:extLst>
              <a:ext uri="{FF2B5EF4-FFF2-40B4-BE49-F238E27FC236}">
                <a16:creationId xmlns:a16="http://schemas.microsoft.com/office/drawing/2014/main" id="{C7D023E4-8DE1-436E-9847-ED6A4B4B0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Color Cover">
            <a:extLst>
              <a:ext uri="{FF2B5EF4-FFF2-40B4-BE49-F238E27FC236}">
                <a16:creationId xmlns:a16="http://schemas.microsoft.com/office/drawing/2014/main" id="{8B2B1708-8CE4-4A20-94F5-55118AE2CB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1"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1F9866A9-B167-4D75-8F7F-360025AD6B4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7167"/>
            <a:ext cx="12188952" cy="2469184"/>
            <a:chOff x="651279" y="598259"/>
            <a:chExt cx="10889442" cy="4018039"/>
          </a:xfrm>
        </p:grpSpPr>
        <p:sp>
          <p:nvSpPr>
            <p:cNvPr id="19" name="Color">
              <a:extLst>
                <a:ext uri="{FF2B5EF4-FFF2-40B4-BE49-F238E27FC236}">
                  <a16:creationId xmlns:a16="http://schemas.microsoft.com/office/drawing/2014/main" id="{C2DD07C1-6CFB-48E5-AD0E-AC091042BB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3980464"/>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Color">
              <a:extLst>
                <a:ext uri="{FF2B5EF4-FFF2-40B4-BE49-F238E27FC236}">
                  <a16:creationId xmlns:a16="http://schemas.microsoft.com/office/drawing/2014/main" id="{F9A8FC0F-BD29-4D9A-ABF1-D75E3A2691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4018039"/>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pic>
        <p:nvPicPr>
          <p:cNvPr id="4" name="Content Placeholder 3">
            <a:extLst>
              <a:ext uri="{FF2B5EF4-FFF2-40B4-BE49-F238E27FC236}">
                <a16:creationId xmlns:a16="http://schemas.microsoft.com/office/drawing/2014/main" id="{514C81AC-0D0A-6F04-301A-86FB85CD49D7}"/>
              </a:ext>
              <a:ext uri="{C183D7F6-B498-43B3-948B-1728B52AA6E4}">
                <adec:decorative xmlns:adec="http://schemas.microsoft.com/office/drawing/2017/decorative" val="1"/>
              </a:ext>
            </a:extLst>
          </p:cNvPr>
          <p:cNvPicPr>
            <a:picLocks noChangeAspect="1"/>
          </p:cNvPicPr>
          <p:nvPr/>
        </p:nvPicPr>
        <p:blipFill>
          <a:blip r:embed="rId2"/>
          <a:srcRect b="11166"/>
          <a:stretch>
            <a:fillRect/>
          </a:stretch>
        </p:blipFill>
        <p:spPr>
          <a:xfrm>
            <a:off x="1007829" y="2456709"/>
            <a:ext cx="9723622" cy="4265218"/>
          </a:xfrm>
          <a:prstGeom prst="rect">
            <a:avLst/>
          </a:prstGeom>
        </p:spPr>
      </p:pic>
      <p:grpSp>
        <p:nvGrpSpPr>
          <p:cNvPr id="22" name="Group 21">
            <a:extLst>
              <a:ext uri="{FF2B5EF4-FFF2-40B4-BE49-F238E27FC236}">
                <a16:creationId xmlns:a16="http://schemas.microsoft.com/office/drawing/2014/main" id="{E27AF472-EAE3-4572-AB69-B92BD10DBC6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23" name="Freeform: Shape 22">
              <a:extLst>
                <a:ext uri="{FF2B5EF4-FFF2-40B4-BE49-F238E27FC236}">
                  <a16:creationId xmlns:a16="http://schemas.microsoft.com/office/drawing/2014/main" id="{BF4DB9D2-6215-420C-874C-82EADF8C6C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1F003139-C97C-44FA-B139-32E4DFDCE9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CE4DD6E-8CEA-45EE-B630-DBC22144D8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A4372F7F-AA3C-470B-AA61-7C35B7722C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7" name="Freeform: Shape 26">
              <a:extLst>
                <a:ext uri="{FF2B5EF4-FFF2-40B4-BE49-F238E27FC236}">
                  <a16:creationId xmlns:a16="http://schemas.microsoft.com/office/drawing/2014/main" id="{34B605BF-D199-43DD-9328-E99F2ADFC6F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8" name="Freeform: Shape 27">
              <a:extLst>
                <a:ext uri="{FF2B5EF4-FFF2-40B4-BE49-F238E27FC236}">
                  <a16:creationId xmlns:a16="http://schemas.microsoft.com/office/drawing/2014/main" id="{E5D42A77-7336-4A35-8922-8098A16AA2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9" name="Freeform: Shape 28">
              <a:extLst>
                <a:ext uri="{FF2B5EF4-FFF2-40B4-BE49-F238E27FC236}">
                  <a16:creationId xmlns:a16="http://schemas.microsoft.com/office/drawing/2014/main" id="{7401EE7D-B85D-4C10-AB8C-71884EFB11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2B862ED3-17C4-55EC-D135-C4D91E30AC99}"/>
              </a:ext>
            </a:extLst>
          </p:cNvPr>
          <p:cNvSpPr>
            <a:spLocks noGrp="1"/>
          </p:cNvSpPr>
          <p:nvPr>
            <p:ph type="title"/>
          </p:nvPr>
        </p:nvSpPr>
        <p:spPr>
          <a:xfrm>
            <a:off x="789708" y="339165"/>
            <a:ext cx="5633531" cy="2226769"/>
          </a:xfrm>
        </p:spPr>
        <p:txBody>
          <a:bodyPr vert="horz" lIns="91440" tIns="45720" rIns="91440" bIns="45720" rtlCol="0" anchor="ctr">
            <a:normAutofit/>
          </a:bodyPr>
          <a:lstStyle/>
          <a:p>
            <a:r>
              <a:rPr lang="en-US" sz="4800" kern="1200">
                <a:solidFill>
                  <a:schemeClr val="bg1"/>
                </a:solidFill>
                <a:latin typeface="+mj-lt"/>
                <a:ea typeface="+mj-ea"/>
                <a:cs typeface="+mj-cs"/>
              </a:rPr>
              <a:t>Gantt Chart</a:t>
            </a:r>
          </a:p>
        </p:txBody>
      </p:sp>
    </p:spTree>
    <p:extLst>
      <p:ext uri="{BB962C8B-B14F-4D97-AF65-F5344CB8AC3E}">
        <p14:creationId xmlns:p14="http://schemas.microsoft.com/office/powerpoint/2010/main" val="14359998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0C07A3-0361-52C0-FF89-FE53253FC367}"/>
              </a:ext>
            </a:extLst>
          </p:cNvPr>
          <p:cNvSpPr>
            <a:spLocks noGrp="1"/>
          </p:cNvSpPr>
          <p:nvPr>
            <p:ph type="title"/>
          </p:nvPr>
        </p:nvSpPr>
        <p:spPr/>
        <p:txBody>
          <a:bodyPr/>
          <a:lstStyle/>
          <a:p>
            <a:r>
              <a:rPr lang="en-AU"/>
              <a:t>Test Cases</a:t>
            </a:r>
          </a:p>
        </p:txBody>
      </p:sp>
      <p:graphicFrame>
        <p:nvGraphicFramePr>
          <p:cNvPr id="4" name="Content Placeholder 3">
            <a:extLst>
              <a:ext uri="{FF2B5EF4-FFF2-40B4-BE49-F238E27FC236}">
                <a16:creationId xmlns:a16="http://schemas.microsoft.com/office/drawing/2014/main" id="{6955F883-FA0F-A64C-4AB0-6B28D02855B6}"/>
              </a:ext>
            </a:extLst>
          </p:cNvPr>
          <p:cNvGraphicFramePr>
            <a:graphicFrameLocks noGrp="1"/>
          </p:cNvGraphicFramePr>
          <p:nvPr>
            <p:ph idx="1"/>
            <p:extLst>
              <p:ext uri="{D42A27DB-BD31-4B8C-83A1-F6EECF244321}">
                <p14:modId xmlns:p14="http://schemas.microsoft.com/office/powerpoint/2010/main" val="2797731238"/>
              </p:ext>
            </p:extLst>
          </p:nvPr>
        </p:nvGraphicFramePr>
        <p:xfrm>
          <a:off x="838200" y="1825625"/>
          <a:ext cx="10515600" cy="2966720"/>
        </p:xfrm>
        <a:graphic>
          <a:graphicData uri="http://schemas.openxmlformats.org/drawingml/2006/table">
            <a:tbl>
              <a:tblPr firstRow="1" bandRow="1">
                <a:tableStyleId>{7DF18680-E054-41AD-8BC1-D1AEF772440D}</a:tableStyleId>
              </a:tblPr>
              <a:tblGrid>
                <a:gridCol w="2103120">
                  <a:extLst>
                    <a:ext uri="{9D8B030D-6E8A-4147-A177-3AD203B41FA5}">
                      <a16:colId xmlns:a16="http://schemas.microsoft.com/office/drawing/2014/main" val="503308077"/>
                    </a:ext>
                  </a:extLst>
                </a:gridCol>
                <a:gridCol w="2103120">
                  <a:extLst>
                    <a:ext uri="{9D8B030D-6E8A-4147-A177-3AD203B41FA5}">
                      <a16:colId xmlns:a16="http://schemas.microsoft.com/office/drawing/2014/main" val="3927458890"/>
                    </a:ext>
                  </a:extLst>
                </a:gridCol>
                <a:gridCol w="2103120">
                  <a:extLst>
                    <a:ext uri="{9D8B030D-6E8A-4147-A177-3AD203B41FA5}">
                      <a16:colId xmlns:a16="http://schemas.microsoft.com/office/drawing/2014/main" val="3897131024"/>
                    </a:ext>
                  </a:extLst>
                </a:gridCol>
                <a:gridCol w="2103120">
                  <a:extLst>
                    <a:ext uri="{9D8B030D-6E8A-4147-A177-3AD203B41FA5}">
                      <a16:colId xmlns:a16="http://schemas.microsoft.com/office/drawing/2014/main" val="4292947188"/>
                    </a:ext>
                  </a:extLst>
                </a:gridCol>
                <a:gridCol w="2103120">
                  <a:extLst>
                    <a:ext uri="{9D8B030D-6E8A-4147-A177-3AD203B41FA5}">
                      <a16:colId xmlns:a16="http://schemas.microsoft.com/office/drawing/2014/main" val="2530470117"/>
                    </a:ext>
                  </a:extLst>
                </a:gridCol>
              </a:tblGrid>
              <a:tr h="370840">
                <a:tc>
                  <a:txBody>
                    <a:bodyPr/>
                    <a:lstStyle/>
                    <a:p>
                      <a:r>
                        <a:rPr lang="en-AU"/>
                        <a:t>Category</a:t>
                      </a:r>
                    </a:p>
                  </a:txBody>
                  <a:tcPr/>
                </a:tc>
                <a:tc>
                  <a:txBody>
                    <a:bodyPr/>
                    <a:lstStyle/>
                    <a:p>
                      <a:r>
                        <a:rPr lang="en-AU"/>
                        <a:t>Test Data</a:t>
                      </a:r>
                    </a:p>
                  </a:txBody>
                  <a:tcPr/>
                </a:tc>
                <a:tc>
                  <a:txBody>
                    <a:bodyPr/>
                    <a:lstStyle/>
                    <a:p>
                      <a:r>
                        <a:rPr lang="en-AU"/>
                        <a:t>Expected Result</a:t>
                      </a:r>
                    </a:p>
                  </a:txBody>
                  <a:tcPr/>
                </a:tc>
                <a:tc>
                  <a:txBody>
                    <a:bodyPr/>
                    <a:lstStyle/>
                    <a:p>
                      <a:r>
                        <a:rPr lang="en-AU"/>
                        <a:t>Actual Result</a:t>
                      </a:r>
                    </a:p>
                  </a:txBody>
                  <a:tcPr/>
                </a:tc>
                <a:tc>
                  <a:txBody>
                    <a:bodyPr/>
                    <a:lstStyle/>
                    <a:p>
                      <a:r>
                        <a:rPr lang="en-AU"/>
                        <a:t>Passed Testing?</a:t>
                      </a:r>
                    </a:p>
                  </a:txBody>
                  <a:tcPr/>
                </a:tc>
                <a:extLst>
                  <a:ext uri="{0D108BD9-81ED-4DB2-BD59-A6C34878D82A}">
                    <a16:rowId xmlns:a16="http://schemas.microsoft.com/office/drawing/2014/main" val="3079093291"/>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3162842260"/>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937070395"/>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3784089063"/>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3337377998"/>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793788931"/>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1943056583"/>
                  </a:ext>
                </a:extLst>
              </a:tr>
              <a:tr h="370840">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tc>
                  <a:txBody>
                    <a:bodyPr/>
                    <a:lstStyle/>
                    <a:p>
                      <a:endParaRPr lang="en-AU"/>
                    </a:p>
                  </a:txBody>
                  <a:tcPr/>
                </a:tc>
                <a:extLst>
                  <a:ext uri="{0D108BD9-81ED-4DB2-BD59-A6C34878D82A}">
                    <a16:rowId xmlns:a16="http://schemas.microsoft.com/office/drawing/2014/main" val="1822580829"/>
                  </a:ext>
                </a:extLst>
              </a:tr>
            </a:tbl>
          </a:graphicData>
        </a:graphic>
      </p:graphicFrame>
    </p:spTree>
    <p:extLst>
      <p:ext uri="{BB962C8B-B14F-4D97-AF65-F5344CB8AC3E}">
        <p14:creationId xmlns:p14="http://schemas.microsoft.com/office/powerpoint/2010/main" val="10986578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0</TotalTime>
  <Words>748</Words>
  <Application>Microsoft Office PowerPoint</Application>
  <PresentationFormat>Widescreen</PresentationFormat>
  <Paragraphs>88</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Aptos</vt:lpstr>
      <vt:lpstr>Aptos Display</vt:lpstr>
      <vt:lpstr>Arial</vt:lpstr>
      <vt:lpstr>Arial,Sans-Serif</vt:lpstr>
      <vt:lpstr>Office Theme</vt:lpstr>
      <vt:lpstr>S.W.Q.S.</vt:lpstr>
      <vt:lpstr>Analysis stage</vt:lpstr>
      <vt:lpstr>Empathy map</vt:lpstr>
      <vt:lpstr>Ideate</vt:lpstr>
      <vt:lpstr>Filter </vt:lpstr>
      <vt:lpstr>Final decision </vt:lpstr>
      <vt:lpstr>Design Stage</vt:lpstr>
      <vt:lpstr>Oscar's 3d Mockup</vt:lpstr>
      <vt:lpstr>Zef's 3D mockup</vt:lpstr>
      <vt:lpstr>Taliahs 3d Mockup</vt:lpstr>
      <vt:lpstr>Zef's Website Mockup</vt:lpstr>
      <vt:lpstr>Oscar's Website Mockup</vt:lpstr>
      <vt:lpstr>Taliahs Website Mockup</vt:lpstr>
      <vt:lpstr>Zef's Logo Mockup</vt:lpstr>
      <vt:lpstr>Oscar's Logo Mockup</vt:lpstr>
      <vt:lpstr>Taliah's logo Mockup</vt:lpstr>
      <vt:lpstr>Evaluation Criteria</vt:lpstr>
      <vt:lpstr>Version Control</vt:lpstr>
      <vt:lpstr>Gantt Chart</vt:lpstr>
      <vt:lpstr>Test Cases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Oscar GLAISTER</dc:creator>
  <cp:lastModifiedBy>Oscar GLAISTER</cp:lastModifiedBy>
  <cp:revision>1</cp:revision>
  <dcterms:created xsi:type="dcterms:W3CDTF">2026-08-11T02:43:56Z</dcterms:created>
  <dcterms:modified xsi:type="dcterms:W3CDTF">2026-08-24T02:38:25Z</dcterms:modified>
</cp:coreProperties>
</file>