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76" r:id="rId6"/>
    <p:sldId id="261" r:id="rId7"/>
    <p:sldId id="262" r:id="rId8"/>
    <p:sldId id="263" r:id="rId9"/>
    <p:sldId id="269" r:id="rId10"/>
    <p:sldId id="271" r:id="rId11"/>
    <p:sldId id="264" r:id="rId12"/>
    <p:sldId id="265" r:id="rId13"/>
    <p:sldId id="272" r:id="rId14"/>
    <p:sldId id="266" r:id="rId15"/>
    <p:sldId id="267" r:id="rId16"/>
    <p:sldId id="268" r:id="rId17"/>
    <p:sldId id="281" r:id="rId18"/>
    <p:sldId id="287" r:id="rId19"/>
    <p:sldId id="278" r:id="rId20"/>
    <p:sldId id="273" r:id="rId21"/>
    <p:sldId id="274" r:id="rId22"/>
    <p:sldId id="277" r:id="rId23"/>
    <p:sldId id="285" r:id="rId24"/>
    <p:sldId id="279" r:id="rId25"/>
    <p:sldId id="280" r:id="rId26"/>
    <p:sldId id="282" r:id="rId27"/>
    <p:sldId id="283" r:id="rId28"/>
    <p:sldId id="286" r:id="rId29"/>
    <p:sldId id="28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C1DE80-53CF-4A72-884A-7A8152EF750D}" v="17" dt="2026-09-13T15:37:56.8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90" d="100"/>
          <a:sy n="90" d="100"/>
        </p:scale>
        <p:origin x="37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liah Kassaby" userId="S::kas0005@wantirnacollege.vic.edu.au::23d269d0-e02c-425d-bfba-881a989e0172" providerId="AD" clId="Web-{30CFABA8-5ECE-559D-0F31-2D72F6340305}"/>
    <pc:docChg chg="modSld">
      <pc:chgData name="Taliah Kassaby" userId="S::kas0005@wantirnacollege.vic.edu.au::23d269d0-e02c-425d-bfba-881a989e0172" providerId="AD" clId="Web-{30CFABA8-5ECE-559D-0F31-2D72F6340305}" dt="2026-08-17T02:18:03.385" v="6" actId="1076"/>
      <pc:docMkLst>
        <pc:docMk/>
      </pc:docMkLst>
      <pc:sldChg chg="addSp modSp">
        <pc:chgData name="Taliah Kassaby" userId="S::kas0005@wantirnacollege.vic.edu.au::23d269d0-e02c-425d-bfba-881a989e0172" providerId="AD" clId="Web-{30CFABA8-5ECE-559D-0F31-2D72F6340305}" dt="2026-08-17T02:18:03.385" v="6" actId="1076"/>
        <pc:sldMkLst>
          <pc:docMk/>
          <pc:sldMk cId="1435999858" sldId="274"/>
        </pc:sldMkLst>
      </pc:sldChg>
    </pc:docChg>
  </pc:docChgLst>
  <pc:docChgLst>
    <pc:chgData name="Zef Ewart" userId="S::ewa0005@wantirnacollege.vic.edu.au::d55df615-e487-427e-b122-1eec8308b830" providerId="AD" clId="Web-{0A0A6817-022B-3F59-36EE-99CA72004FD8}"/>
    <pc:docChg chg="modSld">
      <pc:chgData name="Zef Ewart" userId="S::ewa0005@wantirnacollege.vic.edu.au::d55df615-e487-427e-b122-1eec8308b830" providerId="AD" clId="Web-{0A0A6817-022B-3F59-36EE-99CA72004FD8}" dt="2026-08-27T23:55:34.168" v="31"/>
      <pc:docMkLst>
        <pc:docMk/>
      </pc:docMkLst>
      <pc:sldChg chg="modSp">
        <pc:chgData name="Zef Ewart" userId="S::ewa0005@wantirnacollege.vic.edu.au::d55df615-e487-427e-b122-1eec8308b830" providerId="AD" clId="Web-{0A0A6817-022B-3F59-36EE-99CA72004FD8}" dt="2026-08-27T23:55:34.168" v="31"/>
        <pc:sldMkLst>
          <pc:docMk/>
          <pc:sldMk cId="1098657898" sldId="277"/>
        </pc:sldMkLst>
        <pc:graphicFrameChg chg="mod modGraphic">
          <ac:chgData name="Zef Ewart" userId="S::ewa0005@wantirnacollege.vic.edu.au::d55df615-e487-427e-b122-1eec8308b830" providerId="AD" clId="Web-{0A0A6817-022B-3F59-36EE-99CA72004FD8}" dt="2026-08-27T23:55:34.168" v="31"/>
          <ac:graphicFrameMkLst>
            <pc:docMk/>
            <pc:sldMk cId="1098657898" sldId="277"/>
            <ac:graphicFrameMk id="4" creationId="{6955F883-FA0F-A64C-4AB0-6B28D02855B6}"/>
          </ac:graphicFrameMkLst>
        </pc:graphicFrameChg>
      </pc:sldChg>
    </pc:docChg>
  </pc:docChgLst>
  <pc:docChgLst>
    <pc:chgData name="Taliah Kassaby" userId="23d269d0-e02c-425d-bfba-881a989e0172" providerId="ADAL" clId="{A44F5C3D-790C-5757-A4CE-F3B42956D7FF}"/>
    <pc:docChg chg="custSel modSld sldOrd">
      <pc:chgData name="Taliah Kassaby" userId="23d269d0-e02c-425d-bfba-881a989e0172" providerId="ADAL" clId="{A44F5C3D-790C-5757-A4CE-F3B42956D7FF}" dt="2026-09-03T23:30:30.023" v="77" actId="20578"/>
      <pc:docMkLst>
        <pc:docMk/>
      </pc:docMkLst>
      <pc:sldChg chg="modSp mod">
        <pc:chgData name="Taliah Kassaby" userId="23d269d0-e02c-425d-bfba-881a989e0172" providerId="ADAL" clId="{A44F5C3D-790C-5757-A4CE-F3B42956D7FF}" dt="2026-08-24T02:36:53.395" v="26" actId="20577"/>
        <pc:sldMkLst>
          <pc:docMk/>
          <pc:sldMk cId="591232533" sldId="262"/>
        </pc:sldMkLst>
        <pc:spChg chg="mod">
          <ac:chgData name="Taliah Kassaby" userId="23d269d0-e02c-425d-bfba-881a989e0172" providerId="ADAL" clId="{A44F5C3D-790C-5757-A4CE-F3B42956D7FF}" dt="2026-08-24T02:36:53.395" v="26" actId="20577"/>
          <ac:spMkLst>
            <pc:docMk/>
            <pc:sldMk cId="591232533" sldId="262"/>
            <ac:spMk id="2" creationId="{5334C21F-1E61-5A28-E4F1-49A38C083C82}"/>
          </ac:spMkLst>
        </pc:spChg>
      </pc:sldChg>
      <pc:sldChg chg="addSp delSp modSp mod">
        <pc:chgData name="Taliah Kassaby" userId="23d269d0-e02c-425d-bfba-881a989e0172" providerId="ADAL" clId="{A44F5C3D-790C-5757-A4CE-F3B42956D7FF}" dt="2026-08-24T02:30:20.349" v="17"/>
        <pc:sldMkLst>
          <pc:docMk/>
          <pc:sldMk cId="1378381461" sldId="263"/>
        </pc:sldMkLst>
        <pc:spChg chg="mod">
          <ac:chgData name="Taliah Kassaby" userId="23d269d0-e02c-425d-bfba-881a989e0172" providerId="ADAL" clId="{A44F5C3D-790C-5757-A4CE-F3B42956D7FF}" dt="2026-08-24T02:30:17.874" v="14" actId="1076"/>
          <ac:spMkLst>
            <pc:docMk/>
            <pc:sldMk cId="1378381461" sldId="263"/>
            <ac:spMk id="2" creationId="{3D6BD942-99F1-D4F8-7845-34462FCC51F0}"/>
          </ac:spMkLst>
        </pc:spChg>
      </pc:sldChg>
      <pc:sldChg chg="addSp delSp modSp mod">
        <pc:chgData name="Taliah Kassaby" userId="23d269d0-e02c-425d-bfba-881a989e0172" providerId="ADAL" clId="{A44F5C3D-790C-5757-A4CE-F3B42956D7FF}" dt="2026-08-24T02:36:06.391" v="20"/>
        <pc:sldMkLst>
          <pc:docMk/>
          <pc:sldMk cId="1435999858" sldId="274"/>
        </pc:sldMkLst>
      </pc:sldChg>
      <pc:sldChg chg="addSp modSp mod setBg">
        <pc:chgData name="Taliah Kassaby" userId="23d269d0-e02c-425d-bfba-881a989e0172" providerId="ADAL" clId="{A44F5C3D-790C-5757-A4CE-F3B42956D7FF}" dt="2026-08-31T02:48:30.487" v="76" actId="14734"/>
        <pc:sldMkLst>
          <pc:docMk/>
          <pc:sldMk cId="1098657898" sldId="277"/>
        </pc:sldMkLst>
        <pc:spChg chg="mod">
          <ac:chgData name="Taliah Kassaby" userId="23d269d0-e02c-425d-bfba-881a989e0172" providerId="ADAL" clId="{A44F5C3D-790C-5757-A4CE-F3B42956D7FF}" dt="2026-08-31T02:47:09.288" v="48" actId="14100"/>
          <ac:spMkLst>
            <pc:docMk/>
            <pc:sldMk cId="1098657898" sldId="277"/>
            <ac:spMk id="2" creationId="{A60C07A3-0361-52C0-FF89-FE53253FC367}"/>
          </ac:spMkLst>
        </pc:spChg>
        <pc:spChg chg="add">
          <ac:chgData name="Taliah Kassaby" userId="23d269d0-e02c-425d-bfba-881a989e0172" providerId="ADAL" clId="{A44F5C3D-790C-5757-A4CE-F3B42956D7FF}" dt="2026-08-31T02:14:56.317" v="27" actId="26606"/>
          <ac:spMkLst>
            <pc:docMk/>
            <pc:sldMk cId="1098657898" sldId="277"/>
            <ac:spMk id="9" creationId="{44D65982-4F00-4330-8DAA-DE6A9E4D6D23}"/>
          </ac:spMkLst>
        </pc:spChg>
        <pc:spChg chg="add">
          <ac:chgData name="Taliah Kassaby" userId="23d269d0-e02c-425d-bfba-881a989e0172" providerId="ADAL" clId="{A44F5C3D-790C-5757-A4CE-F3B42956D7FF}" dt="2026-08-31T02:14:56.317" v="27" actId="26606"/>
          <ac:spMkLst>
            <pc:docMk/>
            <pc:sldMk cId="1098657898" sldId="277"/>
            <ac:spMk id="24" creationId="{D143E7E7-E8B6-4540-9F64-16248A70AA39}"/>
          </ac:spMkLst>
        </pc:spChg>
        <pc:grpChg chg="add">
          <ac:chgData name="Taliah Kassaby" userId="23d269d0-e02c-425d-bfba-881a989e0172" providerId="ADAL" clId="{A44F5C3D-790C-5757-A4CE-F3B42956D7FF}" dt="2026-08-31T02:14:56.317" v="27" actId="26606"/>
          <ac:grpSpMkLst>
            <pc:docMk/>
            <pc:sldMk cId="1098657898" sldId="277"/>
            <ac:grpSpMk id="11" creationId="{400A7B37-4458-4745-AA03-7239FAF2D854}"/>
          </ac:grpSpMkLst>
        </pc:grpChg>
        <pc:grpChg chg="add">
          <ac:chgData name="Taliah Kassaby" userId="23d269d0-e02c-425d-bfba-881a989e0172" providerId="ADAL" clId="{A44F5C3D-790C-5757-A4CE-F3B42956D7FF}" dt="2026-08-31T02:14:56.317" v="27" actId="26606"/>
          <ac:grpSpMkLst>
            <pc:docMk/>
            <pc:sldMk cId="1098657898" sldId="277"/>
            <ac:grpSpMk id="15" creationId="{43F5E015-E085-4624-B431-B42414448684}"/>
          </ac:grpSpMkLst>
        </pc:grpChg>
        <pc:graphicFrameChg chg="mod modGraphic">
          <ac:chgData name="Taliah Kassaby" userId="23d269d0-e02c-425d-bfba-881a989e0172" providerId="ADAL" clId="{A44F5C3D-790C-5757-A4CE-F3B42956D7FF}" dt="2026-08-31T02:48:30.487" v="76" actId="14734"/>
          <ac:graphicFrameMkLst>
            <pc:docMk/>
            <pc:sldMk cId="1098657898" sldId="277"/>
            <ac:graphicFrameMk id="4" creationId="{6955F883-FA0F-A64C-4AB0-6B28D02855B6}"/>
          </ac:graphicFrameMkLst>
        </pc:graphicFrameChg>
      </pc:sldChg>
      <pc:sldChg chg="modSp mod">
        <pc:chgData name="Taliah Kassaby" userId="23d269d0-e02c-425d-bfba-881a989e0172" providerId="ADAL" clId="{A44F5C3D-790C-5757-A4CE-F3B42956D7FF}" dt="2026-08-31T02:44:15.484" v="44" actId="1076"/>
        <pc:sldMkLst>
          <pc:docMk/>
          <pc:sldMk cId="769269118" sldId="278"/>
        </pc:sldMkLst>
        <pc:spChg chg="mod">
          <ac:chgData name="Taliah Kassaby" userId="23d269d0-e02c-425d-bfba-881a989e0172" providerId="ADAL" clId="{A44F5C3D-790C-5757-A4CE-F3B42956D7FF}" dt="2026-08-31T02:44:15.484" v="44" actId="1076"/>
          <ac:spMkLst>
            <pc:docMk/>
            <pc:sldMk cId="769269118" sldId="278"/>
            <ac:spMk id="2" creationId="{13ED188D-ADDE-FBEC-E53A-58CE9CC9B82C}"/>
          </ac:spMkLst>
        </pc:spChg>
        <pc:graphicFrameChg chg="mod modGraphic">
          <ac:chgData name="Taliah Kassaby" userId="23d269d0-e02c-425d-bfba-881a989e0172" providerId="ADAL" clId="{A44F5C3D-790C-5757-A4CE-F3B42956D7FF}" dt="2026-08-31T02:43:59.704" v="39" actId="14100"/>
          <ac:graphicFrameMkLst>
            <pc:docMk/>
            <pc:sldMk cId="769269118" sldId="278"/>
            <ac:graphicFrameMk id="4" creationId="{6B0CC77D-A31B-F699-0CDC-D817DF05AE4C}"/>
          </ac:graphicFrameMkLst>
        </pc:graphicFrameChg>
      </pc:sldChg>
      <pc:sldChg chg="ord">
        <pc:chgData name="Taliah Kassaby" userId="23d269d0-e02c-425d-bfba-881a989e0172" providerId="ADAL" clId="{A44F5C3D-790C-5757-A4CE-F3B42956D7FF}" dt="2026-09-03T23:30:30.023" v="77" actId="20578"/>
        <pc:sldMkLst>
          <pc:docMk/>
          <pc:sldMk cId="2720739246" sldId="279"/>
        </pc:sldMkLst>
      </pc:sldChg>
    </pc:docChg>
  </pc:docChgLst>
  <pc:docChgLst>
    <pc:chgData name="Oscar Glaister" userId="e6f16566-ea0c-4df4-8ebb-5765e438d351" providerId="ADAL" clId="{252C8254-46BD-4598-B285-E6EC582ADBF0}"/>
    <pc:docChg chg="undo custSel addSld modSld">
      <pc:chgData name="Oscar Glaister" userId="e6f16566-ea0c-4df4-8ebb-5765e438d351" providerId="ADAL" clId="{252C8254-46BD-4598-B285-E6EC582ADBF0}" dt="2026-09-13T15:39:53.181" v="6421" actId="20577"/>
      <pc:docMkLst>
        <pc:docMk/>
      </pc:docMkLst>
      <pc:sldChg chg="addSp delSp modSp new mod">
        <pc:chgData name="Oscar Glaister" userId="e6f16566-ea0c-4df4-8ebb-5765e438d351" providerId="ADAL" clId="{252C8254-46BD-4598-B285-E6EC582ADBF0}" dt="2026-08-17T02:17:06.096" v="365" actId="732"/>
        <pc:sldMkLst>
          <pc:docMk/>
          <pc:sldMk cId="1435999858" sldId="274"/>
        </pc:sldMkLst>
        <pc:picChg chg="add mod modCrop">
          <ac:chgData name="Oscar Glaister" userId="e6f16566-ea0c-4df4-8ebb-5765e438d351" providerId="ADAL" clId="{252C8254-46BD-4598-B285-E6EC582ADBF0}" dt="2026-08-17T02:17:06.096" v="365" actId="732"/>
          <ac:picMkLst>
            <pc:docMk/>
            <pc:sldMk cId="1435999858" sldId="274"/>
            <ac:picMk id="4" creationId="{514C81AC-0D0A-6F04-301A-86FB85CD49D7}"/>
          </ac:picMkLst>
        </pc:picChg>
      </pc:sldChg>
      <pc:sldChg chg="modSp mod">
        <pc:chgData name="Oscar Glaister" userId="e6f16566-ea0c-4df4-8ebb-5765e438d351" providerId="ADAL" clId="{252C8254-46BD-4598-B285-E6EC582ADBF0}" dt="2026-09-13T15:39:53.181" v="6421" actId="20577"/>
        <pc:sldMkLst>
          <pc:docMk/>
          <pc:sldMk cId="1098657898" sldId="277"/>
        </pc:sldMkLst>
        <pc:graphicFrameChg chg="mod modGraphic">
          <ac:chgData name="Oscar Glaister" userId="e6f16566-ea0c-4df4-8ebb-5765e438d351" providerId="ADAL" clId="{252C8254-46BD-4598-B285-E6EC582ADBF0}" dt="2026-09-13T15:39:53.181" v="6421" actId="20577"/>
          <ac:graphicFrameMkLst>
            <pc:docMk/>
            <pc:sldMk cId="1098657898" sldId="277"/>
            <ac:graphicFrameMk id="4" creationId="{6955F883-FA0F-A64C-4AB0-6B28D02855B6}"/>
          </ac:graphicFrameMkLst>
        </pc:graphicFrameChg>
      </pc:sldChg>
      <pc:sldChg chg="modSp mod">
        <pc:chgData name="Oscar Glaister" userId="e6f16566-ea0c-4df4-8ebb-5765e438d351" providerId="ADAL" clId="{252C8254-46BD-4598-B285-E6EC582ADBF0}" dt="2026-09-13T14:38:06.074" v="448" actId="20577"/>
        <pc:sldMkLst>
          <pc:docMk/>
          <pc:sldMk cId="2720739246" sldId="279"/>
        </pc:sldMkLst>
        <pc:graphicFrameChg chg="modGraphic">
          <ac:chgData name="Oscar Glaister" userId="e6f16566-ea0c-4df4-8ebb-5765e438d351" providerId="ADAL" clId="{252C8254-46BD-4598-B285-E6EC582ADBF0}" dt="2026-09-13T14:38:06.074" v="448" actId="20577"/>
          <ac:graphicFrameMkLst>
            <pc:docMk/>
            <pc:sldMk cId="2720739246" sldId="279"/>
            <ac:graphicFrameMk id="4" creationId="{1811C758-7E39-8188-744E-129292BAA1A3}"/>
          </ac:graphicFrameMkLst>
        </pc:graphicFrameChg>
      </pc:sldChg>
      <pc:sldChg chg="modSp new mod">
        <pc:chgData name="Oscar Glaister" userId="e6f16566-ea0c-4df4-8ebb-5765e438d351" providerId="ADAL" clId="{252C8254-46BD-4598-B285-E6EC582ADBF0}" dt="2026-09-13T14:53:29.424" v="2233" actId="20577"/>
        <pc:sldMkLst>
          <pc:docMk/>
          <pc:sldMk cId="3361418619" sldId="280"/>
        </pc:sldMkLst>
        <pc:spChg chg="mod">
          <ac:chgData name="Oscar Glaister" userId="e6f16566-ea0c-4df4-8ebb-5765e438d351" providerId="ADAL" clId="{252C8254-46BD-4598-B285-E6EC582ADBF0}" dt="2026-09-13T14:38:24.714" v="486" actId="20577"/>
          <ac:spMkLst>
            <pc:docMk/>
            <pc:sldMk cId="3361418619" sldId="280"/>
            <ac:spMk id="2" creationId="{DB086EF9-CB4D-8BAE-D468-F97150F12CA7}"/>
          </ac:spMkLst>
        </pc:spChg>
        <pc:spChg chg="mod">
          <ac:chgData name="Oscar Glaister" userId="e6f16566-ea0c-4df4-8ebb-5765e438d351" providerId="ADAL" clId="{252C8254-46BD-4598-B285-E6EC582ADBF0}" dt="2026-09-13T14:53:29.424" v="2233" actId="20577"/>
          <ac:spMkLst>
            <pc:docMk/>
            <pc:sldMk cId="3361418619" sldId="280"/>
            <ac:spMk id="3" creationId="{6AEBA632-418A-8A7F-535B-E916DD7EE7D7}"/>
          </ac:spMkLst>
        </pc:spChg>
      </pc:sldChg>
      <pc:sldChg chg="modSp new mod">
        <pc:chgData name="Oscar Glaister" userId="e6f16566-ea0c-4df4-8ebb-5765e438d351" providerId="ADAL" clId="{252C8254-46BD-4598-B285-E6EC582ADBF0}" dt="2026-09-13T14:51:30.557" v="2134" actId="27636"/>
        <pc:sldMkLst>
          <pc:docMk/>
          <pc:sldMk cId="222595109" sldId="281"/>
        </pc:sldMkLst>
        <pc:spChg chg="mod">
          <ac:chgData name="Oscar Glaister" userId="e6f16566-ea0c-4df4-8ebb-5765e438d351" providerId="ADAL" clId="{252C8254-46BD-4598-B285-E6EC582ADBF0}" dt="2026-09-13T14:43:27.993" v="877" actId="20577"/>
          <ac:spMkLst>
            <pc:docMk/>
            <pc:sldMk cId="222595109" sldId="281"/>
            <ac:spMk id="2" creationId="{6644ADED-1A5A-500A-E7C0-093A69BF8FBF}"/>
          </ac:spMkLst>
        </pc:spChg>
        <pc:spChg chg="mod">
          <ac:chgData name="Oscar Glaister" userId="e6f16566-ea0c-4df4-8ebb-5765e438d351" providerId="ADAL" clId="{252C8254-46BD-4598-B285-E6EC582ADBF0}" dt="2026-09-13T14:51:30.557" v="2134" actId="27636"/>
          <ac:spMkLst>
            <pc:docMk/>
            <pc:sldMk cId="222595109" sldId="281"/>
            <ac:spMk id="3" creationId="{438FDCC9-E644-5E6F-5AB7-F0B89BA812ED}"/>
          </ac:spMkLst>
        </pc:spChg>
      </pc:sldChg>
      <pc:sldChg chg="modSp new mod">
        <pc:chgData name="Oscar Glaister" userId="e6f16566-ea0c-4df4-8ebb-5765e438d351" providerId="ADAL" clId="{252C8254-46BD-4598-B285-E6EC582ADBF0}" dt="2026-09-13T15:00:15.504" v="3336" actId="27636"/>
        <pc:sldMkLst>
          <pc:docMk/>
          <pc:sldMk cId="2220927777" sldId="282"/>
        </pc:sldMkLst>
        <pc:spChg chg="mod">
          <ac:chgData name="Oscar Glaister" userId="e6f16566-ea0c-4df4-8ebb-5765e438d351" providerId="ADAL" clId="{252C8254-46BD-4598-B285-E6EC582ADBF0}" dt="2026-09-13T14:54:04.490" v="2278" actId="20577"/>
          <ac:spMkLst>
            <pc:docMk/>
            <pc:sldMk cId="2220927777" sldId="282"/>
            <ac:spMk id="2" creationId="{649575D4-3A38-6080-8F25-C780E83C536C}"/>
          </ac:spMkLst>
        </pc:spChg>
        <pc:spChg chg="mod">
          <ac:chgData name="Oscar Glaister" userId="e6f16566-ea0c-4df4-8ebb-5765e438d351" providerId="ADAL" clId="{252C8254-46BD-4598-B285-E6EC582ADBF0}" dt="2026-09-13T15:00:15.504" v="3336" actId="27636"/>
          <ac:spMkLst>
            <pc:docMk/>
            <pc:sldMk cId="2220927777" sldId="282"/>
            <ac:spMk id="3" creationId="{4A917AD0-3DCB-3347-F8F2-44C4E8696097}"/>
          </ac:spMkLst>
        </pc:spChg>
      </pc:sldChg>
      <pc:sldChg chg="modSp new mod">
        <pc:chgData name="Oscar Glaister" userId="e6f16566-ea0c-4df4-8ebb-5765e438d351" providerId="ADAL" clId="{252C8254-46BD-4598-B285-E6EC582ADBF0}" dt="2026-09-13T15:22:06.106" v="4521" actId="33524"/>
        <pc:sldMkLst>
          <pc:docMk/>
          <pc:sldMk cId="3070965" sldId="283"/>
        </pc:sldMkLst>
        <pc:spChg chg="mod">
          <ac:chgData name="Oscar Glaister" userId="e6f16566-ea0c-4df4-8ebb-5765e438d351" providerId="ADAL" clId="{252C8254-46BD-4598-B285-E6EC582ADBF0}" dt="2026-09-13T14:55:35.766" v="2500" actId="20577"/>
          <ac:spMkLst>
            <pc:docMk/>
            <pc:sldMk cId="3070965" sldId="283"/>
            <ac:spMk id="2" creationId="{33E88DA0-F124-68EE-E74B-501527A0443C}"/>
          </ac:spMkLst>
        </pc:spChg>
        <pc:spChg chg="mod">
          <ac:chgData name="Oscar Glaister" userId="e6f16566-ea0c-4df4-8ebb-5765e438d351" providerId="ADAL" clId="{252C8254-46BD-4598-B285-E6EC582ADBF0}" dt="2026-09-13T15:22:06.106" v="4521" actId="33524"/>
          <ac:spMkLst>
            <pc:docMk/>
            <pc:sldMk cId="3070965" sldId="283"/>
            <ac:spMk id="3" creationId="{7CCAE051-567F-B78B-10DC-3FC2CD9D576A}"/>
          </ac:spMkLst>
        </pc:spChg>
      </pc:sldChg>
      <pc:sldChg chg="modSp new mod">
        <pc:chgData name="Oscar Glaister" userId="e6f16566-ea0c-4df4-8ebb-5765e438d351" providerId="ADAL" clId="{252C8254-46BD-4598-B285-E6EC582ADBF0}" dt="2026-09-13T15:35:14.764" v="5936" actId="20577"/>
        <pc:sldMkLst>
          <pc:docMk/>
          <pc:sldMk cId="3876726305" sldId="284"/>
        </pc:sldMkLst>
        <pc:spChg chg="mod">
          <ac:chgData name="Oscar Glaister" userId="e6f16566-ea0c-4df4-8ebb-5765e438d351" providerId="ADAL" clId="{252C8254-46BD-4598-B285-E6EC582ADBF0}" dt="2026-09-13T15:14:39.723" v="3669" actId="20577"/>
          <ac:spMkLst>
            <pc:docMk/>
            <pc:sldMk cId="3876726305" sldId="284"/>
            <ac:spMk id="2" creationId="{A4EEA682-B5A6-794D-D881-31541374F850}"/>
          </ac:spMkLst>
        </pc:spChg>
        <pc:spChg chg="mod">
          <ac:chgData name="Oscar Glaister" userId="e6f16566-ea0c-4df4-8ebb-5765e438d351" providerId="ADAL" clId="{252C8254-46BD-4598-B285-E6EC582ADBF0}" dt="2026-09-13T15:35:14.764" v="5936" actId="20577"/>
          <ac:spMkLst>
            <pc:docMk/>
            <pc:sldMk cId="3876726305" sldId="284"/>
            <ac:spMk id="3" creationId="{E5E8D75A-7452-957C-337D-675D0D558B7F}"/>
          </ac:spMkLst>
        </pc:spChg>
      </pc:sldChg>
      <pc:sldChg chg="modSp new mod">
        <pc:chgData name="Oscar Glaister" userId="e6f16566-ea0c-4df4-8ebb-5765e438d351" providerId="ADAL" clId="{252C8254-46BD-4598-B285-E6EC582ADBF0}" dt="2026-09-13T15:17:27.965" v="3915" actId="20577"/>
        <pc:sldMkLst>
          <pc:docMk/>
          <pc:sldMk cId="1517159073" sldId="285"/>
        </pc:sldMkLst>
        <pc:spChg chg="mod">
          <ac:chgData name="Oscar Glaister" userId="e6f16566-ea0c-4df4-8ebb-5765e438d351" providerId="ADAL" clId="{252C8254-46BD-4598-B285-E6EC582ADBF0}" dt="2026-09-13T15:17:27.965" v="3915" actId="20577"/>
          <ac:spMkLst>
            <pc:docMk/>
            <pc:sldMk cId="1517159073" sldId="285"/>
            <ac:spMk id="2" creationId="{2CD7D8E0-4955-A7F8-13B7-B7F808D1A33D}"/>
          </ac:spMkLst>
        </pc:spChg>
      </pc:sldChg>
      <pc:sldChg chg="modSp new mod">
        <pc:chgData name="Oscar Glaister" userId="e6f16566-ea0c-4df4-8ebb-5765e438d351" providerId="ADAL" clId="{252C8254-46BD-4598-B285-E6EC582ADBF0}" dt="2026-09-13T15:26:02.708" v="5213" actId="20577"/>
        <pc:sldMkLst>
          <pc:docMk/>
          <pc:sldMk cId="951826374" sldId="286"/>
        </pc:sldMkLst>
        <pc:spChg chg="mod">
          <ac:chgData name="Oscar Glaister" userId="e6f16566-ea0c-4df4-8ebb-5765e438d351" providerId="ADAL" clId="{252C8254-46BD-4598-B285-E6EC582ADBF0}" dt="2026-09-13T15:22:16.866" v="4535" actId="20577"/>
          <ac:spMkLst>
            <pc:docMk/>
            <pc:sldMk cId="951826374" sldId="286"/>
            <ac:spMk id="2" creationId="{0A92D016-C226-FA79-E450-F21EFABF252A}"/>
          </ac:spMkLst>
        </pc:spChg>
        <pc:spChg chg="mod">
          <ac:chgData name="Oscar Glaister" userId="e6f16566-ea0c-4df4-8ebb-5765e438d351" providerId="ADAL" clId="{252C8254-46BD-4598-B285-E6EC582ADBF0}" dt="2026-09-13T15:26:02.708" v="5213" actId="20577"/>
          <ac:spMkLst>
            <pc:docMk/>
            <pc:sldMk cId="951826374" sldId="286"/>
            <ac:spMk id="3" creationId="{102D829E-4243-A1EA-C31E-781F0A80FDA7}"/>
          </ac:spMkLst>
        </pc:spChg>
      </pc:sldChg>
      <pc:sldChg chg="modSp new mod">
        <pc:chgData name="Oscar Glaister" userId="e6f16566-ea0c-4df4-8ebb-5765e438d351" providerId="ADAL" clId="{252C8254-46BD-4598-B285-E6EC582ADBF0}" dt="2026-09-13T15:34:22.395" v="5793" actId="20577"/>
        <pc:sldMkLst>
          <pc:docMk/>
          <pc:sldMk cId="3788103649" sldId="287"/>
        </pc:sldMkLst>
        <pc:spChg chg="mod">
          <ac:chgData name="Oscar Glaister" userId="e6f16566-ea0c-4df4-8ebb-5765e438d351" providerId="ADAL" clId="{252C8254-46BD-4598-B285-E6EC582ADBF0}" dt="2026-09-13T15:28:10.081" v="5513" actId="20577"/>
          <ac:spMkLst>
            <pc:docMk/>
            <pc:sldMk cId="3788103649" sldId="287"/>
            <ac:spMk id="2" creationId="{2B8B04F1-A195-CB1E-1357-9CFAEA9070D2}"/>
          </ac:spMkLst>
        </pc:spChg>
        <pc:spChg chg="mod">
          <ac:chgData name="Oscar Glaister" userId="e6f16566-ea0c-4df4-8ebb-5765e438d351" providerId="ADAL" clId="{252C8254-46BD-4598-B285-E6EC582ADBF0}" dt="2026-09-13T15:34:22.395" v="5793" actId="20577"/>
          <ac:spMkLst>
            <pc:docMk/>
            <pc:sldMk cId="3788103649" sldId="287"/>
            <ac:spMk id="3" creationId="{45CEAAFE-5C49-C7BC-6C61-67B3E1047D2D}"/>
          </ac:spMkLst>
        </pc:spChg>
      </pc:sldChg>
    </pc:docChg>
  </pc:docChgLst>
  <pc:docChgLst>
    <pc:chgData name="Zef Ewart" userId="S::ewa0005@wantirnacollege.vic.edu.au::d55df615-e487-427e-b122-1eec8308b830" providerId="AD" clId="Web-{8C8B2183-FF6F-EF0C-B057-6277FEC65D75}"/>
    <pc:docChg chg="modSld">
      <pc:chgData name="Zef Ewart" userId="S::ewa0005@wantirnacollege.vic.edu.au::d55df615-e487-427e-b122-1eec8308b830" providerId="AD" clId="Web-{8C8B2183-FF6F-EF0C-B057-6277FEC65D75}" dt="2026-08-18T02:23:45.756" v="613" actId="1076"/>
      <pc:docMkLst>
        <pc:docMk/>
      </pc:docMkLst>
      <pc:sldChg chg="addSp modSp">
        <pc:chgData name="Zef Ewart" userId="S::ewa0005@wantirnacollege.vic.edu.au::d55df615-e487-427e-b122-1eec8308b830" providerId="AD" clId="Web-{8C8B2183-FF6F-EF0C-B057-6277FEC65D75}" dt="2026-08-18T02:23:45.756" v="613" actId="1076"/>
        <pc:sldMkLst>
          <pc:docMk/>
          <pc:sldMk cId="4094592511" sldId="261"/>
        </pc:sldMkLst>
        <pc:spChg chg="add mod">
          <ac:chgData name="Zef Ewart" userId="S::ewa0005@wantirnacollege.vic.edu.au::d55df615-e487-427e-b122-1eec8308b830" providerId="AD" clId="Web-{8C8B2183-FF6F-EF0C-B057-6277FEC65D75}" dt="2026-08-18T02:23:45.756" v="613" actId="1076"/>
          <ac:spMkLst>
            <pc:docMk/>
            <pc:sldMk cId="4094592511" sldId="261"/>
            <ac:spMk id="3" creationId="{69689C90-6221-A1FF-3431-0941A890942C}"/>
          </ac:spMkLst>
        </pc:spChg>
        <pc:spChg chg="mod">
          <ac:chgData name="Zef Ewart" userId="S::ewa0005@wantirnacollege.vic.edu.au::d55df615-e487-427e-b122-1eec8308b830" providerId="AD" clId="Web-{8C8B2183-FF6F-EF0C-B057-6277FEC65D75}" dt="2026-08-18T02:23:25.114" v="610" actId="20577"/>
          <ac:spMkLst>
            <pc:docMk/>
            <pc:sldMk cId="4094592511" sldId="261"/>
            <ac:spMk id="8" creationId="{E5BE8265-4C5F-67BB-6A15-D068CDB22A3C}"/>
          </ac:spMkLst>
        </pc:spChg>
        <pc:spChg chg="mod">
          <ac:chgData name="Zef Ewart" userId="S::ewa0005@wantirnacollege.vic.edu.au::d55df615-e487-427e-b122-1eec8308b830" providerId="AD" clId="Web-{8C8B2183-FF6F-EF0C-B057-6277FEC65D75}" dt="2026-08-18T02:21:09.085" v="518" actId="20577"/>
          <ac:spMkLst>
            <pc:docMk/>
            <pc:sldMk cId="4094592511" sldId="261"/>
            <ac:spMk id="13" creationId="{DBC6133C-0615-4CE4-9132-37E609A9BDFA}"/>
          </ac:spMkLst>
        </pc:spChg>
      </pc:sldChg>
    </pc:docChg>
  </pc:docChgLst>
  <pc:docChgLst>
    <pc:chgData name="Zef Ewart" userId="d55df615-e487-427e-b122-1eec8308b830" providerId="ADAL" clId="{D15140D9-557F-41C2-BE64-520539F8E8F3}"/>
    <pc:docChg chg="undo custSel addSld delSld modSld sldOrd">
      <pc:chgData name="Zef Ewart" userId="d55df615-e487-427e-b122-1eec8308b830" providerId="ADAL" clId="{D15140D9-557F-41C2-BE64-520539F8E8F3}" dt="2026-09-07T02:53:33.953" v="2589" actId="20577"/>
      <pc:docMkLst>
        <pc:docMk/>
      </pc:docMkLst>
      <pc:sldChg chg="modSp mod">
        <pc:chgData name="Zef Ewart" userId="d55df615-e487-427e-b122-1eec8308b830" providerId="ADAL" clId="{D15140D9-557F-41C2-BE64-520539F8E8F3}" dt="2026-08-18T02:33:01.702" v="21" actId="1076"/>
        <pc:sldMkLst>
          <pc:docMk/>
          <pc:sldMk cId="4094592511" sldId="261"/>
        </pc:sldMkLst>
        <pc:spChg chg="mod">
          <ac:chgData name="Zef Ewart" userId="d55df615-e487-427e-b122-1eec8308b830" providerId="ADAL" clId="{D15140D9-557F-41C2-BE64-520539F8E8F3}" dt="2026-08-18T02:33:01.702" v="21" actId="1076"/>
          <ac:spMkLst>
            <pc:docMk/>
            <pc:sldMk cId="4094592511" sldId="261"/>
            <ac:spMk id="3" creationId="{69689C90-6221-A1FF-3431-0941A890942C}"/>
          </ac:spMkLst>
        </pc:spChg>
        <pc:spChg chg="mod">
          <ac:chgData name="Zef Ewart" userId="d55df615-e487-427e-b122-1eec8308b830" providerId="ADAL" clId="{D15140D9-557F-41C2-BE64-520539F8E8F3}" dt="2026-08-18T02:32:42.551" v="18" actId="1076"/>
          <ac:spMkLst>
            <pc:docMk/>
            <pc:sldMk cId="4094592511" sldId="261"/>
            <ac:spMk id="8" creationId="{E5BE8265-4C5F-67BB-6A15-D068CDB22A3C}"/>
          </ac:spMkLst>
        </pc:spChg>
      </pc:sldChg>
      <pc:sldChg chg="addSp delSp modSp new mod ord">
        <pc:chgData name="Zef Ewart" userId="d55df615-e487-427e-b122-1eec8308b830" providerId="ADAL" clId="{D15140D9-557F-41C2-BE64-520539F8E8F3}" dt="2026-09-07T02:04:39.396" v="2054"/>
        <pc:sldMkLst>
          <pc:docMk/>
          <pc:sldMk cId="1098657898" sldId="277"/>
        </pc:sldMkLst>
        <pc:spChg chg="mod">
          <ac:chgData name="Zef Ewart" userId="d55df615-e487-427e-b122-1eec8308b830" providerId="ADAL" clId="{D15140D9-557F-41C2-BE64-520539F8E8F3}" dt="2026-09-07T02:04:36.666" v="2052" actId="20577"/>
          <ac:spMkLst>
            <pc:docMk/>
            <pc:sldMk cId="1098657898" sldId="277"/>
            <ac:spMk id="2" creationId="{A60C07A3-0361-52C0-FF89-FE53253FC367}"/>
          </ac:spMkLst>
        </pc:spChg>
        <pc:graphicFrameChg chg="add mod ord modGraphic">
          <ac:chgData name="Zef Ewart" userId="d55df615-e487-427e-b122-1eec8308b830" providerId="ADAL" clId="{D15140D9-557F-41C2-BE64-520539F8E8F3}" dt="2026-08-24T02:37:44.676" v="133" actId="2161"/>
          <ac:graphicFrameMkLst>
            <pc:docMk/>
            <pc:sldMk cId="1098657898" sldId="277"/>
            <ac:graphicFrameMk id="4" creationId="{6955F883-FA0F-A64C-4AB0-6B28D02855B6}"/>
          </ac:graphicFrameMkLst>
        </pc:graphicFrameChg>
      </pc:sldChg>
      <pc:sldChg chg="addSp delSp modSp add mod ord">
        <pc:chgData name="Zef Ewart" userId="d55df615-e487-427e-b122-1eec8308b830" providerId="ADAL" clId="{D15140D9-557F-41C2-BE64-520539F8E8F3}" dt="2026-09-03T23:35:55.337" v="2032" actId="20577"/>
        <pc:sldMkLst>
          <pc:docMk/>
          <pc:sldMk cId="769269118" sldId="278"/>
        </pc:sldMkLst>
        <pc:spChg chg="mod">
          <ac:chgData name="Zef Ewart" userId="d55df615-e487-427e-b122-1eec8308b830" providerId="ADAL" clId="{D15140D9-557F-41C2-BE64-520539F8E8F3}" dt="2026-08-31T02:22:23.601" v="242" actId="1076"/>
          <ac:spMkLst>
            <pc:docMk/>
            <pc:sldMk cId="769269118" sldId="278"/>
            <ac:spMk id="2" creationId="{13ED188D-ADDE-FBEC-E53A-58CE9CC9B82C}"/>
          </ac:spMkLst>
        </pc:spChg>
        <pc:graphicFrameChg chg="add del mod modGraphic">
          <ac:chgData name="Zef Ewart" userId="d55df615-e487-427e-b122-1eec8308b830" providerId="ADAL" clId="{D15140D9-557F-41C2-BE64-520539F8E8F3}" dt="2026-09-03T23:35:55.337" v="2032" actId="20577"/>
          <ac:graphicFrameMkLst>
            <pc:docMk/>
            <pc:sldMk cId="769269118" sldId="278"/>
            <ac:graphicFrameMk id="4" creationId="{6B0CC77D-A31B-F699-0CDC-D817DF05AE4C}"/>
          </ac:graphicFrameMkLst>
        </pc:graphicFrameChg>
      </pc:sldChg>
      <pc:sldChg chg="modSp add mod">
        <pc:chgData name="Zef Ewart" userId="d55df615-e487-427e-b122-1eec8308b830" providerId="ADAL" clId="{D15140D9-557F-41C2-BE64-520539F8E8F3}" dt="2026-09-07T02:53:33.953" v="2589" actId="20577"/>
        <pc:sldMkLst>
          <pc:docMk/>
          <pc:sldMk cId="2720739246" sldId="279"/>
        </pc:sldMkLst>
        <pc:spChg chg="mod">
          <ac:chgData name="Zef Ewart" userId="d55df615-e487-427e-b122-1eec8308b830" providerId="ADAL" clId="{D15140D9-557F-41C2-BE64-520539F8E8F3}" dt="2026-09-03T23:10:38.376" v="428" actId="20577"/>
          <ac:spMkLst>
            <pc:docMk/>
            <pc:sldMk cId="2720739246" sldId="279"/>
            <ac:spMk id="2" creationId="{8DBC5D76-BCA6-03C1-7417-C300EB486720}"/>
          </ac:spMkLst>
        </pc:spChg>
        <pc:graphicFrameChg chg="mod modGraphic">
          <ac:chgData name="Zef Ewart" userId="d55df615-e487-427e-b122-1eec8308b830" providerId="ADAL" clId="{D15140D9-557F-41C2-BE64-520539F8E8F3}" dt="2026-09-07T02:53:33.953" v="2589" actId="20577"/>
          <ac:graphicFrameMkLst>
            <pc:docMk/>
            <pc:sldMk cId="2720739246" sldId="279"/>
            <ac:graphicFrameMk id="4" creationId="{1811C758-7E39-8188-744E-129292BAA1A3}"/>
          </ac:graphicFrameMkLst>
        </pc:graphicFrameChg>
      </pc:sldChg>
    </pc:docChg>
  </pc:docChgLst>
  <pc:docChgLst>
    <pc:chgData name="Taliah Kassaby" userId="S::kas0005@wantirnacollege.vic.edu.au::23d269d0-e02c-425d-bfba-881a989e0172" providerId="AD" clId="Web-{A2F432F4-37D5-A3D0-114A-1D305E73D865}"/>
    <pc:docChg chg="addSld delSld modSld sldOrd">
      <pc:chgData name="Taliah Kassaby" userId="S::kas0005@wantirnacollege.vic.edu.au::23d269d0-e02c-425d-bfba-881a989e0172" providerId="AD" clId="Web-{A2F432F4-37D5-A3D0-114A-1D305E73D865}" dt="2026-08-18T02:58:59.388" v="539" actId="1076"/>
      <pc:docMkLst>
        <pc:docMk/>
      </pc:docMkLst>
      <pc:sldChg chg="addSp delSp modSp mod setBg">
        <pc:chgData name="Taliah Kassaby" userId="S::kas0005@wantirnacollege.vic.edu.au::23d269d0-e02c-425d-bfba-881a989e0172" providerId="AD" clId="Web-{A2F432F4-37D5-A3D0-114A-1D305E73D865}" dt="2026-08-18T02:30:46.010" v="399"/>
        <pc:sldMkLst>
          <pc:docMk/>
          <pc:sldMk cId="1388250180" sldId="256"/>
        </pc:sldMkLst>
        <pc:spChg chg="mod">
          <ac:chgData name="Taliah Kassaby" userId="S::kas0005@wantirnacollege.vic.edu.au::23d269d0-e02c-425d-bfba-881a989e0172" providerId="AD" clId="Web-{A2F432F4-37D5-A3D0-114A-1D305E73D865}" dt="2026-08-18T02:30:46.010" v="399"/>
          <ac:spMkLst>
            <pc:docMk/>
            <pc:sldMk cId="1388250180" sldId="256"/>
            <ac:spMk id="2" creationId="{6DB75583-8F97-757A-3D9C-B459F698BB0E}"/>
          </ac:spMkLst>
        </pc:spChg>
        <pc:spChg chg="mod">
          <ac:chgData name="Taliah Kassaby" userId="S::kas0005@wantirnacollege.vic.edu.au::23d269d0-e02c-425d-bfba-881a989e0172" providerId="AD" clId="Web-{A2F432F4-37D5-A3D0-114A-1D305E73D865}" dt="2026-08-18T02:30:46.010" v="399"/>
          <ac:spMkLst>
            <pc:docMk/>
            <pc:sldMk cId="1388250180" sldId="256"/>
            <ac:spMk id="3" creationId="{D6761061-F77B-C890-18C0-41105821CB02}"/>
          </ac:spMkLst>
        </pc:spChg>
        <pc:spChg chg="add">
          <ac:chgData name="Taliah Kassaby" userId="S::kas0005@wantirnacollege.vic.edu.au::23d269d0-e02c-425d-bfba-881a989e0172" providerId="AD" clId="Web-{A2F432F4-37D5-A3D0-114A-1D305E73D865}" dt="2026-08-18T02:30:46.010" v="399"/>
          <ac:spMkLst>
            <pc:docMk/>
            <pc:sldMk cId="1388250180" sldId="256"/>
            <ac:spMk id="294" creationId="{2BE67753-EA0E-4819-8D22-0B6600CF7231}"/>
          </ac:spMkLst>
        </pc:spChg>
        <pc:spChg chg="add">
          <ac:chgData name="Taliah Kassaby" userId="S::kas0005@wantirnacollege.vic.edu.au::23d269d0-e02c-425d-bfba-881a989e0172" providerId="AD" clId="Web-{A2F432F4-37D5-A3D0-114A-1D305E73D865}" dt="2026-08-18T02:30:46.010" v="399"/>
          <ac:spMkLst>
            <pc:docMk/>
            <pc:sldMk cId="1388250180" sldId="256"/>
            <ac:spMk id="321" creationId="{5A292AEA-2528-46C0-B426-95822B6141FB}"/>
          </ac:spMkLst>
        </pc:spChg>
        <pc:spChg chg="add">
          <ac:chgData name="Taliah Kassaby" userId="S::kas0005@wantirnacollege.vic.edu.au::23d269d0-e02c-425d-bfba-881a989e0172" providerId="AD" clId="Web-{A2F432F4-37D5-A3D0-114A-1D305E73D865}" dt="2026-08-18T02:30:46.010" v="399"/>
          <ac:spMkLst>
            <pc:docMk/>
            <pc:sldMk cId="1388250180" sldId="256"/>
            <ac:spMk id="322" creationId="{D8B7B198-E4DF-43CD-AD8C-199884323745}"/>
          </ac:spMkLst>
        </pc:spChg>
      </pc:sldChg>
      <pc:sldChg chg="addSp delSp modSp mod setBg">
        <pc:chgData name="Taliah Kassaby" userId="S::kas0005@wantirnacollege.vic.edu.au::23d269d0-e02c-425d-bfba-881a989e0172" providerId="AD" clId="Web-{A2F432F4-37D5-A3D0-114A-1D305E73D865}" dt="2026-08-17T02:57:16.464" v="109"/>
        <pc:sldMkLst>
          <pc:docMk/>
          <pc:sldMk cId="2121627959" sldId="257"/>
        </pc:sldMkLst>
        <pc:spChg chg="mod">
          <ac:chgData name="Taliah Kassaby" userId="S::kas0005@wantirnacollege.vic.edu.au::23d269d0-e02c-425d-bfba-881a989e0172" providerId="AD" clId="Web-{A2F432F4-37D5-A3D0-114A-1D305E73D865}" dt="2026-08-17T02:57:16.464" v="109"/>
          <ac:spMkLst>
            <pc:docMk/>
            <pc:sldMk cId="2121627959" sldId="257"/>
            <ac:spMk id="2" creationId="{521F26B0-D3C6-35B1-EC55-6D3A318B5E22}"/>
          </ac:spMkLst>
        </pc:spChg>
        <pc:spChg chg="add">
          <ac:chgData name="Taliah Kassaby" userId="S::kas0005@wantirnacollege.vic.edu.au::23d269d0-e02c-425d-bfba-881a989e0172" providerId="AD" clId="Web-{A2F432F4-37D5-A3D0-114A-1D305E73D865}" dt="2026-08-17T02:57:16.464" v="109"/>
          <ac:spMkLst>
            <pc:docMk/>
            <pc:sldMk cId="2121627959" sldId="257"/>
            <ac:spMk id="43" creationId="{4522B21E-B2B9-4C72-9A71-C87EFD137480}"/>
          </ac:spMkLst>
        </pc:spChg>
        <pc:spChg chg="add">
          <ac:chgData name="Taliah Kassaby" userId="S::kas0005@wantirnacollege.vic.edu.au::23d269d0-e02c-425d-bfba-881a989e0172" providerId="AD" clId="Web-{A2F432F4-37D5-A3D0-114A-1D305E73D865}" dt="2026-08-17T02:57:16.464" v="109"/>
          <ac:spMkLst>
            <pc:docMk/>
            <pc:sldMk cId="2121627959" sldId="257"/>
            <ac:spMk id="45" creationId="{5EB7D2A2-F448-44D4-938C-DC84CBCB3B1E}"/>
          </ac:spMkLst>
        </pc:spChg>
        <pc:spChg chg="add">
          <ac:chgData name="Taliah Kassaby" userId="S::kas0005@wantirnacollege.vic.edu.au::23d269d0-e02c-425d-bfba-881a989e0172" providerId="AD" clId="Web-{A2F432F4-37D5-A3D0-114A-1D305E73D865}" dt="2026-08-17T02:57:16.464" v="109"/>
          <ac:spMkLst>
            <pc:docMk/>
            <pc:sldMk cId="2121627959" sldId="257"/>
            <ac:spMk id="47" creationId="{871AEA07-1E14-44B4-8E55-64EF049CD66F}"/>
          </ac:spMkLst>
        </pc:spChg>
      </pc:sldChg>
      <pc:sldChg chg="addSp delSp modSp mod ord setBg">
        <pc:chgData name="Taliah Kassaby" userId="S::kas0005@wantirnacollege.vic.edu.au::23d269d0-e02c-425d-bfba-881a989e0172" providerId="AD" clId="Web-{A2F432F4-37D5-A3D0-114A-1D305E73D865}" dt="2026-08-18T02:11:11.157" v="220" actId="1076"/>
        <pc:sldMkLst>
          <pc:docMk/>
          <pc:sldMk cId="3022893737" sldId="259"/>
        </pc:sldMkLst>
        <pc:spChg chg="mod">
          <ac:chgData name="Taliah Kassaby" userId="S::kas0005@wantirnacollege.vic.edu.au::23d269d0-e02c-425d-bfba-881a989e0172" providerId="AD" clId="Web-{A2F432F4-37D5-A3D0-114A-1D305E73D865}" dt="2026-08-18T02:08:37.576" v="143" actId="20577"/>
          <ac:spMkLst>
            <pc:docMk/>
            <pc:sldMk cId="3022893737" sldId="259"/>
            <ac:spMk id="2" creationId="{87AA57E7-68CC-80F7-B972-7F8686A3B3B1}"/>
          </ac:spMkLst>
        </pc:spChg>
        <pc:spChg chg="add">
          <ac:chgData name="Taliah Kassaby" userId="S::kas0005@wantirnacollege.vic.edu.au::23d269d0-e02c-425d-bfba-881a989e0172" providerId="AD" clId="Web-{A2F432F4-37D5-A3D0-114A-1D305E73D865}" dt="2026-08-17T02:56:53.228" v="105"/>
          <ac:spMkLst>
            <pc:docMk/>
            <pc:sldMk cId="3022893737" sldId="259"/>
            <ac:spMk id="15" creationId="{D5B0017B-2ECA-49AF-B397-DC140825DF8D}"/>
          </ac:spMkLst>
        </pc:spChg>
        <pc:grpChg chg="add">
          <ac:chgData name="Taliah Kassaby" userId="S::kas0005@wantirnacollege.vic.edu.au::23d269d0-e02c-425d-bfba-881a989e0172" providerId="AD" clId="Web-{A2F432F4-37D5-A3D0-114A-1D305E73D865}" dt="2026-08-17T02:56:53.228" v="105"/>
          <ac:grpSpMkLst>
            <pc:docMk/>
            <pc:sldMk cId="3022893737" sldId="259"/>
            <ac:grpSpMk id="10" creationId="{AE1C45F0-260A-458C-96ED-C1F6D2151219}"/>
          </ac:grpSpMkLst>
        </pc:grpChg>
        <pc:graphicFrameChg chg="add mod ord modGraphic">
          <ac:chgData name="Taliah Kassaby" userId="S::kas0005@wantirnacollege.vic.edu.au::23d269d0-e02c-425d-bfba-881a989e0172" providerId="AD" clId="Web-{A2F432F4-37D5-A3D0-114A-1D305E73D865}" dt="2026-08-18T02:11:11.157" v="220" actId="1076"/>
          <ac:graphicFrameMkLst>
            <pc:docMk/>
            <pc:sldMk cId="3022893737" sldId="259"/>
            <ac:graphicFrameMk id="59" creationId="{C04AA241-D4D8-4ED3-7A44-1CA89225DA6F}"/>
          </ac:graphicFrameMkLst>
        </pc:graphicFrameChg>
        <pc:graphicFrameChg chg="add mod modGraphic">
          <ac:chgData name="Taliah Kassaby" userId="S::kas0005@wantirnacollege.vic.edu.au::23d269d0-e02c-425d-bfba-881a989e0172" providerId="AD" clId="Web-{A2F432F4-37D5-A3D0-114A-1D305E73D865}" dt="2026-08-18T02:10:48.610" v="206"/>
          <ac:graphicFrameMkLst>
            <pc:docMk/>
            <pc:sldMk cId="3022893737" sldId="259"/>
            <ac:graphicFrameMk id="61" creationId="{A43B6AB0-3DA1-1C0B-3C5F-DBA82F8DBD83}"/>
          </ac:graphicFrameMkLst>
        </pc:graphicFrameChg>
        <pc:cxnChg chg="add">
          <ac:chgData name="Taliah Kassaby" userId="S::kas0005@wantirnacollege.vic.edu.au::23d269d0-e02c-425d-bfba-881a989e0172" providerId="AD" clId="Web-{A2F432F4-37D5-A3D0-114A-1D305E73D865}" dt="2026-08-17T02:56:53.228" v="105"/>
          <ac:cxnSpMkLst>
            <pc:docMk/>
            <pc:sldMk cId="3022893737" sldId="259"/>
            <ac:cxnSpMk id="17" creationId="{6CF1BAF6-AD41-4082-B212-8A1F9A2E8779}"/>
          </ac:cxnSpMkLst>
        </pc:cxnChg>
      </pc:sldChg>
      <pc:sldChg chg="addSp delSp modSp mod setBg">
        <pc:chgData name="Taliah Kassaby" userId="S::kas0005@wantirnacollege.vic.edu.au::23d269d0-e02c-425d-bfba-881a989e0172" providerId="AD" clId="Web-{A2F432F4-37D5-A3D0-114A-1D305E73D865}" dt="2026-08-17T02:57:05.948" v="107"/>
        <pc:sldMkLst>
          <pc:docMk/>
          <pc:sldMk cId="2897359550" sldId="260"/>
        </pc:sldMkLst>
        <pc:spChg chg="mod ord">
          <ac:chgData name="Taliah Kassaby" userId="S::kas0005@wantirnacollege.vic.edu.au::23d269d0-e02c-425d-bfba-881a989e0172" providerId="AD" clId="Web-{A2F432F4-37D5-A3D0-114A-1D305E73D865}" dt="2026-08-17T02:57:05.948" v="107"/>
          <ac:spMkLst>
            <pc:docMk/>
            <pc:sldMk cId="2897359550" sldId="260"/>
            <ac:spMk id="2" creationId="{81C16963-ECB7-19CB-C33A-B083B7563E37}"/>
          </ac:spMkLst>
        </pc:spChg>
        <pc:spChg chg="add">
          <ac:chgData name="Taliah Kassaby" userId="S::kas0005@wantirnacollege.vic.edu.au::23d269d0-e02c-425d-bfba-881a989e0172" providerId="AD" clId="Web-{A2F432F4-37D5-A3D0-114A-1D305E73D865}" dt="2026-08-17T02:57:05.948" v="107"/>
          <ac:spMkLst>
            <pc:docMk/>
            <pc:sldMk cId="2897359550" sldId="260"/>
            <ac:spMk id="80" creationId="{19D32F93-50AC-4C46-A5DB-291C60DDB7BD}"/>
          </ac:spMkLst>
        </pc:spChg>
        <pc:spChg chg="add">
          <ac:chgData name="Taliah Kassaby" userId="S::kas0005@wantirnacollege.vic.edu.au::23d269d0-e02c-425d-bfba-881a989e0172" providerId="AD" clId="Web-{A2F432F4-37D5-A3D0-114A-1D305E73D865}" dt="2026-08-17T02:57:05.948" v="107"/>
          <ac:spMkLst>
            <pc:docMk/>
            <pc:sldMk cId="2897359550" sldId="260"/>
            <ac:spMk id="82" creationId="{827DC2C4-B485-428A-BF4A-472D2967F47F}"/>
          </ac:spMkLst>
        </pc:spChg>
        <pc:spChg chg="add">
          <ac:chgData name="Taliah Kassaby" userId="S::kas0005@wantirnacollege.vic.edu.au::23d269d0-e02c-425d-bfba-881a989e0172" providerId="AD" clId="Web-{A2F432F4-37D5-A3D0-114A-1D305E73D865}" dt="2026-08-17T02:57:05.948" v="107"/>
          <ac:spMkLst>
            <pc:docMk/>
            <pc:sldMk cId="2897359550" sldId="260"/>
            <ac:spMk id="84" creationId="{EE04B5EB-F158-4507-90DD-BD23620C7CC9}"/>
          </ac:spMkLst>
        </pc:spChg>
        <pc:picChg chg="mod">
          <ac:chgData name="Taliah Kassaby" userId="S::kas0005@wantirnacollege.vic.edu.au::23d269d0-e02c-425d-bfba-881a989e0172" providerId="AD" clId="Web-{A2F432F4-37D5-A3D0-114A-1D305E73D865}" dt="2026-08-17T02:57:05.948" v="107"/>
          <ac:picMkLst>
            <pc:docMk/>
            <pc:sldMk cId="2897359550" sldId="260"/>
            <ac:picMk id="4" creationId="{659EA95B-100E-0446-4B7D-481A03839FB3}"/>
          </ac:picMkLst>
        </pc:picChg>
      </pc:sldChg>
      <pc:sldChg chg="addSp modSp mod setBg">
        <pc:chgData name="Taliah Kassaby" userId="S::kas0005@wantirnacollege.vic.edu.au::23d269d0-e02c-425d-bfba-881a989e0172" providerId="AD" clId="Web-{A2F432F4-37D5-A3D0-114A-1D305E73D865}" dt="2026-08-17T02:57:01.073" v="106"/>
        <pc:sldMkLst>
          <pc:docMk/>
          <pc:sldMk cId="4094592511" sldId="261"/>
        </pc:sldMkLst>
        <pc:spChg chg="mod">
          <ac:chgData name="Taliah Kassaby" userId="S::kas0005@wantirnacollege.vic.edu.au::23d269d0-e02c-425d-bfba-881a989e0172" providerId="AD" clId="Web-{A2F432F4-37D5-A3D0-114A-1D305E73D865}" dt="2026-08-17T02:57:01.073" v="106"/>
          <ac:spMkLst>
            <pc:docMk/>
            <pc:sldMk cId="4094592511" sldId="261"/>
            <ac:spMk id="2" creationId="{5BD4AA40-355A-C02C-B9AC-365B969BF878}"/>
          </ac:spMkLst>
        </pc:spChg>
        <pc:spChg chg="mod">
          <ac:chgData name="Taliah Kassaby" userId="S::kas0005@wantirnacollege.vic.edu.au::23d269d0-e02c-425d-bfba-881a989e0172" providerId="AD" clId="Web-{A2F432F4-37D5-A3D0-114A-1D305E73D865}" dt="2026-08-17T02:57:01.073" v="106"/>
          <ac:spMkLst>
            <pc:docMk/>
            <pc:sldMk cId="4094592511" sldId="261"/>
            <ac:spMk id="8" creationId="{E5BE8265-4C5F-67BB-6A15-D068CDB22A3C}"/>
          </ac:spMkLst>
        </pc:spChg>
        <pc:spChg chg="add">
          <ac:chgData name="Taliah Kassaby" userId="S::kas0005@wantirnacollege.vic.edu.au::23d269d0-e02c-425d-bfba-881a989e0172" providerId="AD" clId="Web-{A2F432F4-37D5-A3D0-114A-1D305E73D865}" dt="2026-08-17T02:57:01.073" v="106"/>
          <ac:spMkLst>
            <pc:docMk/>
            <pc:sldMk cId="4094592511" sldId="261"/>
            <ac:spMk id="13" creationId="{DBC6133C-0615-4CE4-9132-37E609A9BDFA}"/>
          </ac:spMkLst>
        </pc:spChg>
        <pc:spChg chg="add">
          <ac:chgData name="Taliah Kassaby" userId="S::kas0005@wantirnacollege.vic.edu.au::23d269d0-e02c-425d-bfba-881a989e0172" providerId="AD" clId="Web-{A2F432F4-37D5-A3D0-114A-1D305E73D865}" dt="2026-08-17T02:57:01.073" v="106"/>
          <ac:spMkLst>
            <pc:docMk/>
            <pc:sldMk cId="4094592511" sldId="261"/>
            <ac:spMk id="15" creationId="{169CC832-2974-4E8D-90ED-3E2941BA7336}"/>
          </ac:spMkLst>
        </pc:spChg>
        <pc:spChg chg="add">
          <ac:chgData name="Taliah Kassaby" userId="S::kas0005@wantirnacollege.vic.edu.au::23d269d0-e02c-425d-bfba-881a989e0172" providerId="AD" clId="Web-{A2F432F4-37D5-A3D0-114A-1D305E73D865}" dt="2026-08-17T02:57:01.073" v="106"/>
          <ac:spMkLst>
            <pc:docMk/>
            <pc:sldMk cId="4094592511" sldId="261"/>
            <ac:spMk id="17" creationId="{55222F96-971A-4F90-B841-6BAB416C7AC1}"/>
          </ac:spMkLst>
        </pc:spChg>
        <pc:spChg chg="add">
          <ac:chgData name="Taliah Kassaby" userId="S::kas0005@wantirnacollege.vic.edu.au::23d269d0-e02c-425d-bfba-881a989e0172" providerId="AD" clId="Web-{A2F432F4-37D5-A3D0-114A-1D305E73D865}" dt="2026-08-17T02:57:01.073" v="106"/>
          <ac:spMkLst>
            <pc:docMk/>
            <pc:sldMk cId="4094592511" sldId="261"/>
            <ac:spMk id="19" creationId="{08980754-6F4B-43C9-B9BE-127B6BED6586}"/>
          </ac:spMkLst>
        </pc:spChg>
        <pc:spChg chg="add">
          <ac:chgData name="Taliah Kassaby" userId="S::kas0005@wantirnacollege.vic.edu.au::23d269d0-e02c-425d-bfba-881a989e0172" providerId="AD" clId="Web-{A2F432F4-37D5-A3D0-114A-1D305E73D865}" dt="2026-08-17T02:57:01.073" v="106"/>
          <ac:spMkLst>
            <pc:docMk/>
            <pc:sldMk cId="4094592511" sldId="261"/>
            <ac:spMk id="21" creationId="{2C1BBA94-3F40-40AA-8BB9-E69E25E537C1}"/>
          </ac:spMkLst>
        </pc:spChg>
        <pc:picChg chg="mod ord">
          <ac:chgData name="Taliah Kassaby" userId="S::kas0005@wantirnacollege.vic.edu.au::23d269d0-e02c-425d-bfba-881a989e0172" providerId="AD" clId="Web-{A2F432F4-37D5-A3D0-114A-1D305E73D865}" dt="2026-08-17T02:57:01.073" v="106"/>
          <ac:picMkLst>
            <pc:docMk/>
            <pc:sldMk cId="4094592511" sldId="261"/>
            <ac:picMk id="5" creationId="{3BDD952C-E95A-AFD5-E3D3-F39F40925992}"/>
          </ac:picMkLst>
        </pc:picChg>
      </pc:sldChg>
      <pc:sldChg chg="addSp delSp modSp mod setBg">
        <pc:chgData name="Taliah Kassaby" userId="S::kas0005@wantirnacollege.vic.edu.au::23d269d0-e02c-425d-bfba-881a989e0172" providerId="AD" clId="Web-{A2F432F4-37D5-A3D0-114A-1D305E73D865}" dt="2026-08-18T02:19:19.178" v="286" actId="1076"/>
        <pc:sldMkLst>
          <pc:docMk/>
          <pc:sldMk cId="591232533" sldId="262"/>
        </pc:sldMkLst>
        <pc:spChg chg="mod">
          <ac:chgData name="Taliah Kassaby" userId="S::kas0005@wantirnacollege.vic.edu.au::23d269d0-e02c-425d-bfba-881a989e0172" providerId="AD" clId="Web-{A2F432F4-37D5-A3D0-114A-1D305E73D865}" dt="2026-08-18T02:13:50.270" v="226"/>
          <ac:spMkLst>
            <pc:docMk/>
            <pc:sldMk cId="591232533" sldId="262"/>
            <ac:spMk id="2" creationId="{5334C21F-1E61-5A28-E4F1-49A38C083C82}"/>
          </ac:spMkLst>
        </pc:spChg>
        <pc:spChg chg="add">
          <ac:chgData name="Taliah Kassaby" userId="S::kas0005@wantirnacollege.vic.edu.au::23d269d0-e02c-425d-bfba-881a989e0172" providerId="AD" clId="Web-{A2F432F4-37D5-A3D0-114A-1D305E73D865}" dt="2026-08-18T02:13:50.270" v="226"/>
          <ac:spMkLst>
            <pc:docMk/>
            <pc:sldMk cId="591232533" sldId="262"/>
            <ac:spMk id="56" creationId="{C7D023E4-8DE1-436E-9847-ED6A4B4B04FD}"/>
          </ac:spMkLst>
        </pc:spChg>
        <pc:spChg chg="mod">
          <ac:chgData name="Taliah Kassaby" userId="S::kas0005@wantirnacollege.vic.edu.au::23d269d0-e02c-425d-bfba-881a989e0172" providerId="AD" clId="Web-{A2F432F4-37D5-A3D0-114A-1D305E73D865}" dt="2026-08-18T02:19:18.490" v="284" actId="1076"/>
          <ac:spMkLst>
            <pc:docMk/>
            <pc:sldMk cId="591232533" sldId="262"/>
            <ac:spMk id="59" creationId="{54F87DBC-E43C-4CE4-A8C5-61E3D68194AA}"/>
          </ac:spMkLst>
        </pc:spChg>
        <pc:spChg chg="mod">
          <ac:chgData name="Taliah Kassaby" userId="S::kas0005@wantirnacollege.vic.edu.au::23d269d0-e02c-425d-bfba-881a989e0172" providerId="AD" clId="Web-{A2F432F4-37D5-A3D0-114A-1D305E73D865}" dt="2026-08-18T02:19:19.178" v="286" actId="1076"/>
          <ac:spMkLst>
            <pc:docMk/>
            <pc:sldMk cId="591232533" sldId="262"/>
            <ac:spMk id="60" creationId="{CD39A88A-7F84-4ACA-877B-E28BC26CD8FD}"/>
          </ac:spMkLst>
        </pc:spChg>
        <pc:grpChg chg="add del">
          <ac:chgData name="Taliah Kassaby" userId="S::kas0005@wantirnacollege.vic.edu.au::23d269d0-e02c-425d-bfba-881a989e0172" providerId="AD" clId="Web-{A2F432F4-37D5-A3D0-114A-1D305E73D865}" dt="2026-08-18T02:18:26.878" v="276"/>
          <ac:grpSpMkLst>
            <pc:docMk/>
            <pc:sldMk cId="591232533" sldId="262"/>
            <ac:grpSpMk id="58" creationId="{1FEC590B-3306-47E9-BD67-97F3F76169A4}"/>
          </ac:grpSpMkLst>
        </pc:grpChg>
      </pc:sldChg>
      <pc:sldChg chg="addSp delSp modSp">
        <pc:chgData name="Taliah Kassaby" userId="S::kas0005@wantirnacollege.vic.edu.au::23d269d0-e02c-425d-bfba-881a989e0172" providerId="AD" clId="Web-{A2F432F4-37D5-A3D0-114A-1D305E73D865}" dt="2026-08-18T02:46:21.092" v="508"/>
        <pc:sldMkLst>
          <pc:docMk/>
          <pc:sldMk cId="1378381461" sldId="263"/>
        </pc:sldMkLst>
        <pc:spChg chg="mod ord">
          <ac:chgData name="Taliah Kassaby" userId="S::kas0005@wantirnacollege.vic.edu.au::23d269d0-e02c-425d-bfba-881a989e0172" providerId="AD" clId="Web-{A2F432F4-37D5-A3D0-114A-1D305E73D865}" dt="2026-08-18T02:21:00.447" v="303" actId="1076"/>
          <ac:spMkLst>
            <pc:docMk/>
            <pc:sldMk cId="1378381461" sldId="263"/>
            <ac:spMk id="2" creationId="{3D6BD942-99F1-D4F8-7845-34462FCC51F0}"/>
          </ac:spMkLst>
        </pc:spChg>
        <pc:spChg chg="mod">
          <ac:chgData name="Taliah Kassaby" userId="S::kas0005@wantirnacollege.vic.edu.au::23d269d0-e02c-425d-bfba-881a989e0172" providerId="AD" clId="Web-{A2F432F4-37D5-A3D0-114A-1D305E73D865}" dt="2026-08-18T02:17:36.079" v="268" actId="1076"/>
          <ac:spMkLst>
            <pc:docMk/>
            <pc:sldMk cId="1378381461" sldId="263"/>
            <ac:spMk id="117" creationId="{BDE15A44-816A-A385-E9FA-61267B24B2EE}"/>
          </ac:spMkLst>
        </pc:spChg>
        <pc:spChg chg="mod">
          <ac:chgData name="Taliah Kassaby" userId="S::kas0005@wantirnacollege.vic.edu.au::23d269d0-e02c-425d-bfba-881a989e0172" providerId="AD" clId="Web-{A2F432F4-37D5-A3D0-114A-1D305E73D865}" dt="2026-08-18T02:17:42.469" v="269" actId="1076"/>
          <ac:spMkLst>
            <pc:docMk/>
            <pc:sldMk cId="1378381461" sldId="263"/>
            <ac:spMk id="118" creationId="{3D4D8329-7B79-566C-6DC9-F6EFBBDB1797}"/>
          </ac:spMkLst>
        </pc:spChg>
        <pc:grpChg chg="add">
          <ac:chgData name="Taliah Kassaby" userId="S::kas0005@wantirnacollege.vic.edu.au::23d269d0-e02c-425d-bfba-881a989e0172" providerId="AD" clId="Web-{A2F432F4-37D5-A3D0-114A-1D305E73D865}" dt="2026-08-18T02:16:22.231" v="256"/>
          <ac:grpSpMkLst>
            <pc:docMk/>
            <pc:sldMk cId="1378381461" sldId="263"/>
            <ac:grpSpMk id="119" creationId="{28F75165-284D-0DC5-6214-B69DB7168A04}"/>
          </ac:grpSpMkLst>
        </pc:grpChg>
        <pc:inkChg chg="mod">
          <ac:chgData name="Taliah Kassaby" userId="S::kas0005@wantirnacollege.vic.edu.au::23d269d0-e02c-425d-bfba-881a989e0172" providerId="AD" clId="Web-{A2F432F4-37D5-A3D0-114A-1D305E73D865}" dt="2026-08-18T02:14:32.554" v="234" actId="1076"/>
          <ac:inkMkLst>
            <pc:docMk/>
            <pc:sldMk cId="1378381461" sldId="263"/>
            <ac:inkMk id="5" creationId="{BD14DB4F-83B9-BDAD-7CE1-B0ADD41823AA}"/>
          </ac:inkMkLst>
        </pc:inkChg>
      </pc:sldChg>
      <pc:sldChg chg="addSp delSp modSp">
        <pc:chgData name="Taliah Kassaby" userId="S::kas0005@wantirnacollege.vic.edu.au::23d269d0-e02c-425d-bfba-881a989e0172" providerId="AD" clId="Web-{A2F432F4-37D5-A3D0-114A-1D305E73D865}" dt="2026-08-18T02:26:19.067" v="358" actId="14100"/>
        <pc:sldMkLst>
          <pc:docMk/>
          <pc:sldMk cId="1366860525" sldId="264"/>
        </pc:sldMkLst>
        <pc:spChg chg="mod ord">
          <ac:chgData name="Taliah Kassaby" userId="S::kas0005@wantirnacollege.vic.edu.au::23d269d0-e02c-425d-bfba-881a989e0172" providerId="AD" clId="Web-{A2F432F4-37D5-A3D0-114A-1D305E73D865}" dt="2026-08-18T02:26:15.473" v="357" actId="1076"/>
          <ac:spMkLst>
            <pc:docMk/>
            <pc:sldMk cId="1366860525" sldId="264"/>
            <ac:spMk id="2" creationId="{1EC88F65-E257-50D0-F69C-69363F25BCCB}"/>
          </ac:spMkLst>
        </pc:spChg>
        <pc:spChg chg="mod">
          <ac:chgData name="Taliah Kassaby" userId="S::kas0005@wantirnacollege.vic.edu.au::23d269d0-e02c-425d-bfba-881a989e0172" providerId="AD" clId="Web-{A2F432F4-37D5-A3D0-114A-1D305E73D865}" dt="2026-08-18T02:26:19.067" v="358" actId="14100"/>
          <ac:spMkLst>
            <pc:docMk/>
            <pc:sldMk cId="1366860525" sldId="264"/>
            <ac:spMk id="10" creationId="{C3178A38-F0D4-0B0E-AB45-8134AF7F8EBE}"/>
          </ac:spMkLst>
        </pc:spChg>
        <pc:grpChg chg="add">
          <ac:chgData name="Taliah Kassaby" userId="S::kas0005@wantirnacollege.vic.edu.au::23d269d0-e02c-425d-bfba-881a989e0172" providerId="AD" clId="Web-{A2F432F4-37D5-A3D0-114A-1D305E73D865}" dt="2026-08-18T02:24:39.814" v="345"/>
          <ac:grpSpMkLst>
            <pc:docMk/>
            <pc:sldMk cId="1366860525" sldId="264"/>
            <ac:grpSpMk id="11" creationId="{ADEC6ED6-915F-8E19-B8CE-42C47769EA25}"/>
          </ac:grpSpMkLst>
        </pc:grpChg>
      </pc:sldChg>
      <pc:sldChg chg="addSp delSp modSp">
        <pc:chgData name="Taliah Kassaby" userId="S::kas0005@wantirnacollege.vic.edu.au::23d269d0-e02c-425d-bfba-881a989e0172" providerId="AD" clId="Web-{A2F432F4-37D5-A3D0-114A-1D305E73D865}" dt="2026-08-18T02:26:10.691" v="356" actId="1076"/>
        <pc:sldMkLst>
          <pc:docMk/>
          <pc:sldMk cId="3107933604" sldId="265"/>
        </pc:sldMkLst>
        <pc:spChg chg="mod ord">
          <ac:chgData name="Taliah Kassaby" userId="S::kas0005@wantirnacollege.vic.edu.au::23d269d0-e02c-425d-bfba-881a989e0172" providerId="AD" clId="Web-{A2F432F4-37D5-A3D0-114A-1D305E73D865}" dt="2026-08-18T02:26:10.691" v="356" actId="1076"/>
          <ac:spMkLst>
            <pc:docMk/>
            <pc:sldMk cId="3107933604" sldId="265"/>
            <ac:spMk id="2" creationId="{904BC8D6-7AFA-1B30-7B41-F587777381A9}"/>
          </ac:spMkLst>
        </pc:spChg>
        <pc:grpChg chg="add">
          <ac:chgData name="Taliah Kassaby" userId="S::kas0005@wantirnacollege.vic.edu.au::23d269d0-e02c-425d-bfba-881a989e0172" providerId="AD" clId="Web-{A2F432F4-37D5-A3D0-114A-1D305E73D865}" dt="2026-08-18T02:25:59.503" v="354"/>
          <ac:grpSpMkLst>
            <pc:docMk/>
            <pc:sldMk cId="3107933604" sldId="265"/>
            <ac:grpSpMk id="11" creationId="{C47CC5E7-9E0C-1C22-7558-600849365B62}"/>
          </ac:grpSpMkLst>
        </pc:grpChg>
      </pc:sldChg>
      <pc:sldChg chg="addSp modSp">
        <pc:chgData name="Taliah Kassaby" userId="S::kas0005@wantirnacollege.vic.edu.au::23d269d0-e02c-425d-bfba-881a989e0172" providerId="AD" clId="Web-{A2F432F4-37D5-A3D0-114A-1D305E73D865}" dt="2026-08-18T02:28:44.757" v="384" actId="1076"/>
        <pc:sldMkLst>
          <pc:docMk/>
          <pc:sldMk cId="2853855006" sldId="266"/>
        </pc:sldMkLst>
        <pc:spChg chg="mod ord">
          <ac:chgData name="Taliah Kassaby" userId="S::kas0005@wantirnacollege.vic.edu.au::23d269d0-e02c-425d-bfba-881a989e0172" providerId="AD" clId="Web-{A2F432F4-37D5-A3D0-114A-1D305E73D865}" dt="2026-08-18T02:28:44.757" v="384" actId="1076"/>
          <ac:spMkLst>
            <pc:docMk/>
            <pc:sldMk cId="2853855006" sldId="266"/>
            <ac:spMk id="2" creationId="{1E87D877-1A18-83C4-94B1-173689B4C6A1}"/>
          </ac:spMkLst>
        </pc:spChg>
        <pc:grpChg chg="add">
          <ac:chgData name="Taliah Kassaby" userId="S::kas0005@wantirnacollege.vic.edu.au::23d269d0-e02c-425d-bfba-881a989e0172" providerId="AD" clId="Web-{A2F432F4-37D5-A3D0-114A-1D305E73D865}" dt="2026-08-18T02:27:57.053" v="381"/>
          <ac:grpSpMkLst>
            <pc:docMk/>
            <pc:sldMk cId="2853855006" sldId="266"/>
            <ac:grpSpMk id="7" creationId="{CECE36E4-90FD-D8E9-5273-90FEDF63ED50}"/>
          </ac:grpSpMkLst>
        </pc:grpChg>
      </pc:sldChg>
      <pc:sldChg chg="addSp modSp">
        <pc:chgData name="Taliah Kassaby" userId="S::kas0005@wantirnacollege.vic.edu.au::23d269d0-e02c-425d-bfba-881a989e0172" providerId="AD" clId="Web-{A2F432F4-37D5-A3D0-114A-1D305E73D865}" dt="2026-08-18T02:29:16.258" v="389" actId="1076"/>
        <pc:sldMkLst>
          <pc:docMk/>
          <pc:sldMk cId="1380321696" sldId="267"/>
        </pc:sldMkLst>
        <pc:spChg chg="mod ord">
          <ac:chgData name="Taliah Kassaby" userId="S::kas0005@wantirnacollege.vic.edu.au::23d269d0-e02c-425d-bfba-881a989e0172" providerId="AD" clId="Web-{A2F432F4-37D5-A3D0-114A-1D305E73D865}" dt="2026-08-18T02:29:16.258" v="389" actId="1076"/>
          <ac:spMkLst>
            <pc:docMk/>
            <pc:sldMk cId="1380321696" sldId="267"/>
            <ac:spMk id="2" creationId="{9606A4EE-1A20-9BCE-F68F-8A6820025ED2}"/>
          </ac:spMkLst>
        </pc:spChg>
        <pc:grpChg chg="add">
          <ac:chgData name="Taliah Kassaby" userId="S::kas0005@wantirnacollege.vic.edu.au::23d269d0-e02c-425d-bfba-881a989e0172" providerId="AD" clId="Web-{A2F432F4-37D5-A3D0-114A-1D305E73D865}" dt="2026-08-18T02:28:56.148" v="386"/>
          <ac:grpSpMkLst>
            <pc:docMk/>
            <pc:sldMk cId="1380321696" sldId="267"/>
            <ac:grpSpMk id="8" creationId="{BF5CF546-A14D-56BE-E340-21EE8FE6558D}"/>
          </ac:grpSpMkLst>
        </pc:grpChg>
      </pc:sldChg>
      <pc:sldChg chg="addSp delSp modSp">
        <pc:chgData name="Taliah Kassaby" userId="S::kas0005@wantirnacollege.vic.edu.au::23d269d0-e02c-425d-bfba-881a989e0172" providerId="AD" clId="Web-{A2F432F4-37D5-A3D0-114A-1D305E73D865}" dt="2026-08-18T02:29:54.180" v="396" actId="1076"/>
        <pc:sldMkLst>
          <pc:docMk/>
          <pc:sldMk cId="1318932797" sldId="268"/>
        </pc:sldMkLst>
        <pc:spChg chg="mod ord">
          <ac:chgData name="Taliah Kassaby" userId="S::kas0005@wantirnacollege.vic.edu.au::23d269d0-e02c-425d-bfba-881a989e0172" providerId="AD" clId="Web-{A2F432F4-37D5-A3D0-114A-1D305E73D865}" dt="2026-08-18T02:29:54.180" v="396" actId="1076"/>
          <ac:spMkLst>
            <pc:docMk/>
            <pc:sldMk cId="1318932797" sldId="268"/>
            <ac:spMk id="2" creationId="{1EEB6081-E41C-E3FF-269E-8B1C60D65713}"/>
          </ac:spMkLst>
        </pc:spChg>
        <pc:grpChg chg="add">
          <ac:chgData name="Taliah Kassaby" userId="S::kas0005@wantirnacollege.vic.edu.au::23d269d0-e02c-425d-bfba-881a989e0172" providerId="AD" clId="Web-{A2F432F4-37D5-A3D0-114A-1D305E73D865}" dt="2026-08-18T02:29:32.461" v="392"/>
          <ac:grpSpMkLst>
            <pc:docMk/>
            <pc:sldMk cId="1318932797" sldId="268"/>
            <ac:grpSpMk id="7" creationId="{3F7ECD6C-158E-67A6-ADB4-4A21A3108B36}"/>
          </ac:grpSpMkLst>
        </pc:grpChg>
      </pc:sldChg>
      <pc:sldChg chg="addSp modSp">
        <pc:chgData name="Taliah Kassaby" userId="S::kas0005@wantirnacollege.vic.edu.au::23d269d0-e02c-425d-bfba-881a989e0172" providerId="AD" clId="Web-{A2F432F4-37D5-A3D0-114A-1D305E73D865}" dt="2026-08-18T02:20:56.400" v="302" actId="1076"/>
        <pc:sldMkLst>
          <pc:docMk/>
          <pc:sldMk cId="4147191571" sldId="269"/>
        </pc:sldMkLst>
        <pc:spChg chg="mod ord">
          <ac:chgData name="Taliah Kassaby" userId="S::kas0005@wantirnacollege.vic.edu.au::23d269d0-e02c-425d-bfba-881a989e0172" providerId="AD" clId="Web-{A2F432F4-37D5-A3D0-114A-1D305E73D865}" dt="2026-08-18T02:20:56.400" v="302" actId="1076"/>
          <ac:spMkLst>
            <pc:docMk/>
            <pc:sldMk cId="4147191571" sldId="269"/>
            <ac:spMk id="2" creationId="{C51CC66A-35D8-5EA1-54BF-2D890D21BE12}"/>
          </ac:spMkLst>
        </pc:spChg>
        <pc:spChg chg="mod">
          <ac:chgData name="Taliah Kassaby" userId="S::kas0005@wantirnacollege.vic.edu.au::23d269d0-e02c-425d-bfba-881a989e0172" providerId="AD" clId="Web-{A2F432F4-37D5-A3D0-114A-1D305E73D865}" dt="2026-08-18T02:20:36.212" v="298" actId="14100"/>
          <ac:spMkLst>
            <pc:docMk/>
            <pc:sldMk cId="4147191571" sldId="269"/>
            <ac:spMk id="5" creationId="{9C05FCA0-ADC2-27BD-3E92-ECE76F997455}"/>
          </ac:spMkLst>
        </pc:spChg>
        <pc:spChg chg="mod">
          <ac:chgData name="Taliah Kassaby" userId="S::kas0005@wantirnacollege.vic.edu.au::23d269d0-e02c-425d-bfba-881a989e0172" providerId="AD" clId="Web-{A2F432F4-37D5-A3D0-114A-1D305E73D865}" dt="2026-08-18T02:20:44.994" v="300" actId="14100"/>
          <ac:spMkLst>
            <pc:docMk/>
            <pc:sldMk cId="4147191571" sldId="269"/>
            <ac:spMk id="6" creationId="{1A82D0E5-48AB-C059-228B-1208D01BF46C}"/>
          </ac:spMkLst>
        </pc:spChg>
        <pc:grpChg chg="add">
          <ac:chgData name="Taliah Kassaby" userId="S::kas0005@wantirnacollege.vic.edu.au::23d269d0-e02c-425d-bfba-881a989e0172" providerId="AD" clId="Web-{A2F432F4-37D5-A3D0-114A-1D305E73D865}" dt="2026-08-18T02:19:29.038" v="287"/>
          <ac:grpSpMkLst>
            <pc:docMk/>
            <pc:sldMk cId="4147191571" sldId="269"/>
            <ac:grpSpMk id="12" creationId="{5D53C378-6089-81FB-BDB3-B035E6A38F2C}"/>
          </ac:grpSpMkLst>
        </pc:grpChg>
      </pc:sldChg>
      <pc:sldChg chg="addSp delSp modSp">
        <pc:chgData name="Taliah Kassaby" userId="S::kas0005@wantirnacollege.vic.edu.au::23d269d0-e02c-425d-bfba-881a989e0172" providerId="AD" clId="Web-{A2F432F4-37D5-A3D0-114A-1D305E73D865}" dt="2026-08-18T02:24:08.813" v="341"/>
        <pc:sldMkLst>
          <pc:docMk/>
          <pc:sldMk cId="2149723290" sldId="271"/>
        </pc:sldMkLst>
        <pc:spChg chg="mod ord">
          <ac:chgData name="Taliah Kassaby" userId="S::kas0005@wantirnacollege.vic.edu.au::23d269d0-e02c-425d-bfba-881a989e0172" providerId="AD" clId="Web-{A2F432F4-37D5-A3D0-114A-1D305E73D865}" dt="2026-08-18T02:21:46.856" v="311" actId="1076"/>
          <ac:spMkLst>
            <pc:docMk/>
            <pc:sldMk cId="2149723290" sldId="271"/>
            <ac:spMk id="2" creationId="{9E00B712-F478-3D2F-6FB3-DFD07B0CE486}"/>
          </ac:spMkLst>
        </pc:spChg>
        <pc:grpChg chg="add">
          <ac:chgData name="Taliah Kassaby" userId="S::kas0005@wantirnacollege.vic.edu.au::23d269d0-e02c-425d-bfba-881a989e0172" providerId="AD" clId="Web-{A2F432F4-37D5-A3D0-114A-1D305E73D865}" dt="2026-08-18T02:21:25.417" v="307"/>
          <ac:grpSpMkLst>
            <pc:docMk/>
            <pc:sldMk cId="2149723290" sldId="271"/>
            <ac:grpSpMk id="6" creationId="{5AE3057D-3A1F-C9DA-26F1-19C9E50D8C8C}"/>
          </ac:grpSpMkLst>
        </pc:grpChg>
        <pc:picChg chg="mod ord">
          <ac:chgData name="Taliah Kassaby" userId="S::kas0005@wantirnacollege.vic.edu.au::23d269d0-e02c-425d-bfba-881a989e0172" providerId="AD" clId="Web-{A2F432F4-37D5-A3D0-114A-1D305E73D865}" dt="2026-08-18T02:23:01.968" v="319" actId="1076"/>
          <ac:picMkLst>
            <pc:docMk/>
            <pc:sldMk cId="2149723290" sldId="271"/>
            <ac:picMk id="22" creationId="{A31A787D-A890-5EAD-46FA-26AC0E9C12AE}"/>
          </ac:picMkLst>
        </pc:picChg>
        <pc:inkChg chg="add">
          <ac:chgData name="Taliah Kassaby" userId="S::kas0005@wantirnacollege.vic.edu.au::23d269d0-e02c-425d-bfba-881a989e0172" providerId="AD" clId="Web-{A2F432F4-37D5-A3D0-114A-1D305E73D865}" dt="2026-08-18T02:23:34.047" v="326"/>
          <ac:inkMkLst>
            <pc:docMk/>
            <pc:sldMk cId="2149723290" sldId="271"/>
            <ac:inkMk id="7" creationId="{91AE0CCD-7AAA-1444-B849-98DE4F71B3C0}"/>
          </ac:inkMkLst>
        </pc:inkChg>
        <pc:inkChg chg="add">
          <ac:chgData name="Taliah Kassaby" userId="S::kas0005@wantirnacollege.vic.edu.au::23d269d0-e02c-425d-bfba-881a989e0172" providerId="AD" clId="Web-{A2F432F4-37D5-A3D0-114A-1D305E73D865}" dt="2026-08-18T02:23:37.906" v="327"/>
          <ac:inkMkLst>
            <pc:docMk/>
            <pc:sldMk cId="2149723290" sldId="271"/>
            <ac:inkMk id="8" creationId="{F43F83C1-0D9F-C897-84F8-3A867C19DF1C}"/>
          </ac:inkMkLst>
        </pc:inkChg>
        <pc:inkChg chg="add">
          <ac:chgData name="Taliah Kassaby" userId="S::kas0005@wantirnacollege.vic.edu.au::23d269d0-e02c-425d-bfba-881a989e0172" providerId="AD" clId="Web-{A2F432F4-37D5-A3D0-114A-1D305E73D865}" dt="2026-08-18T02:23:41.375" v="328"/>
          <ac:inkMkLst>
            <pc:docMk/>
            <pc:sldMk cId="2149723290" sldId="271"/>
            <ac:inkMk id="9" creationId="{672704CA-A2DE-8082-6908-9F345769E0DE}"/>
          </ac:inkMkLst>
        </pc:inkChg>
        <pc:inkChg chg="add del">
          <ac:chgData name="Taliah Kassaby" userId="S::kas0005@wantirnacollege.vic.edu.au::23d269d0-e02c-425d-bfba-881a989e0172" providerId="AD" clId="Web-{A2F432F4-37D5-A3D0-114A-1D305E73D865}" dt="2026-08-18T02:24:08.813" v="341"/>
          <ac:inkMkLst>
            <pc:docMk/>
            <pc:sldMk cId="2149723290" sldId="271"/>
            <ac:inkMk id="10" creationId="{3DE8B2C5-4F06-F761-4038-6F828EE8105B}"/>
          </ac:inkMkLst>
        </pc:inkChg>
      </pc:sldChg>
      <pc:sldChg chg="addSp delSp modSp">
        <pc:chgData name="Taliah Kassaby" userId="S::kas0005@wantirnacollege.vic.edu.au::23d269d0-e02c-425d-bfba-881a989e0172" providerId="AD" clId="Web-{A2F432F4-37D5-A3D0-114A-1D305E73D865}" dt="2026-08-18T02:27:49.491" v="379" actId="1076"/>
        <pc:sldMkLst>
          <pc:docMk/>
          <pc:sldMk cId="4196453157" sldId="272"/>
        </pc:sldMkLst>
        <pc:spChg chg="mod ord">
          <ac:chgData name="Taliah Kassaby" userId="S::kas0005@wantirnacollege.vic.edu.au::23d269d0-e02c-425d-bfba-881a989e0172" providerId="AD" clId="Web-{A2F432F4-37D5-A3D0-114A-1D305E73D865}" dt="2026-08-18T02:27:41.553" v="369" actId="1076"/>
          <ac:spMkLst>
            <pc:docMk/>
            <pc:sldMk cId="4196453157" sldId="272"/>
            <ac:spMk id="2" creationId="{DECC06B4-3A01-A656-443F-0A54FBECDA36}"/>
          </ac:spMkLst>
        </pc:spChg>
        <pc:spChg chg="mod">
          <ac:chgData name="Taliah Kassaby" userId="S::kas0005@wantirnacollege.vic.edu.au::23d269d0-e02c-425d-bfba-881a989e0172" providerId="AD" clId="Web-{A2F432F4-37D5-A3D0-114A-1D305E73D865}" dt="2026-08-18T02:27:49.475" v="377" actId="1076"/>
          <ac:spMkLst>
            <pc:docMk/>
            <pc:sldMk cId="4196453157" sldId="272"/>
            <ac:spMk id="16" creationId="{24FEF3ED-F281-D4E7-22C3-88CFF0405EB0}"/>
          </ac:spMkLst>
        </pc:spChg>
        <pc:spChg chg="mod">
          <ac:chgData name="Taliah Kassaby" userId="S::kas0005@wantirnacollege.vic.edu.au::23d269d0-e02c-425d-bfba-881a989e0172" providerId="AD" clId="Web-{A2F432F4-37D5-A3D0-114A-1D305E73D865}" dt="2026-08-18T02:27:49.491" v="378" actId="1076"/>
          <ac:spMkLst>
            <pc:docMk/>
            <pc:sldMk cId="4196453157" sldId="272"/>
            <ac:spMk id="22" creationId="{50409287-EF5B-CF5B-A14E-2C5D39440B15}"/>
          </ac:spMkLst>
        </pc:spChg>
        <pc:spChg chg="mod">
          <ac:chgData name="Taliah Kassaby" userId="S::kas0005@wantirnacollege.vic.edu.au::23d269d0-e02c-425d-bfba-881a989e0172" providerId="AD" clId="Web-{A2F432F4-37D5-A3D0-114A-1D305E73D865}" dt="2026-08-18T02:27:49.491" v="379" actId="1076"/>
          <ac:spMkLst>
            <pc:docMk/>
            <pc:sldMk cId="4196453157" sldId="272"/>
            <ac:spMk id="23" creationId="{4FF51D3C-6667-07BD-0EBF-46440DDD405A}"/>
          </ac:spMkLst>
        </pc:spChg>
        <pc:grpChg chg="add">
          <ac:chgData name="Taliah Kassaby" userId="S::kas0005@wantirnacollege.vic.edu.au::23d269d0-e02c-425d-bfba-881a989e0172" providerId="AD" clId="Web-{A2F432F4-37D5-A3D0-114A-1D305E73D865}" dt="2026-08-18T02:27:29.115" v="365"/>
          <ac:grpSpMkLst>
            <pc:docMk/>
            <pc:sldMk cId="4196453157" sldId="272"/>
            <ac:grpSpMk id="18" creationId="{874B9EED-B8A1-41F2-433B-899420AECD4D}"/>
          </ac:grpSpMkLst>
        </pc:grpChg>
        <pc:picChg chg="mod">
          <ac:chgData name="Taliah Kassaby" userId="S::kas0005@wantirnacollege.vic.edu.au::23d269d0-e02c-425d-bfba-881a989e0172" providerId="AD" clId="Web-{A2F432F4-37D5-A3D0-114A-1D305E73D865}" dt="2026-08-18T02:27:49.412" v="370" actId="1076"/>
          <ac:picMkLst>
            <pc:docMk/>
            <pc:sldMk cId="4196453157" sldId="272"/>
            <ac:picMk id="4" creationId="{6EB7D4B0-5233-EF46-C5FB-4067893490FB}"/>
          </ac:picMkLst>
        </pc:picChg>
        <pc:inkChg chg="mod">
          <ac:chgData name="Taliah Kassaby" userId="S::kas0005@wantirnacollege.vic.edu.au::23d269d0-e02c-425d-bfba-881a989e0172" providerId="AD" clId="Web-{A2F432F4-37D5-A3D0-114A-1D305E73D865}" dt="2026-08-18T02:27:49.412" v="371" actId="1076"/>
          <ac:inkMkLst>
            <pc:docMk/>
            <pc:sldMk cId="4196453157" sldId="272"/>
            <ac:inkMk id="5" creationId="{291E65B1-4420-81D5-05F8-C0FF12741F77}"/>
          </ac:inkMkLst>
        </pc:inkChg>
        <pc:inkChg chg="mod">
          <ac:chgData name="Taliah Kassaby" userId="S::kas0005@wantirnacollege.vic.edu.au::23d269d0-e02c-425d-bfba-881a989e0172" providerId="AD" clId="Web-{A2F432F4-37D5-A3D0-114A-1D305E73D865}" dt="2026-08-18T02:27:49.428" v="372" actId="1076"/>
          <ac:inkMkLst>
            <pc:docMk/>
            <pc:sldMk cId="4196453157" sldId="272"/>
            <ac:inkMk id="11" creationId="{53A11908-C8F3-228A-2A42-64DCE78996A9}"/>
          </ac:inkMkLst>
        </pc:inkChg>
        <pc:inkChg chg="mod">
          <ac:chgData name="Taliah Kassaby" userId="S::kas0005@wantirnacollege.vic.edu.au::23d269d0-e02c-425d-bfba-881a989e0172" providerId="AD" clId="Web-{A2F432F4-37D5-A3D0-114A-1D305E73D865}" dt="2026-08-18T02:27:49.444" v="373" actId="1076"/>
          <ac:inkMkLst>
            <pc:docMk/>
            <pc:sldMk cId="4196453157" sldId="272"/>
            <ac:inkMk id="12" creationId="{AB26A816-7054-250C-2DD5-14C1B01A714F}"/>
          </ac:inkMkLst>
        </pc:inkChg>
        <pc:inkChg chg="mod">
          <ac:chgData name="Taliah Kassaby" userId="S::kas0005@wantirnacollege.vic.edu.au::23d269d0-e02c-425d-bfba-881a989e0172" providerId="AD" clId="Web-{A2F432F4-37D5-A3D0-114A-1D305E73D865}" dt="2026-08-18T02:27:49.444" v="374" actId="1076"/>
          <ac:inkMkLst>
            <pc:docMk/>
            <pc:sldMk cId="4196453157" sldId="272"/>
            <ac:inkMk id="13" creationId="{0D5BF425-7455-5047-8B5B-95729688C396}"/>
          </ac:inkMkLst>
        </pc:inkChg>
        <pc:inkChg chg="mod">
          <ac:chgData name="Taliah Kassaby" userId="S::kas0005@wantirnacollege.vic.edu.au::23d269d0-e02c-425d-bfba-881a989e0172" providerId="AD" clId="Web-{A2F432F4-37D5-A3D0-114A-1D305E73D865}" dt="2026-08-18T02:27:49.459" v="375" actId="1076"/>
          <ac:inkMkLst>
            <pc:docMk/>
            <pc:sldMk cId="4196453157" sldId="272"/>
            <ac:inkMk id="14" creationId="{2221E05B-8385-4427-59AE-C55D3918076B}"/>
          </ac:inkMkLst>
        </pc:inkChg>
        <pc:inkChg chg="mod">
          <ac:chgData name="Taliah Kassaby" userId="S::kas0005@wantirnacollege.vic.edu.au::23d269d0-e02c-425d-bfba-881a989e0172" providerId="AD" clId="Web-{A2F432F4-37D5-A3D0-114A-1D305E73D865}" dt="2026-08-18T02:27:49.459" v="376" actId="1076"/>
          <ac:inkMkLst>
            <pc:docMk/>
            <pc:sldMk cId="4196453157" sldId="272"/>
            <ac:inkMk id="15" creationId="{E139891A-B456-ABC2-8311-60B3B4D12537}"/>
          </ac:inkMkLst>
        </pc:inkChg>
      </pc:sldChg>
      <pc:sldChg chg="addSp delSp modSp mod setBg">
        <pc:chgData name="Taliah Kassaby" userId="S::kas0005@wantirnacollege.vic.edu.au::23d269d0-e02c-425d-bfba-881a989e0172" providerId="AD" clId="Web-{A2F432F4-37D5-A3D0-114A-1D305E73D865}" dt="2026-08-18T02:57:57.168" v="529" actId="20577"/>
        <pc:sldMkLst>
          <pc:docMk/>
          <pc:sldMk cId="297324421" sldId="273"/>
        </pc:sldMkLst>
        <pc:spChg chg="mod ord">
          <ac:chgData name="Taliah Kassaby" userId="S::kas0005@wantirnacollege.vic.edu.au::23d269d0-e02c-425d-bfba-881a989e0172" providerId="AD" clId="Web-{A2F432F4-37D5-A3D0-114A-1D305E73D865}" dt="2026-08-18T02:57:48.480" v="526"/>
          <ac:spMkLst>
            <pc:docMk/>
            <pc:sldMk cId="297324421" sldId="273"/>
            <ac:spMk id="2" creationId="{A2820B42-F2E1-0D4A-CA11-6969E8E37672}"/>
          </ac:spMkLst>
        </pc:spChg>
        <pc:spChg chg="mod ord">
          <ac:chgData name="Taliah Kassaby" userId="S::kas0005@wantirnacollege.vic.edu.au::23d269d0-e02c-425d-bfba-881a989e0172" providerId="AD" clId="Web-{A2F432F4-37D5-A3D0-114A-1D305E73D865}" dt="2026-08-18T02:57:57.168" v="529" actId="20577"/>
          <ac:spMkLst>
            <pc:docMk/>
            <pc:sldMk cId="297324421" sldId="273"/>
            <ac:spMk id="3" creationId="{78A9B5C1-0D08-E7D6-1604-F4E765D729ED}"/>
          </ac:spMkLst>
        </pc:spChg>
        <pc:spChg chg="add">
          <ac:chgData name="Taliah Kassaby" userId="S::kas0005@wantirnacollege.vic.edu.au::23d269d0-e02c-425d-bfba-881a989e0172" providerId="AD" clId="Web-{A2F432F4-37D5-A3D0-114A-1D305E73D865}" dt="2026-08-18T02:57:48.480" v="526"/>
          <ac:spMkLst>
            <pc:docMk/>
            <pc:sldMk cId="297324421" sldId="273"/>
            <ac:spMk id="16" creationId="{C3420C89-0B09-4632-A4AF-3971D08BF7A8}"/>
          </ac:spMkLst>
        </pc:spChg>
        <pc:spChg chg="add">
          <ac:chgData name="Taliah Kassaby" userId="S::kas0005@wantirnacollege.vic.edu.au::23d269d0-e02c-425d-bfba-881a989e0172" providerId="AD" clId="Web-{A2F432F4-37D5-A3D0-114A-1D305E73D865}" dt="2026-08-18T02:57:48.480" v="526"/>
          <ac:spMkLst>
            <pc:docMk/>
            <pc:sldMk cId="297324421" sldId="273"/>
            <ac:spMk id="18" creationId="{4E5CBA61-BF74-40B4-A3A8-366BBA626CCF}"/>
          </ac:spMkLst>
        </pc:spChg>
        <pc:grpChg chg="add">
          <ac:chgData name="Taliah Kassaby" userId="S::kas0005@wantirnacollege.vic.edu.au::23d269d0-e02c-425d-bfba-881a989e0172" providerId="AD" clId="Web-{A2F432F4-37D5-A3D0-114A-1D305E73D865}" dt="2026-08-18T02:57:48.480" v="526"/>
          <ac:grpSpMkLst>
            <pc:docMk/>
            <pc:sldMk cId="297324421" sldId="273"/>
            <ac:grpSpMk id="13" creationId="{AC27E70C-5470-4262-B9CE-AE52C51CF4C1}"/>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24" creationId="{E27AF472-EAE3-4572-AB69-B92BD10DBC6D}"/>
          </ac:grpSpMkLst>
        </pc:grpChg>
        <pc:picChg chg="mod">
          <ac:chgData name="Taliah Kassaby" userId="S::kas0005@wantirnacollege.vic.edu.au::23d269d0-e02c-425d-bfba-881a989e0172" providerId="AD" clId="Web-{A2F432F4-37D5-A3D0-114A-1D305E73D865}" dt="2026-08-18T02:57:48.480" v="526"/>
          <ac:picMkLst>
            <pc:docMk/>
            <pc:sldMk cId="297324421" sldId="273"/>
            <ac:picMk id="5" creationId="{C9A0F5B2-B3B2-4448-F130-E01E44E49D91}"/>
          </ac:picMkLst>
        </pc:picChg>
      </pc:sldChg>
      <pc:sldChg chg="addSp delSp modSp mod setBg">
        <pc:chgData name="Taliah Kassaby" userId="S::kas0005@wantirnacollege.vic.edu.au::23d269d0-e02c-425d-bfba-881a989e0172" providerId="AD" clId="Web-{A2F432F4-37D5-A3D0-114A-1D305E73D865}" dt="2026-08-18T02:58:59.388" v="539" actId="1076"/>
        <pc:sldMkLst>
          <pc:docMk/>
          <pc:sldMk cId="1435999858" sldId="274"/>
        </pc:sldMkLst>
        <pc:spChg chg="mod ord">
          <ac:chgData name="Taliah Kassaby" userId="S::kas0005@wantirnacollege.vic.edu.au::23d269d0-e02c-425d-bfba-881a989e0172" providerId="AD" clId="Web-{A2F432F4-37D5-A3D0-114A-1D305E73D865}" dt="2026-08-18T02:58:54.607" v="537" actId="1076"/>
          <ac:spMkLst>
            <pc:docMk/>
            <pc:sldMk cId="1435999858" sldId="274"/>
            <ac:spMk id="2" creationId="{2B862ED3-17C4-55EC-D135-C4D91E30AC99}"/>
          </ac:spMkLst>
        </pc:spChg>
        <pc:spChg chg="add">
          <ac:chgData name="Taliah Kassaby" userId="S::kas0005@wantirnacollege.vic.edu.au::23d269d0-e02c-425d-bfba-881a989e0172" providerId="AD" clId="Web-{A2F432F4-37D5-A3D0-114A-1D305E73D865}" dt="2026-08-18T02:58:16.668" v="530"/>
          <ac:spMkLst>
            <pc:docMk/>
            <pc:sldMk cId="1435999858" sldId="274"/>
            <ac:spMk id="14" creationId="{C7D023E4-8DE1-436E-9847-ED6A4B4B04FD}"/>
          </ac:spMkLst>
        </pc:spChg>
        <pc:spChg chg="add">
          <ac:chgData name="Taliah Kassaby" userId="S::kas0005@wantirnacollege.vic.edu.au::23d269d0-e02c-425d-bfba-881a989e0172" providerId="AD" clId="Web-{A2F432F4-37D5-A3D0-114A-1D305E73D865}" dt="2026-08-18T02:58:16.668" v="530"/>
          <ac:spMkLst>
            <pc:docMk/>
            <pc:sldMk cId="1435999858" sldId="274"/>
            <ac:spMk id="16" creationId="{8B2B1708-8CE4-4A20-94F5-55118AE2CBD7}"/>
          </ac:spMkLst>
        </pc:spChg>
        <pc:spChg chg="mod">
          <ac:chgData name="Taliah Kassaby" userId="S::kas0005@wantirnacollege.vic.edu.au::23d269d0-e02c-425d-bfba-881a989e0172" providerId="AD" clId="Web-{A2F432F4-37D5-A3D0-114A-1D305E73D865}" dt="2026-08-18T02:58:49.325" v="536" actId="14100"/>
          <ac:spMkLst>
            <pc:docMk/>
            <pc:sldMk cId="1435999858" sldId="274"/>
            <ac:spMk id="19" creationId="{C2DD07C1-6CFB-48E5-AD0E-AC091042BBD8}"/>
          </ac:spMkLst>
        </pc:spChg>
        <pc:spChg chg="mod">
          <ac:chgData name="Taliah Kassaby" userId="S::kas0005@wantirnacollege.vic.edu.au::23d269d0-e02c-425d-bfba-881a989e0172" providerId="AD" clId="Web-{A2F432F4-37D5-A3D0-114A-1D305E73D865}" dt="2026-08-18T02:58:43.028" v="535" actId="14100"/>
          <ac:spMkLst>
            <pc:docMk/>
            <pc:sldMk cId="1435999858" sldId="274"/>
            <ac:spMk id="20" creationId="{F9A8FC0F-BD29-4D9A-ABF1-D75E3A26917F}"/>
          </ac:spMkLst>
        </pc:spChg>
        <pc:grpChg chg="add">
          <ac:chgData name="Taliah Kassaby" userId="S::kas0005@wantirnacollege.vic.edu.au::23d269d0-e02c-425d-bfba-881a989e0172" providerId="AD" clId="Web-{A2F432F4-37D5-A3D0-114A-1D305E73D865}" dt="2026-08-18T02:58:16.668" v="530"/>
          <ac:grpSpMkLst>
            <pc:docMk/>
            <pc:sldMk cId="1435999858" sldId="274"/>
            <ac:grpSpMk id="18" creationId="{1F9866A9-B167-4D75-8F7F-360025AD6B43}"/>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22" creationId="{E27AF472-EAE3-4572-AB69-B92BD10DBC6D}"/>
          </ac:grpSpMkLst>
        </pc:grpChg>
        <pc:picChg chg="mod ord">
          <ac:chgData name="Taliah Kassaby" userId="S::kas0005@wantirnacollege.vic.edu.au::23d269d0-e02c-425d-bfba-881a989e0172" providerId="AD" clId="Web-{A2F432F4-37D5-A3D0-114A-1D305E73D865}" dt="2026-08-18T02:58:59.388" v="539" actId="1076"/>
          <ac:picMkLst>
            <pc:docMk/>
            <pc:sldMk cId="1435999858" sldId="274"/>
            <ac:picMk id="4" creationId="{514C81AC-0D0A-6F04-301A-86FB85CD49D7}"/>
          </ac:picMkLst>
        </pc:picChg>
      </pc:sldChg>
      <pc:sldChg chg="add replId">
        <pc:chgData name="Taliah Kassaby" userId="S::kas0005@wantirnacollege.vic.edu.au::23d269d0-e02c-425d-bfba-881a989e0172" providerId="AD" clId="Web-{A2F432F4-37D5-A3D0-114A-1D305E73D865}" dt="2026-08-18T02:08:09.044" v="137"/>
        <pc:sldMkLst>
          <pc:docMk/>
          <pc:sldMk cId="2786088530" sldId="276"/>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4"/>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5"/>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6"/>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7"/>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8"/>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9"/>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0"/>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1"/>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2"/>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3"/>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4"/>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5"/>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0:46.764"/>
    </inkml:context>
    <inkml:brush xml:id="br0">
      <inkml:brushProperty name="width" value="0.1" units="cm"/>
      <inkml:brushProperty name="height" value="0.1" units="cm"/>
    </inkml:brush>
  </inkml:definitions>
  <inkml:trace contextRef="#ctx0" brushRef="#br0">12673 4912 16383 0 0,'0'0'0'0'0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0.877"/>
    </inkml:context>
    <inkml:brush xml:id="br0">
      <inkml:brushProperty name="width" value="0.1" units="cm"/>
      <inkml:brushProperty name="height" value="0.1" units="cm"/>
    </inkml:brush>
  </inkml:definitions>
  <inkml:trace contextRef="#ctx0" brushRef="#br0">16651 5074 16383 0 0,'0'0'0'0'0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1.425"/>
    </inkml:context>
    <inkml:brush xml:id="br0">
      <inkml:brushProperty name="width" value="0.1" units="cm"/>
      <inkml:brushProperty name="height" value="0.1" units="cm"/>
    </inkml:brush>
  </inkml:definitions>
  <inkml:trace contextRef="#ctx0" brushRef="#br0">16986 4495 16383 0 0,'2'4'0'0'0,"1"1"0"0"0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3"/>
    </inkml:context>
    <inkml:brush xml:id="br0">
      <inkml:brushProperty name="width" value="0.1" units="cm"/>
      <inkml:brushProperty name="height" value="0.1" units="cm"/>
    </inkml:brush>
  </inkml:definitions>
  <inkml:trace contextRef="#ctx0" brushRef="#br0">30769 10046 16383 0 0,'0'1'0'0'0,"-1"2"0"0"0,-7 0 0 0 0,-26-1 0 0 0,-45 0 0 0 0,-55-1 0 0 0,-48 0 0 0 0,-40 0 0 0 0,-34-1 0 0 0,-28-3 0 0 0,-28-6 0 0 0,-20-15 0 0 0,-9-17 0 0 0,0-15 0 0 0,3-11 0 0 0,3-10 0 0 0,5-3 0 0 0,1-2 0 0 0,-6 2 0 0 0,3 4 0 0 0,6 7 0 0 0,14 9 0 0 0,17 11 0 0 0,16 7 0 0 0,14 6 0 0 0,11 3 0 0 0,8 0 0 0 0,3-2 0 0 0,4-2 0 0 0,4-3 0 0 0,4-2 0 0 0,11 2 0 0 0,11 3 0 0 0,10 4 0 0 0,10 7 0 0 0,10 5 0 0 0,9 5 0 0 0,10 4 0 0 0,7 0 0 0 0,6 1 0 0 0,6-4 0 0 0,4-4 0 0 0,6-5 0 0 0,6-5 0 0 0,7-4 0 0 0,11-2 0 0 0,12 1 0 0 0,13 4 0 0 0,12 4 0 0 0,10 4 0 0 0,7 4 0 0 0,2 3 0 0 0,-3 3 0 0 0,-6-1 0 0 0,-8 1 0 0 0,-4-2 0 0 0,-5 1 0 0 0,-3 2 0 0 0,3 4 0 0 0,1 2 0 0 0,4 1 0 0 0,4 0 0 0 0,3-1 0 0 0,1-3 0 0 0,-3-2 0 0 0,-3-4 0 0 0,-7-3 0 0 0,-4-6 0 0 0,-6-4 0 0 0,-2-3 0 0 0,1 0 0 0 0,3 0 0 0 0,4 4 0 0 0,7 2 0 0 0,5 4 0 0 0,1 4 0 0 0,0 2 0 0 0,-1 0 0 0 0,-1 1 0 0 0,-2 2 0 0 0,-1 1 0 0 0,-2 0 0 0 0,0 0 0 0 0,-1-1 0 0 0,1 1 0 0 0,2-1 0 0 0,-3-1 0 0 0,-2-2 0 0 0,-4-2 0 0 0,-7-3 0 0 0,-7-3 0 0 0,-7-4 0 0 0,-6-2 0 0 0,-4 1 0 0 0,0 2 0 0 0,3 3 0 0 0,6 6 0 0 0,8 6 0 0 0,7 3 0 0 0,2 1 0 0 0,0 0 0 0 0,-2-2 0 0 0,-4-3 0 0 0,-5-1 0 0 0,-2-3 0 0 0,1-2 0 0 0,2 0 0 0 0,5 1 0 0 0,7 2 0 0 0,7 1 0 0 0,4 3 0 0 0,2 0 0 0 0,-2 4 0 0 0,-5 1 0 0 0,-6 3 0 0 0,-4 1 0 0 0,-4 0 0 0 0,-1 2 0 0 0,-1-1 0 0 0,2 0 0 0 0,1-1 0 0 0,2-3 0 0 0,2-3 0 0 0,6-2 0 0 0,6-1 0 0 0,3-2 0 0 0,5-1 0 0 0,2 0 0 0 0,6 2 0 0 0,4 3 0 0 0,4 2 0 0 0,4 2 0 0 0,4-1 0 0 0,4 1 0 0 0,5 1 0 0 0,5 1 0 0 0,3 1 0 0 0,5 0 0 0 0,3 1 0 0 0,3 0 0 0 0,3-1 0 0 0,3-5 0 0 0,4-11-16383 0 0,3-3 16383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4"/>
    </inkml:context>
    <inkml:brush xml:id="br0">
      <inkml:brushProperty name="width" value="0.1" units="cm"/>
      <inkml:brushProperty name="height" value="0.1" units="cm"/>
    </inkml:brush>
  </inkml:definitions>
  <inkml:trace contextRef="#ctx0" brushRef="#br0">11071 8687 16383 0 0,'5'0'0'0'0,"24"0"0"0"0,49 0 0 0 0,71 0 0 0 0,79 0 0 0 0,77 0 0 0 0,57 0 0 0 0,31 0 0 0 0,13 4 0 0 0,-4 12 0 0 0,-16 17 0 0 0,-25 15 0 0 0,-36 8 0 0 0,-29 5 0 0 0,-22 0 0 0 0,-14 0 0 0 0,-1 0 0 0 0,5 0 0 0 0,0 1 0 0 0,-2 0 0 0 0,-5 1 0 0 0,-12-4 0 0 0,-18-5 0 0 0,-18-4 0 0 0,-18-5 0 0 0,-14-3 0 0 0,-12-1 0 0 0,-7-2 0 0 0,-6 0 0 0 0,-9 3 0 0 0,-8 1 0 0 0,-7 1 0 0 0,-7 1 0 0 0,-4 1 0 0 0,0 2 0 0 0,-1 1 0 0 0,1 0 0 0 0,-1 1 0 0 0,-2 2 0 0 0,-2-2 0 0 0,-2-2 0 0 0,-2-2 0 0 0,-3-2 0 0 0,1 0 0 0 0,5 3 0 0 0,6 2 0 0 0,7 4 0 0 0,6 4 0 0 0,5 4 0 0 0,4 6 0 0 0,1 3 0 0 0,2 4 0 0 0,1 3 0 0 0,3 7 0 0 0,1 5 0 0 0,3 6 0 0 0,6 8 0 0 0,15 13 0 0 0,18 14 0 0 0,11 6 0 0 0,6 0 0 0 0,-1-7 0 0 0,-11-15 0 0 0,-20-19 0 0 0,-24-20 0 0 0,-24-17 0 0 0,-19-13 0 0 0,-12-7 0 0 0,-1-6 0 0 0,8-4 0 0 0,16 1 0 0 0,20 4 0 0 0,19 5 0 0 0,16 5 0 0 0,6 3 0 0 0,-6-1 0 0 0,-16 0 0 0 0,-22-5 0 0 0,-21-4 0 0 0,-14-5 0 0 0,-8-5 0 0 0,-3-3 0 0 0,2-1 0 0 0,2 1 0 0 0,0 1 0 0 0,-4 0 0 0 0,-2 1 0 0 0,-4 2 0 0 0,-3 1 0 0 0,1 3 0 0 0,-1 0 0 0 0,0-1 0 0 0,-6-1 0 0 0,-7 0 0 0 0,-10-4 0 0 0,-8-2 0 0 0,-10-2 0 0 0,-8-4 0 0 0,-8-1 0 0 0,-7 0 0 0 0,-4 1 0 0 0,-2 0 0 0 0,0 0 0 0 0,1-2 0 0 0,0-1 0 0 0,0-1 0 0 0,-1-2 0 0 0,2-1 0 0 0,-1 0 0 0 0,0 1 0 0 0,0 1 0 0 0,0 1 0 0 0,-1 0 0 0 0,0 0 0 0 0,-1 0 0 0 0,-2-3 0 0 0,-1-3 0 0 0,-1-4 0 0 0,-6-14 0 0 0,-11-18 0 0 0,-4-5 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5"/>
    </inkml:context>
    <inkml:brush xml:id="br0">
      <inkml:brushProperty name="width" value="0.1" units="cm"/>
      <inkml:brushProperty name="height" value="0.1" units="cm"/>
    </inkml:brush>
  </inkml:definitions>
  <inkml:trace contextRef="#ctx0" brushRef="#br0">12237 11528 16383 0 0,'2'0'0'0'0,"7"0"0"0"0,20 0 0 0 0,39 0 0 0 0,46 0 0 0 0,49 1 0 0 0,50 5 0 0 0,47 11 0 0 0,40 14 0 0 0,29 13 0 0 0,17 12 0 0 0,8 8 0 0 0,3 6 0 0 0,-4 4 0 0 0,-15 2 0 0 0,-21-2 0 0 0,-19-3 0 0 0,-21-5 0 0 0,-25-5 0 0 0,-26-5 0 0 0,-26-9 0 0 0,-17-6 0 0 0,2-6 0 0 0,16-2 0 0 0,25 3 0 0 0,28 2 0 0 0,28 3 0 0 0,25 3 0 0 0,13 2 0 0 0,0 1 0 0 0,-7 0 0 0 0,-15-3 0 0 0,-22-2 0 0 0,-23-3 0 0 0,-21-4 0 0 0,-15-1 0 0 0,-6-3 0 0 0,3-1 0 0 0,5-3 0 0 0,7-2 0 0 0,3-1 0 0 0,2-4 0 0 0,1-3 0 0 0,-4-3 0 0 0,-3-2 0 0 0,-5-1 0 0 0,-3-3 0 0 0,-7-2 0 0 0,-8-3 0 0 0,-9-2 0 0 0,-3 0 0 0 0,-1-1 0 0 0,4-1 0 0 0,7 1 0 0 0,8-1 0 0 0,8 1 0 0 0,7 0 0 0 0,3 0 0 0 0,-2-4 0 0 0,-5-6 0 0 0,-10-4 0 0 0,-13-2 0 0 0,-13 1 0 0 0,-11 2 0 0 0,-11 1 0 0 0,-7 0 0 0 0,-4-1 0 0 0,1-2 0 0 0,5-1 0 0 0,8 0 0 0 0,8 1 0 0 0,5 2 0 0 0,1 0 0 0 0,2 2 0 0 0,-1-1 0 0 0,-3-4 0 0 0,-1-4 0 0 0,-1-3 0 0 0,-1-1 0 0 0,-5 2 0 0 0,-10 0 0 0 0,-11 0 0 0 0,-10 1 0 0 0,-7-1 0 0 0,-3-3 0 0 0,-5-2 0 0 0,-3-1 0 0 0,-10 1 0 0 0,-12 4 0 0 0,-15 4 0 0 0,-12 4 0 0 0,-7 3 0 0 0,-1 0 0 0 0,1 0 0 0 0,7-2 0 0 0,9-3 0 0 0,8-4 0 0 0,6-1 0 0 0,1-2 0 0 0,-8 1 0 0 0,-12 2 0 0 0,-14 2 0 0 0,-14 3 0 0 0,-10 2 0 0 0,-8 2 0 0 0,-5 1 0 0 0,-1-2 0 0 0,-1 0 0 0 0,0-1 0 0 0,2-2 0 0 0,1-2 0 0 0,3 1 0 0 0,-1 2 0 0 0,0 3 0 0 0,-7 4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6"/>
    </inkml:context>
    <inkml:brush xml:id="br0">
      <inkml:brushProperty name="width" value="0.1" units="cm"/>
      <inkml:brushProperty name="height" value="0.1" units="cm"/>
    </inkml:brush>
  </inkml:definitions>
  <inkml:trace contextRef="#ctx0" brushRef="#br0">28595 14043 16383 0 0,'0'1'0'0'0,"-6"1"0"0"0,-24 1 0 0 0,-49 0 0 0 0,-66-2 0 0 0,-66 1 0 0 0,-50-2 0 0 0,-24 1 0 0 0,-4-1 0 0 0,6 0 0 0 0,16 0 0 0 0,21 0 0 0 0,25 0 0 0 0,23-2 0 0 0,19-2 0 0 0,12-2 0 0 0,5-2 0 0 0,-1-3 0 0 0,-3-3 0 0 0,-4-3 0 0 0,-7-3 0 0 0,-5-2 0 0 0,-7-5 0 0 0,-5-3 0 0 0,-3-4 0 0 0,-2-5 0 0 0,-1-2 0 0 0,-3-5 0 0 0,-3-2 0 0 0,-4-5 0 0 0,-4-6 0 0 0,-5-5 0 0 0,-2-4 0 0 0,2-3 0 0 0,5 0 0 0 0,10 2 0 0 0,13 6 0 0 0,13 4 0 0 0,13 4 0 0 0,9 3 0 0 0,7 3 0 0 0,3 0 0 0 0,3-1 0 0 0,0 3 0 0 0,0 2 0 0 0,1 3 0 0 0,3 1 0 0 0,1 0 0 0 0,0-1 0 0 0,1-1 0 0 0,-1-2 0 0 0,-2-5 0 0 0,-3-4 0 0 0,-5-10 0 0 0,-8-10 0 0 0,-13-16 0 0 0,-14-14 0 0 0,-12-6 0 0 0,-10-6 0 0 0,-7-1 0 0 0,-3 1 0 0 0,-1 2 0 0 0,0 1 0 0 0,3 1 0 0 0,4 1 0 0 0,3 2 0 0 0,3 0 0 0 0,4 0 0 0 0,9 6 0 0 0,13 6 0 0 0,13 8 0 0 0,14 7 0 0 0,14 9 0 0 0,8 5 0 0 0,5 6 0 0 0,-1 4 0 0 0,-3 5 0 0 0,-4 3 0 0 0,-2 2 0 0 0,2 3 0 0 0,5 5 0 0 0,7 3 0 0 0,8 4 0 0 0,11 2 0 0 0,10 4 0 0 0,10 2 0 0 0,7 1 0 0 0,6 1 0 0 0,5 0 0 0 0,2-1 0 0 0,2 2 0 0 0,5 1 0 0 0,6 4 0 0 0,6 3 0 0 0,7 5 0 0 0,7 3 0 0 0,7 4 0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7:29.153"/>
    </inkml:context>
    <inkml:brush xml:id="br0">
      <inkml:brushProperty name="width" value="0.1" units="cm"/>
      <inkml:brushProperty name="height" value="0.1" units="cm"/>
    </inkml:brush>
  </inkml:definitions>
  <inkml:trace contextRef="#ctx0" brushRef="#br0">13735 7800 16383 0 0,'-1'0'0'0'0,"-10"0"0"0"0,-49-16 0 0 0,-107-30 0 0 0,-160-32 0 0 0,-192-33 0 0 0,-175-24 0 0 0,-125-15 0 0 0,-60-5 0 0 0,15 7 0 0 0,67 13 0 0 0,84 10 0 0 0,84 5 0 0 0,81 2 0 0 0,73-4 0 0 0,71-3 0 0 0,71 3 0 0 0,66 7 0 0 0,55 11 0 0 0,48 11 0 0 0,37 14 0 0 0,29 11 0 0 0,20 10 0 0 0,14 9 0 0 0,12 10 0 0 0,10 9 0 0 0,9 8 0 0 0,8 9 0 0 0,7 6 0 0 0,7 4 0 0 0,8 4 0 0 0,10 4 0 0 0,8 4-16383 0 0,2 1 16383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1"/>
    </inkml:context>
    <inkml:brush xml:id="br0">
      <inkml:brushProperty name="width" value="0.1" units="cm"/>
      <inkml:brushProperty name="height" value="0.1" units="cm"/>
    </inkml:brush>
  </inkml:definitions>
  <inkml:trace contextRef="#ctx0" brushRef="#br0">18207 9719 16383 0 0,'-1'0'0'0'0,"-5"0"0"0"0,-16-2 0 0 0,-22-6 0 0 0,-21-10 0 0 0,-15-7 0 0 0,-6-1 0 0 0,2 4 0 0 0,7 5 0 0 0,5 5 0 0 0,2 5 0 0 0,-1 4 0 0 0,-1 2 0 0 0,-5 4 0 0 0,-5 4 0 0 0,-11 3 0 0 0,-14-1 0 0 0,-15-1 0 0 0,-15-3 0 0 0,-11-2 0 0 0,-5-1 0 0 0,-3-6 0 0 0,0-7 0 0 0,2-9 0 0 0,4-8 0 0 0,8-6 0 0 0,11-4 0 0 0,16-1 0 0 0,17 1 0 0 0,13 0 0 0 0,11 1 0 0 0,8 2 0 0 0,7 1 0 0 0,7 0 0 0 0,6 2 0 0 0,4 0 0 0 0,3-1 0 0 0,3 0 0 0 0,2 1 0 0 0,2 1 0 0 0,2 2 0 0 0,1 3 0 0 0,1 4 0 0 0,2 3 0 0 0,2 3 0 0 0,0 3 0 0 0,-1 0 0 0 0,0 2 0 0 0,1 0 0 0 0,-1 2 0 0 0,-1 0 0 0 0,0 2 0 0 0,-2 1 0 0 0,-1 0 0 0 0,-3 0 0 0 0,-6 1 0 0 0,-8 0 0 0 0,-10-1 0 0 0,-10-1 0 0 0,-9-2 0 0 0,-4-2 0 0 0,-1 0 0 0 0,-1-2 0 0 0,1-1 0 0 0,0-2 0 0 0,1 0 0 0 0,3 1 0 0 0,4 2 0 0 0,2 1 0 0 0,4 3 0 0 0,2 0 0 0 0,2 1 0 0 0,0 1 0 0 0,-1-1 0 0 0,-4-1 0 0 0,-3-2 0 0 0,-3 0 0 0 0,-1-1 0 0 0,-3 1 0 0 0,-5 0 0 0 0,-6 1 0 0 0,-7-1 0 0 0,-7 2 0 0 0,-9 0 0 0 0,-10 1 0 0 0,-12 1 0 0 0,-10 2 0 0 0,-8 2 0 0 0,-12-1 0 0 0,-10 0 0 0 0,-13 0 0 0 0,-17 0 0 0 0,-15-4 0 0 0,-19-1 0 0 0,-24-1 0 0 0,-26 0 0 0 0,-14 2 0 0 0,3 0 0 0 0,14 1 0 0 0,21 0 0 0 0,27 0 0 0 0,32 1 0 0 0,30 1 0 0 0,31 2 0 0 0,26-1 0 0 0,20 0 0 0 0,15-2 0 0 0,14 1 0 0 0,9 1 0 0 0,11 1 0 0 0,7 2 0 0 0,9 0 0 0 0,4 1 0 0 0,5 0 0 0 0,1 0 0 0 0,2 0 0 0 0,-1 0 0 0 0,-3 0 0 0 0,-3 1 0 0 0,-4-1 0 0 0,-4 0 0 0 0,-2 0 0 0 0,0 0 0 0 0,3 0 0 0 0,4 0 0 0 0,6-2 0 0 0,6-5 0 0 0,7-3 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2"/>
    </inkml:context>
    <inkml:brush xml:id="br0">
      <inkml:brushProperty name="width" value="0.1" units="cm"/>
      <inkml:brushProperty name="height" value="0.1" units="cm"/>
    </inkml:brush>
  </inkml:definitions>
  <inkml:trace contextRef="#ctx0" brushRef="#br0">18075 10471 16383 0 0,'-2'0'0'0'0,"-8"0"0"0"0,-15 1 0 0 0,-31 6 0 0 0,-45 13 0 0 0,-41 14 0 0 0,-41 14 0 0 0,-36 16 0 0 0,-21 11 0 0 0,-2 5 0 0 0,9-1 0 0 0,9-6 0 0 0,12-7 0 0 0,15-8 0 0 0,18-10 0 0 0,18-13 0 0 0,18-9 0 0 0,16-7 0 0 0,14-6 0 0 0,10 0 0 0 0,7 0 0 0 0,3 0 0 0 0,-4-1 0 0 0,-9-1 0 0 0,-12-3 0 0 0,-12-2 0 0 0,-14-3 0 0 0,-15-1 0 0 0,-15-3 0 0 0,-11-5 0 0 0,-11-11 0 0 0,-8-11 0 0 0,-2-9 0 0 0,4-7 0 0 0,8-3 0 0 0,14-1 0 0 0,18 1 0 0 0,16 3 0 0 0,15 5 0 0 0,16 5 0 0 0,12 5 0 0 0,8 5 0 0 0,3 5 0 0 0,0 3 0 0 0,-3-2 0 0 0,-3-2 0 0 0,0-2 0 0 0,-1-3 0 0 0,2-1 0 0 0,-1-1 0 0 0,-3 0 0 0 0,-7 1 0 0 0,-9-2 0 0 0,-9-2 0 0 0,-5-2 0 0 0,-1-1 0 0 0,-2-4 0 0 0,0-4 0 0 0,-2-5 0 0 0,-3-8 0 0 0,-6-7 0 0 0,-7-7 0 0 0,-2-5 0 0 0,1-1 0 0 0,2 1 0 0 0,4 2 0 0 0,7-1 0 0 0,8-2 0 0 0,7-3 0 0 0,10-4 0 0 0,8-3 0 0 0,11 0 0 0 0,8 3 0 0 0,9 5 0 0 0,8 7 0 0 0,4 11 0 0 0,5 9 0 0 0,5 10 0 0 0,5 7 0 0 0,5 8 0 0 0,5 2 0 0 0,4 3 0 0 0,4 2 0 0 0,5 0 0 0 0,2 1 0 0 0,3 0 0 0 0,1 0 0 0 0,2 0 0 0 0,-1 0 0 0 0,2-2 0 0 0,-1 0 0 0 0,-1 1 0 0 0,2 0 0 0 0,0 1 0 0 0,-3-3 0 0 0,-3-3 0 0 0,-2-2 0 0 0,-1 0 0 0 0,1-1 0 0 0,2 1 0 0 0,0 1 0 0 0,3 1 0 0 0,1 2 0 0 0,2 0 0 0 0,4 2 0 0 0,2 1 0 0 0,2 4 0 0 0,3 2 0 0 0,3 3 0 0 0,1 0 0 0 0,0 2 0 0 0,2-1 0 0 0,1 0 0 0 0,0-1 0 0 0,2 0 0 0 0,0 1 0 0 0,0 1 0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3"/>
    </inkml:context>
    <inkml:brush xml:id="br0">
      <inkml:brushProperty name="width" value="0.1" units="cm"/>
      <inkml:brushProperty name="height" value="0.1" units="cm"/>
    </inkml:brush>
  </inkml:definitions>
  <inkml:trace contextRef="#ctx0" brushRef="#br0">12197 9597 16383 0 0,'0'0'0'0'0,"-1"2"0"0"0,-9 1 0 0 0,-26-1 0 0 0,-45-1 0 0 0,-54-1 0 0 0,-51-4 0 0 0,-39-10 0 0 0,-24-10 0 0 0,-14-12 0 0 0,-5-8 0 0 0,3-3 0 0 0,7 0 0 0 0,5 2 0 0 0,12 4 0 0 0,16 6 0 0 0,14 2 0 0 0,15 3 0 0 0,15 3 0 0 0,16 1 0 0 0,13 1 0 0 0,11 2 0 0 0,10 0 0 0 0,7 1 0 0 0,7-2 0 0 0,6-1 0 0 0,6-1 0 0 0,5-2 0 0 0,8-2 0 0 0,8-4 0 0 0,10-1 0 0 0,9-2 0 0 0,10 1 0 0 0,9 2 0 0 0,7 2 0 0 0,4 1 0 0 0,5 4 0 0 0,2 1 0 0 0,3 3 0 0 0,2 2 0 0 0,2 3 0 0 0,3 4 0 0 0,2 2 0 0 0,3 2 0 0 0,0 3 0 0 0,1 0 0 0 0,0 1 0 0 0,1 0 0 0 0,1 1 0 0 0,3-2 0 0 0,2 0 0 0 0,1-2 0 0 0,1-1 0 0 0,0 2 0 0 0,0 0 0 0 0,0 1 0 0 0,-1 0 0 0 0,-2-3 0 0 0,0-4 0 0 0,-1-3 0 0 0,0-2 0 0 0,2 0 0 0 0,1 3 0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4"/>
    </inkml:context>
    <inkml:brush xml:id="br0">
      <inkml:brushProperty name="width" value="0.1" units="cm"/>
      <inkml:brushProperty name="height" value="0.1" units="cm"/>
    </inkml:brush>
  </inkml:definitions>
  <inkml:trace contextRef="#ctx0" brushRef="#br0">12021 10588 16383 0 0,'0'0'0'0'0,"-2"2"0"0"0,-13-7 0 0 0,-22-13 0 0 0,-28-19 0 0 0,-28-22 0 0 0,-24-19 0 0 0,-15-12 0 0 0,-4-6 0 0 0,4 3 0 0 0,11 9 0 0 0,14 12 0 0 0,15 13 0 0 0,14 13 0 0 0,12 9 0 0 0,9 8 0 0 0,6 4 0 0 0,5 3 0 0 0,5 3 0 0 0,3 1 0 0 0,3 1 0 0 0,2-1 0 0 0,2 1 0 0 0,0-1 0 0 0,-1-1 0 0 0,-1 0 0 0 0,-3 1 0 0 0,-1 1 0 0 0,-1 0 0 0 0,0 2 0 0 0,-2 3 0 0 0,0 1 0 0 0,-3-1 0 0 0,-2-1 0 0 0,-1 0 0 0 0,-2-3 0 0 0,0 0 0 0 0,-1 0 0 0 0,1 0 0 0 0,3 1 0 0 0,2 2 0 0 0,4-1 0 0 0,2-1 0 0 0,5 1 0 0 0,4 1 0 0 0,2 0 0 0 0,3 0 0 0 0,3 2 0 0 0,1 1 0 0 0,0 1 0 0 0,0-1 0 0 0,-1-1 0 0 0,1 0 0 0 0,-1 0 0 0 0,-2-3 0 0 0,-1-1 0 0 0,-1-2 0 0 0,-3-1 0 0 0,-1-2 0 0 0,-2 0 0 0 0,-3 0 0 0 0,-1 1 0 0 0,-5 1 0 0 0,-2 0 0 0 0,-3 0 0 0 0,-3 1 0 0 0,0-1 0 0 0,-1 0 0 0 0,1 0 0 0 0,0-2 0 0 0,1-1 0 0 0,0-2 0 0 0,1 0 0 0 0,1 1 0 0 0,2 2 0 0 0,1 2 0 0 0,-1 1 0 0 0,-1 2 0 0 0,-3 1 0 0 0,-2 2 0 0 0,-2 1 0 0 0,3 1 0 0 0,-7 1 0 0 0,-18-1 0 0 0,-17-3 0 0 0,-16-3 0 0 0,-10-3 0 0 0,-3-3 0 0 0,6 1 0 0 0,12 3 0 0 0,15 2 0 0 0,17 4 0 0 0,14 1 0 0 0,12 2 0 0 0,10 1 0 0 0,6 0 0 0 0,7 0 0 0 0,4 0 0 0 0,3-1 0 0 0,1-4 0 0 0,1-2 0 0 0,0-2 0 0 0,0-1 0 0 0,0 1 0 0 0,-1 0 0 0 0,2 3 0 0 0,0 2 0 0 0,2 2 0 0 0,0 3 0 0 0,0 2 0 0 0,0 1 0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5"/>
    </inkml:context>
    <inkml:brush xml:id="br0">
      <inkml:brushProperty name="width" value="0.1" units="cm"/>
      <inkml:brushProperty name="height" value="0.1" units="cm"/>
    </inkml:brush>
  </inkml:definitions>
  <inkml:trace contextRef="#ctx0" brushRef="#br0">16027 11774 16383 0 0,'-4'0'0'0'0,"-18"0"0"0"0,-50 0 0 0 0,-94 0 0 0 0,-136 0 0 0 0,-174 0 0 0 0,-185 0 0 0 0,-167 0 0 0 0,-99 0 0 0 0,-26 0 0 0 0,17-2 0 0 0,47-13 0 0 0,67-23 0 0 0,88-23 0 0 0,93-20 0 0 0,95-11 0 0 0,93 0 0 0 0,81 9 0 0 0,66 9 0 0 0,51 11 0 0 0,39 12 0 0 0,26 10 0 0 0,19 7 0 0 0,15 5 0 0 0,15 4 0 0 0,18 3 0 0 0,22 4 0 0 0,22 5 0 0 0,19 3 0 0 0,18 4 0 0 0,15 2 0 0 0,13 2 0 0 0,13 1 0 0 0,6 1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3.png"/><Relationship Id="rId63" Type="http://schemas.openxmlformats.org/officeDocument/2006/relationships/customXml" Target="../ink/ink31.xml"/><Relationship Id="rId84" Type="http://schemas.openxmlformats.org/officeDocument/2006/relationships/image" Target="../media/image44.png"/><Relationship Id="rId138" Type="http://schemas.openxmlformats.org/officeDocument/2006/relationships/image" Target="../media/image71.png"/><Relationship Id="rId159" Type="http://schemas.openxmlformats.org/officeDocument/2006/relationships/customXml" Target="../ink/ink79.xml"/><Relationship Id="rId170" Type="http://schemas.openxmlformats.org/officeDocument/2006/relationships/image" Target="../media/image87.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18.png"/><Relationship Id="rId53" Type="http://schemas.openxmlformats.org/officeDocument/2006/relationships/customXml" Target="../ink/ink26.xml"/><Relationship Id="rId74" Type="http://schemas.openxmlformats.org/officeDocument/2006/relationships/image" Target="../media/image39.png"/><Relationship Id="rId128" Type="http://schemas.openxmlformats.org/officeDocument/2006/relationships/image" Target="../media/image66.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2.png"/><Relationship Id="rId181" Type="http://schemas.openxmlformats.org/officeDocument/2006/relationships/customXml" Target="../ink/ink90.xml"/><Relationship Id="rId22" Type="http://schemas.openxmlformats.org/officeDocument/2006/relationships/image" Target="../media/image13.png"/><Relationship Id="rId43" Type="http://schemas.openxmlformats.org/officeDocument/2006/relationships/customXml" Target="../ink/ink21.xml"/><Relationship Id="rId64" Type="http://schemas.openxmlformats.org/officeDocument/2006/relationships/image" Target="../media/image34.png"/><Relationship Id="rId118" Type="http://schemas.openxmlformats.org/officeDocument/2006/relationships/image" Target="../media/image61.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77.png"/><Relationship Id="rId171" Type="http://schemas.openxmlformats.org/officeDocument/2006/relationships/customXml" Target="../ink/ink85.xml"/><Relationship Id="rId192" Type="http://schemas.openxmlformats.org/officeDocument/2006/relationships/image" Target="../media/image98.png"/><Relationship Id="rId12" Type="http://schemas.openxmlformats.org/officeDocument/2006/relationships/image" Target="../media/image8.png"/><Relationship Id="rId33" Type="http://schemas.openxmlformats.org/officeDocument/2006/relationships/customXml" Target="../ink/ink16.xml"/><Relationship Id="rId108" Type="http://schemas.openxmlformats.org/officeDocument/2006/relationships/image" Target="../media/image56.png"/><Relationship Id="rId129" Type="http://schemas.openxmlformats.org/officeDocument/2006/relationships/customXml" Target="../ink/ink64.xml"/><Relationship Id="rId54" Type="http://schemas.openxmlformats.org/officeDocument/2006/relationships/image" Target="../media/image29.png"/><Relationship Id="rId75" Type="http://schemas.openxmlformats.org/officeDocument/2006/relationships/customXml" Target="../ink/ink37.xml"/><Relationship Id="rId96" Type="http://schemas.openxmlformats.org/officeDocument/2006/relationships/image" Target="../media/image50.png"/><Relationship Id="rId140" Type="http://schemas.openxmlformats.org/officeDocument/2006/relationships/image" Target="../media/image72.png"/><Relationship Id="rId161" Type="http://schemas.openxmlformats.org/officeDocument/2006/relationships/customXml" Target="../ink/ink80.xml"/><Relationship Id="rId182" Type="http://schemas.openxmlformats.org/officeDocument/2006/relationships/image" Target="../media/image93.png"/><Relationship Id="rId6" Type="http://schemas.openxmlformats.org/officeDocument/2006/relationships/image" Target="../media/image5.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4.png"/><Relationship Id="rId65" Type="http://schemas.openxmlformats.org/officeDocument/2006/relationships/customXml" Target="../ink/ink32.xml"/><Relationship Id="rId86" Type="http://schemas.openxmlformats.org/officeDocument/2006/relationships/image" Target="../media/image45.png"/><Relationship Id="rId130" Type="http://schemas.openxmlformats.org/officeDocument/2006/relationships/image" Target="../media/image67.png"/><Relationship Id="rId151" Type="http://schemas.openxmlformats.org/officeDocument/2006/relationships/customXml" Target="../ink/ink75.xml"/><Relationship Id="rId172" Type="http://schemas.openxmlformats.org/officeDocument/2006/relationships/image" Target="../media/image88.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19.png"/><Relationship Id="rId50" Type="http://schemas.openxmlformats.org/officeDocument/2006/relationships/image" Target="../media/image27.png"/><Relationship Id="rId55" Type="http://schemas.openxmlformats.org/officeDocument/2006/relationships/customXml" Target="../ink/ink27.xml"/><Relationship Id="rId76" Type="http://schemas.openxmlformats.org/officeDocument/2006/relationships/image" Target="../media/image40.png"/><Relationship Id="rId97" Type="http://schemas.openxmlformats.org/officeDocument/2006/relationships/customXml" Target="../ink/ink48.xml"/><Relationship Id="rId104" Type="http://schemas.openxmlformats.org/officeDocument/2006/relationships/image" Target="../media/image54.png"/><Relationship Id="rId120" Type="http://schemas.openxmlformats.org/officeDocument/2006/relationships/image" Target="../media/image62.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5.png"/><Relationship Id="rId167" Type="http://schemas.openxmlformats.org/officeDocument/2006/relationships/customXml" Target="../ink/ink83.xml"/><Relationship Id="rId188" Type="http://schemas.openxmlformats.org/officeDocument/2006/relationships/image" Target="../media/image96.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48.png"/><Relationship Id="rId162" Type="http://schemas.openxmlformats.org/officeDocument/2006/relationships/image" Target="../media/image83.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media/image14.png"/><Relationship Id="rId40" Type="http://schemas.openxmlformats.org/officeDocument/2006/relationships/image" Target="../media/image22.png"/><Relationship Id="rId45" Type="http://schemas.openxmlformats.org/officeDocument/2006/relationships/customXml" Target="../ink/ink22.xml"/><Relationship Id="rId66" Type="http://schemas.openxmlformats.org/officeDocument/2006/relationships/image" Target="../media/image35.png"/><Relationship Id="rId87" Type="http://schemas.openxmlformats.org/officeDocument/2006/relationships/customXml" Target="../ink/ink43.xml"/><Relationship Id="rId110" Type="http://schemas.openxmlformats.org/officeDocument/2006/relationships/image" Target="../media/image57.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0.png"/><Relationship Id="rId157" Type="http://schemas.openxmlformats.org/officeDocument/2006/relationships/customXml" Target="../ink/ink78.xml"/><Relationship Id="rId178" Type="http://schemas.openxmlformats.org/officeDocument/2006/relationships/image" Target="../media/image91.png"/><Relationship Id="rId61" Type="http://schemas.openxmlformats.org/officeDocument/2006/relationships/customXml" Target="../ink/ink30.xml"/><Relationship Id="rId82" Type="http://schemas.openxmlformats.org/officeDocument/2006/relationships/image" Target="../media/image43.png"/><Relationship Id="rId152" Type="http://schemas.openxmlformats.org/officeDocument/2006/relationships/image" Target="../media/image78.png"/><Relationship Id="rId173" Type="http://schemas.openxmlformats.org/officeDocument/2006/relationships/customXml" Target="../ink/ink86.xml"/><Relationship Id="rId194" Type="http://schemas.openxmlformats.org/officeDocument/2006/relationships/image" Target="../media/image99.png"/><Relationship Id="rId19" Type="http://schemas.openxmlformats.org/officeDocument/2006/relationships/customXml" Target="../ink/ink9.xml"/><Relationship Id="rId14" Type="http://schemas.openxmlformats.org/officeDocument/2006/relationships/image" Target="../media/image9.png"/><Relationship Id="rId30" Type="http://schemas.openxmlformats.org/officeDocument/2006/relationships/image" Target="../media/image17.png"/><Relationship Id="rId35" Type="http://schemas.openxmlformats.org/officeDocument/2006/relationships/customXml" Target="../ink/ink17.xml"/><Relationship Id="rId56" Type="http://schemas.openxmlformats.org/officeDocument/2006/relationships/image" Target="../media/image30.png"/><Relationship Id="rId77" Type="http://schemas.openxmlformats.org/officeDocument/2006/relationships/customXml" Target="../ink/ink38.xml"/><Relationship Id="rId100" Type="http://schemas.openxmlformats.org/officeDocument/2006/relationships/image" Target="../media/image52.png"/><Relationship Id="rId105" Type="http://schemas.openxmlformats.org/officeDocument/2006/relationships/customXml" Target="../ink/ink52.xml"/><Relationship Id="rId126" Type="http://schemas.openxmlformats.org/officeDocument/2006/relationships/image" Target="../media/image65.png"/><Relationship Id="rId147" Type="http://schemas.openxmlformats.org/officeDocument/2006/relationships/customXml" Target="../ink/ink73.xml"/><Relationship Id="rId168" Type="http://schemas.openxmlformats.org/officeDocument/2006/relationships/image" Target="../media/image86.png"/><Relationship Id="rId8" Type="http://schemas.openxmlformats.org/officeDocument/2006/relationships/image" Target="../media/image6.png"/><Relationship Id="rId51" Type="http://schemas.openxmlformats.org/officeDocument/2006/relationships/customXml" Target="../ink/ink25.xml"/><Relationship Id="rId72" Type="http://schemas.openxmlformats.org/officeDocument/2006/relationships/image" Target="../media/image38.png"/><Relationship Id="rId93" Type="http://schemas.openxmlformats.org/officeDocument/2006/relationships/customXml" Target="../ink/ink46.xml"/><Relationship Id="rId98" Type="http://schemas.openxmlformats.org/officeDocument/2006/relationships/image" Target="../media/image51.png"/><Relationship Id="rId121" Type="http://schemas.openxmlformats.org/officeDocument/2006/relationships/customXml" Target="../ink/ink60.xml"/><Relationship Id="rId142" Type="http://schemas.openxmlformats.org/officeDocument/2006/relationships/image" Target="../media/image73.png"/><Relationship Id="rId163" Type="http://schemas.openxmlformats.org/officeDocument/2006/relationships/customXml" Target="../ink/ink81.xml"/><Relationship Id="rId184" Type="http://schemas.openxmlformats.org/officeDocument/2006/relationships/image" Target="../media/image94.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5.png"/><Relationship Id="rId67" Type="http://schemas.openxmlformats.org/officeDocument/2006/relationships/customXml" Target="../ink/ink33.xml"/><Relationship Id="rId116" Type="http://schemas.openxmlformats.org/officeDocument/2006/relationships/image" Target="../media/image60.png"/><Relationship Id="rId137" Type="http://schemas.openxmlformats.org/officeDocument/2006/relationships/customXml" Target="../ink/ink68.xml"/><Relationship Id="rId158" Type="http://schemas.openxmlformats.org/officeDocument/2006/relationships/image" Target="../media/image81.png"/><Relationship Id="rId20" Type="http://schemas.openxmlformats.org/officeDocument/2006/relationships/image" Target="../media/image12.png"/><Relationship Id="rId41" Type="http://schemas.openxmlformats.org/officeDocument/2006/relationships/customXml" Target="../ink/ink20.xml"/><Relationship Id="rId62" Type="http://schemas.openxmlformats.org/officeDocument/2006/relationships/image" Target="../media/image33.png"/><Relationship Id="rId83" Type="http://schemas.openxmlformats.org/officeDocument/2006/relationships/customXml" Target="../ink/ink41.xml"/><Relationship Id="rId88" Type="http://schemas.openxmlformats.org/officeDocument/2006/relationships/image" Target="../media/image46.png"/><Relationship Id="rId111" Type="http://schemas.openxmlformats.org/officeDocument/2006/relationships/customXml" Target="../ink/ink55.xml"/><Relationship Id="rId132" Type="http://schemas.openxmlformats.org/officeDocument/2006/relationships/image" Target="../media/image68.png"/><Relationship Id="rId153" Type="http://schemas.openxmlformats.org/officeDocument/2006/relationships/customXml" Target="../ink/ink76.xml"/><Relationship Id="rId174" Type="http://schemas.openxmlformats.org/officeDocument/2006/relationships/image" Target="../media/image89.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97.png"/><Relationship Id="rId15" Type="http://schemas.openxmlformats.org/officeDocument/2006/relationships/customXml" Target="../ink/ink7.xml"/><Relationship Id="rId36" Type="http://schemas.openxmlformats.org/officeDocument/2006/relationships/image" Target="../media/image20.png"/><Relationship Id="rId57" Type="http://schemas.openxmlformats.org/officeDocument/2006/relationships/customXml" Target="../ink/ink28.xml"/><Relationship Id="rId106" Type="http://schemas.openxmlformats.org/officeDocument/2006/relationships/image" Target="../media/image55.png"/><Relationship Id="rId127" Type="http://schemas.openxmlformats.org/officeDocument/2006/relationships/customXml" Target="../ink/ink63.xml"/><Relationship Id="rId10" Type="http://schemas.openxmlformats.org/officeDocument/2006/relationships/image" Target="../media/image7.png"/><Relationship Id="rId31" Type="http://schemas.openxmlformats.org/officeDocument/2006/relationships/customXml" Target="../ink/ink15.xml"/><Relationship Id="rId52" Type="http://schemas.openxmlformats.org/officeDocument/2006/relationships/image" Target="../media/image28.png"/><Relationship Id="rId73" Type="http://schemas.openxmlformats.org/officeDocument/2006/relationships/customXml" Target="../ink/ink36.xml"/><Relationship Id="rId78" Type="http://schemas.openxmlformats.org/officeDocument/2006/relationships/image" Target="../media/image41.png"/><Relationship Id="rId94" Type="http://schemas.openxmlformats.org/officeDocument/2006/relationships/image" Target="../media/image49.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3.png"/><Relationship Id="rId143" Type="http://schemas.openxmlformats.org/officeDocument/2006/relationships/customXml" Target="../ink/ink71.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4.png"/><Relationship Id="rId9" Type="http://schemas.openxmlformats.org/officeDocument/2006/relationships/customXml" Target="../ink/ink4.xml"/><Relationship Id="rId180" Type="http://schemas.openxmlformats.org/officeDocument/2006/relationships/image" Target="../media/image92.png"/><Relationship Id="rId26" Type="http://schemas.openxmlformats.org/officeDocument/2006/relationships/image" Target="../media/image15.png"/><Relationship Id="rId47" Type="http://schemas.openxmlformats.org/officeDocument/2006/relationships/customXml" Target="../ink/ink23.xml"/><Relationship Id="rId68" Type="http://schemas.openxmlformats.org/officeDocument/2006/relationships/image" Target="../media/image36.png"/><Relationship Id="rId89" Type="http://schemas.openxmlformats.org/officeDocument/2006/relationships/customXml" Target="../ink/ink44.xml"/><Relationship Id="rId112" Type="http://schemas.openxmlformats.org/officeDocument/2006/relationships/image" Target="../media/image58.png"/><Relationship Id="rId133" Type="http://schemas.openxmlformats.org/officeDocument/2006/relationships/customXml" Target="../ink/ink66.xml"/><Relationship Id="rId154" Type="http://schemas.openxmlformats.org/officeDocument/2006/relationships/image" Target="../media/image79.png"/><Relationship Id="rId175" Type="http://schemas.openxmlformats.org/officeDocument/2006/relationships/customXml" Target="../ink/ink87.xml"/><Relationship Id="rId196" Type="http://schemas.openxmlformats.org/officeDocument/2006/relationships/image" Target="../media/image100.png"/><Relationship Id="rId16" Type="http://schemas.openxmlformats.org/officeDocument/2006/relationships/image" Target="../media/image10.png"/><Relationship Id="rId37" Type="http://schemas.openxmlformats.org/officeDocument/2006/relationships/customXml" Target="../ink/ink18.xml"/><Relationship Id="rId58" Type="http://schemas.openxmlformats.org/officeDocument/2006/relationships/image" Target="../media/image31.png"/><Relationship Id="rId79" Type="http://schemas.openxmlformats.org/officeDocument/2006/relationships/customXml" Target="../ink/ink39.xml"/><Relationship Id="rId102" Type="http://schemas.openxmlformats.org/officeDocument/2006/relationships/image" Target="../media/image53.png"/><Relationship Id="rId123" Type="http://schemas.openxmlformats.org/officeDocument/2006/relationships/customXml" Target="../ink/ink61.xml"/><Relationship Id="rId144" Type="http://schemas.openxmlformats.org/officeDocument/2006/relationships/image" Target="../media/image74.png"/><Relationship Id="rId90" Type="http://schemas.openxmlformats.org/officeDocument/2006/relationships/image" Target="../media/image47.png"/><Relationship Id="rId165" Type="http://schemas.openxmlformats.org/officeDocument/2006/relationships/customXml" Target="../ink/ink82.xml"/><Relationship Id="rId186" Type="http://schemas.openxmlformats.org/officeDocument/2006/relationships/image" Target="../media/image95.png"/><Relationship Id="rId27" Type="http://schemas.openxmlformats.org/officeDocument/2006/relationships/customXml" Target="../ink/ink13.xml"/><Relationship Id="rId48" Type="http://schemas.openxmlformats.org/officeDocument/2006/relationships/image" Target="../media/image26.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69.png"/><Relationship Id="rId80" Type="http://schemas.openxmlformats.org/officeDocument/2006/relationships/image" Target="../media/image42.png"/><Relationship Id="rId155" Type="http://schemas.openxmlformats.org/officeDocument/2006/relationships/customXml" Target="../ink/ink77.xml"/><Relationship Id="rId176" Type="http://schemas.openxmlformats.org/officeDocument/2006/relationships/image" Target="../media/image90.png"/><Relationship Id="rId17" Type="http://schemas.openxmlformats.org/officeDocument/2006/relationships/customXml" Target="../ink/ink8.xml"/><Relationship Id="rId38" Type="http://schemas.openxmlformats.org/officeDocument/2006/relationships/image" Target="../media/image21.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4.png"/><Relationship Id="rId70" Type="http://schemas.openxmlformats.org/officeDocument/2006/relationships/image" Target="../media/image37.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5.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16.png"/><Relationship Id="rId49" Type="http://schemas.openxmlformats.org/officeDocument/2006/relationships/customXml" Target="../ink/ink24.xml"/><Relationship Id="rId114" Type="http://schemas.openxmlformats.org/officeDocument/2006/relationships/image" Target="../media/image59.png"/><Relationship Id="rId60" Type="http://schemas.openxmlformats.org/officeDocument/2006/relationships/image" Target="../media/image32.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0.png"/><Relationship Id="rId177" Type="http://schemas.openxmlformats.org/officeDocument/2006/relationships/customXml" Target="../ink/ink88.xml"/><Relationship Id="rId18" Type="http://schemas.openxmlformats.org/officeDocument/2006/relationships/image" Target="../media/image11.png"/><Relationship Id="rId39" Type="http://schemas.openxmlformats.org/officeDocument/2006/relationships/customXml" Target="../ink/ink19.xml"/></Relationships>
</file>

<file path=ppt/slides/_rels/slide9.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customXml" Target="../ink/ink103.xml"/><Relationship Id="rId18" Type="http://schemas.openxmlformats.org/officeDocument/2006/relationships/image" Target="../media/image109.png"/><Relationship Id="rId26" Type="http://schemas.openxmlformats.org/officeDocument/2006/relationships/image" Target="../media/image113.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06.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1.png"/><Relationship Id="rId16" Type="http://schemas.openxmlformats.org/officeDocument/2006/relationships/image" Target="../media/image108.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03.png"/><Relationship Id="rId11" Type="http://schemas.openxmlformats.org/officeDocument/2006/relationships/customXml" Target="../ink/ink102.xml"/><Relationship Id="rId24" Type="http://schemas.openxmlformats.org/officeDocument/2006/relationships/image" Target="../media/image112.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5.png"/><Relationship Id="rId19" Type="http://schemas.openxmlformats.org/officeDocument/2006/relationships/customXml" Target="../ink/ink106.xml"/><Relationship Id="rId4" Type="http://schemas.openxmlformats.org/officeDocument/2006/relationships/image" Target="../media/image102.png"/><Relationship Id="rId9" Type="http://schemas.openxmlformats.org/officeDocument/2006/relationships/customXml" Target="../ink/ink101.xml"/><Relationship Id="rId14" Type="http://schemas.openxmlformats.org/officeDocument/2006/relationships/image" Target="../media/image107.png"/><Relationship Id="rId22" Type="http://schemas.openxmlformats.org/officeDocument/2006/relationships/image" Target="../media/image111.png"/></Relationships>
</file>

<file path=ppt/slides/_rels/slide10.xml.rels><?xml version="1.0" encoding="UTF-8" standalone="yes"?>
<Relationships xmlns="http://schemas.openxmlformats.org/package/2006/relationships"><Relationship Id="rId8" Type="http://schemas.openxmlformats.org/officeDocument/2006/relationships/customXml" Target="../ink/ink113.xml"/><Relationship Id="rId13" Type="http://schemas.openxmlformats.org/officeDocument/2006/relationships/image" Target="../media/image118.png"/><Relationship Id="rId3" Type="http://schemas.openxmlformats.org/officeDocument/2006/relationships/image" Target="../media/image57.png"/><Relationship Id="rId7" Type="http://schemas.openxmlformats.org/officeDocument/2006/relationships/image" Target="../media/image115.png"/><Relationship Id="rId12" Type="http://schemas.openxmlformats.org/officeDocument/2006/relationships/customXml" Target="../ink/ink115.xml"/><Relationship Id="rId2" Type="http://schemas.openxmlformats.org/officeDocument/2006/relationships/customXml" Target="../ink/ink110.xml"/><Relationship Id="rId1" Type="http://schemas.openxmlformats.org/officeDocument/2006/relationships/slideLayout" Target="../slideLayouts/slideLayout2.xml"/><Relationship Id="rId6" Type="http://schemas.openxmlformats.org/officeDocument/2006/relationships/image" Target="../media/image114.png"/><Relationship Id="rId11" Type="http://schemas.openxmlformats.org/officeDocument/2006/relationships/image" Target="../media/image117.png"/><Relationship Id="rId5" Type="http://schemas.openxmlformats.org/officeDocument/2006/relationships/customXml" Target="../ink/ink112.xml"/><Relationship Id="rId15" Type="http://schemas.openxmlformats.org/officeDocument/2006/relationships/image" Target="../media/image119.png"/><Relationship Id="rId10" Type="http://schemas.openxmlformats.org/officeDocument/2006/relationships/customXml" Target="../ink/ink114.xml"/><Relationship Id="rId4" Type="http://schemas.openxmlformats.org/officeDocument/2006/relationships/customXml" Target="../ink/ink111.xml"/><Relationship Id="rId9" Type="http://schemas.openxmlformats.org/officeDocument/2006/relationships/image" Target="../media/image116.png"/><Relationship Id="rId14" Type="http://schemas.openxmlformats.org/officeDocument/2006/relationships/customXml" Target="../ink/ink116.xml"/></Relationships>
</file>

<file path=ppt/slides/_rels/slide11.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25.png"/><Relationship Id="rId13" Type="http://schemas.openxmlformats.org/officeDocument/2006/relationships/customXml" Target="../ink/ink122.xml"/><Relationship Id="rId3" Type="http://schemas.openxmlformats.org/officeDocument/2006/relationships/customXml" Target="../ink/ink117.xml"/><Relationship Id="rId7" Type="http://schemas.openxmlformats.org/officeDocument/2006/relationships/customXml" Target="../ink/ink119.xml"/><Relationship Id="rId12" Type="http://schemas.openxmlformats.org/officeDocument/2006/relationships/image" Target="../media/image127.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customXml" Target="../ink/ink121.xml"/><Relationship Id="rId5" Type="http://schemas.openxmlformats.org/officeDocument/2006/relationships/customXml" Target="../ink/ink118.xml"/><Relationship Id="rId10" Type="http://schemas.openxmlformats.org/officeDocument/2006/relationships/image" Target="../media/image126.png"/><Relationship Id="rId4" Type="http://schemas.openxmlformats.org/officeDocument/2006/relationships/image" Target="../media/image123.png"/><Relationship Id="rId9" Type="http://schemas.openxmlformats.org/officeDocument/2006/relationships/customXml" Target="../ink/ink120.xml"/><Relationship Id="rId14" Type="http://schemas.openxmlformats.org/officeDocument/2006/relationships/image" Target="../media/image128.png"/></Relationships>
</file>

<file path=ppt/slides/_rels/slide1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1" name="Rectangle 320">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94" name="Freeform: Shape 293">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3" name="Group 32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297" name="Freeform: Shape 296">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4" name="Freeform: Shape 323">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99" name="Freeform: Shape 298">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5" name="Freeform: Shape 324">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1" name="Freeform: Shape 300">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6" name="Freeform: Shape 325">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3" name="Freeform: Shape 302">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grpSp>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a:xfrm>
            <a:off x="3502731" y="1542402"/>
            <a:ext cx="5186842" cy="2387918"/>
          </a:xfrm>
        </p:spPr>
        <p:txBody>
          <a:bodyPr anchor="b">
            <a:normAutofit/>
          </a:bodyPr>
          <a:lstStyle/>
          <a:p>
            <a:r>
              <a:rPr lang="en-AU" sz="5200">
                <a:solidFill>
                  <a:schemeClr val="tx2"/>
                </a:solidFill>
              </a:rPr>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a:xfrm>
            <a:off x="3502135" y="4001587"/>
            <a:ext cx="5188034" cy="682079"/>
          </a:xfrm>
        </p:spPr>
        <p:txBody>
          <a:bodyPr anchor="t">
            <a:normAutofit/>
          </a:bodyPr>
          <a:lstStyle/>
          <a:p>
            <a:r>
              <a:rPr lang="en-AU">
                <a:solidFill>
                  <a:schemeClr val="tx2"/>
                </a:solidFill>
              </a:rPr>
              <a:t>Zef, Taliah, and Oscar</a:t>
            </a:r>
          </a:p>
        </p:txBody>
      </p:sp>
      <p:grpSp>
        <p:nvGrpSpPr>
          <p:cNvPr id="305" name="Group 304">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27" name="Freeform: Shape 326">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Freeform: Shape 306">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 name="Freeform: Shape 307">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09" name="Freeform: Shape 308">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1" name="Group 310">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12" name="Freeform: Shape 311">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Freeform: Shape 327">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Freeform: Shape 313">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9" name="Freeform: Shape 328">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524000" y="1293338"/>
            <a:ext cx="9144000" cy="3274592"/>
          </a:xfrm>
        </p:spPr>
        <p:txBody>
          <a:bodyPr anchor="ctr">
            <a:normAutofit/>
          </a:bodyPr>
          <a:lstStyle/>
          <a:p>
            <a:r>
              <a:rPr lang="en-US" sz="7200"/>
              <a:t>Analysis stage</a:t>
            </a:r>
          </a:p>
        </p:txBody>
      </p:sp>
      <p:cxnSp>
        <p:nvCxnSpPr>
          <p:cNvPr id="49" name="Straight Connector 48">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1627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1043631" y="809898"/>
            <a:ext cx="9942716" cy="1554480"/>
          </a:xfrm>
        </p:spPr>
        <p:txBody>
          <a:bodyPr anchor="ctr">
            <a:normAutofit/>
          </a:bodyPr>
          <a:lstStyle/>
          <a:p>
            <a:r>
              <a:rPr lang="en-US" sz="4800"/>
              <a:t>Empathy map</a:t>
            </a:r>
            <a:endParaRPr 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9" name="Content Placeholder 58">
            <a:extLst>
              <a:ext uri="{FF2B5EF4-FFF2-40B4-BE49-F238E27FC236}">
                <a16:creationId xmlns:a16="http://schemas.microsoft.com/office/drawing/2014/main" id="{C04AA241-D4D8-4ED3-7A44-1CA89225DA6F}"/>
              </a:ext>
            </a:extLst>
          </p:cNvPr>
          <p:cNvGraphicFramePr>
            <a:graphicFrameLocks noGrp="1"/>
          </p:cNvGraphicFramePr>
          <p:nvPr>
            <p:ph idx="1"/>
            <p:extLst>
              <p:ext uri="{D42A27DB-BD31-4B8C-83A1-F6EECF244321}">
                <p14:modId xmlns:p14="http://schemas.microsoft.com/office/powerpoint/2010/main" val="2773700345"/>
              </p:ext>
            </p:extLst>
          </p:nvPr>
        </p:nvGraphicFramePr>
        <p:xfrm>
          <a:off x="848590" y="2580409"/>
          <a:ext cx="10494730" cy="1702264"/>
        </p:xfrm>
        <a:graphic>
          <a:graphicData uri="http://schemas.openxmlformats.org/drawingml/2006/table">
            <a:tbl>
              <a:tblPr bandRow="1">
                <a:tableStyleId>{5C22544A-7EE6-4342-B048-85BDC9FD1C3A}</a:tableStyleId>
              </a:tblPr>
              <a:tblGrid>
                <a:gridCol w="5247365">
                  <a:extLst>
                    <a:ext uri="{9D8B030D-6E8A-4147-A177-3AD203B41FA5}">
                      <a16:colId xmlns:a16="http://schemas.microsoft.com/office/drawing/2014/main" val="3307508896"/>
                    </a:ext>
                  </a:extLst>
                </a:gridCol>
                <a:gridCol w="5247365">
                  <a:extLst>
                    <a:ext uri="{9D8B030D-6E8A-4147-A177-3AD203B41FA5}">
                      <a16:colId xmlns:a16="http://schemas.microsoft.com/office/drawing/2014/main" val="2832495967"/>
                    </a:ext>
                  </a:extLst>
                </a:gridCol>
              </a:tblGrid>
              <a:tr h="243228">
                <a:tc>
                  <a:txBody>
                    <a:bodyPr/>
                    <a:lstStyle/>
                    <a:p>
                      <a:pPr marL="0" marR="0" indent="0" algn="l" rtl="0" fontAlgn="base">
                        <a:buNone/>
                      </a:pPr>
                      <a:r>
                        <a:rPr lang="en-AU" sz="1400" b="1" i="0">
                          <a:solidFill>
                            <a:srgbClr val="000000"/>
                          </a:solidFill>
                          <a:effectLst/>
                          <a:latin typeface="Aptos"/>
                        </a:rPr>
                        <a:t>SAYS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THINKS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5098070"/>
                  </a:ext>
                </a:extLst>
              </a:tr>
              <a:tr h="243228">
                <a:tc>
                  <a:txBody>
                    <a:bodyPr/>
                    <a:lstStyle/>
                    <a:p>
                      <a:pPr marL="0" marR="0" indent="0" algn="l" rtl="0" fontAlgn="base">
                        <a:buNone/>
                      </a:pPr>
                      <a:r>
                        <a:rPr lang="en-AU" sz="1400" b="0" i="0">
                          <a:solidFill>
                            <a:srgbClr val="000000"/>
                          </a:solidFill>
                          <a:effectLst/>
                          <a:latin typeface="Aptos"/>
                        </a:rPr>
                        <a:t>"Is this tap water actually safe?"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don't want to ruin my trip by getting sick."</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25176399"/>
                  </a:ext>
                </a:extLst>
              </a:tr>
              <a:tr h="425651">
                <a:tc>
                  <a:txBody>
                    <a:bodyPr/>
                    <a:lstStyle/>
                    <a:p>
                      <a:pPr marL="0" marR="0" indent="0" algn="l" rtl="0" fontAlgn="base">
                        <a:buNone/>
                      </a:pPr>
                      <a:r>
                        <a:rPr lang="en-AU" sz="1400" b="0" i="0">
                          <a:solidFill>
                            <a:srgbClr val="000000"/>
                          </a:solidFill>
                          <a:effectLst/>
                          <a:latin typeface="Aptos"/>
                        </a:rPr>
                        <a:t>"Should I buy bottled water instead?"</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wish there was an easy way to know if this water is clean."</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8727269"/>
                  </a:ext>
                </a:extLst>
              </a:tr>
              <a:tr h="243228">
                <a:tc>
                  <a:txBody>
                    <a:bodyPr/>
                    <a:lstStyle/>
                    <a:p>
                      <a:pPr marL="0" marR="0" indent="0" algn="l" rtl="0" fontAlgn="base">
                        <a:buNone/>
                      </a:pPr>
                      <a:r>
                        <a:rPr lang="en-AU" sz="1400" b="0" i="0">
                          <a:solidFill>
                            <a:srgbClr val="000000"/>
                          </a:solidFill>
                          <a:effectLst/>
                          <a:latin typeface="Aptos"/>
                        </a:rPr>
                        <a:t>"The locals drink it, but can I?"</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"Can I trust what people are telling me?"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8615523"/>
                  </a:ext>
                </a:extLst>
              </a:tr>
              <a:tr h="425651">
                <a:tc>
                  <a:txBody>
                    <a:bodyPr/>
                    <a:lstStyle/>
                    <a:p>
                      <a:pPr marL="0" marR="0" indent="0" algn="l" rtl="0" fontAlgn="base">
                        <a:buNone/>
                      </a:pPr>
                      <a:r>
                        <a:rPr lang="en-AU" sz="1400" b="0" i="0">
                          <a:solidFill>
                            <a:srgbClr val="000000"/>
                          </a:solidFill>
                          <a:effectLst/>
                          <a:latin typeface="Aptos"/>
                        </a:rPr>
                        <a:t>"I don't want to waste money on bottled water if I don't have to."</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"What if the water looks clean but still has harmful bacteria?"</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57275389"/>
                  </a:ext>
                </a:extLst>
              </a:tr>
            </a:tbl>
          </a:graphicData>
        </a:graphic>
      </p:graphicFrame>
      <p:graphicFrame>
        <p:nvGraphicFramePr>
          <p:cNvPr id="61" name="Table 60">
            <a:extLst>
              <a:ext uri="{FF2B5EF4-FFF2-40B4-BE49-F238E27FC236}">
                <a16:creationId xmlns:a16="http://schemas.microsoft.com/office/drawing/2014/main" id="{A43B6AB0-3DA1-1C0B-3C5F-DBA82F8DBD83}"/>
              </a:ext>
            </a:extLst>
          </p:cNvPr>
          <p:cNvGraphicFramePr>
            <a:graphicFrameLocks noGrp="1"/>
          </p:cNvGraphicFramePr>
          <p:nvPr>
            <p:extLst>
              <p:ext uri="{D42A27DB-BD31-4B8C-83A1-F6EECF244321}">
                <p14:modId xmlns:p14="http://schemas.microsoft.com/office/powerpoint/2010/main" val="974319584"/>
              </p:ext>
            </p:extLst>
          </p:nvPr>
        </p:nvGraphicFramePr>
        <p:xfrm>
          <a:off x="838200" y="4501797"/>
          <a:ext cx="10515600" cy="1937291"/>
        </p:xfrm>
        <a:graphic>
          <a:graphicData uri="http://schemas.openxmlformats.org/drawingml/2006/table">
            <a:tbl>
              <a:tblPr bandRow="1">
                <a:tableStyleId>{5C22544A-7EE6-4342-B048-85BDC9FD1C3A}</a:tableStyleId>
              </a:tblPr>
              <a:tblGrid>
                <a:gridCol w="5257800">
                  <a:extLst>
                    <a:ext uri="{9D8B030D-6E8A-4147-A177-3AD203B41FA5}">
                      <a16:colId xmlns:a16="http://schemas.microsoft.com/office/drawing/2014/main" val="715813763"/>
                    </a:ext>
                  </a:extLst>
                </a:gridCol>
                <a:gridCol w="5257800">
                  <a:extLst>
                    <a:ext uri="{9D8B030D-6E8A-4147-A177-3AD203B41FA5}">
                      <a16:colId xmlns:a16="http://schemas.microsoft.com/office/drawing/2014/main" val="441424277"/>
                    </a:ext>
                  </a:extLst>
                </a:gridCol>
              </a:tblGrid>
              <a:tr h="325507">
                <a:tc>
                  <a:txBody>
                    <a:bodyPr/>
                    <a:lstStyle/>
                    <a:p>
                      <a:pPr marL="0" marR="0" indent="0" algn="l" rtl="0" fontAlgn="base">
                        <a:buNone/>
                      </a:pPr>
                      <a:r>
                        <a:rPr lang="en-AU" sz="1400" b="1" i="0">
                          <a:solidFill>
                            <a:srgbClr val="000000"/>
                          </a:solidFill>
                          <a:effectLst/>
                          <a:latin typeface="Aptos"/>
                        </a:rPr>
                        <a:t>DOES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FEELS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02277166"/>
                  </a:ext>
                </a:extLst>
              </a:tr>
              <a:tr h="325507">
                <a:tc>
                  <a:txBody>
                    <a:bodyPr/>
                    <a:lstStyle/>
                    <a:p>
                      <a:pPr marL="0" marR="0" indent="0" algn="l" rtl="0" fontAlgn="base">
                        <a:buNone/>
                      </a:pPr>
                      <a:r>
                        <a:rPr lang="en-AU" sz="1400" b="0" i="0">
                          <a:solidFill>
                            <a:srgbClr val="000000"/>
                          </a:solidFill>
                          <a:effectLst/>
                          <a:latin typeface="Aptos"/>
                        </a:rPr>
                        <a:t>Buys bottled water whenever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Anxious about drinking unfamiliar water.</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71608796"/>
                  </a:ext>
                </a:extLst>
              </a:tr>
              <a:tr h="325507">
                <a:tc>
                  <a:txBody>
                    <a:bodyPr/>
                    <a:lstStyle/>
                    <a:p>
                      <a:pPr marL="0" marR="0" indent="0" algn="l" rtl="0" fontAlgn="base">
                        <a:buNone/>
                      </a:pPr>
                      <a:r>
                        <a:rPr lang="en-AU" sz="1400" b="0" i="0">
                          <a:solidFill>
                            <a:srgbClr val="000000"/>
                          </a:solidFill>
                          <a:effectLst/>
                          <a:latin typeface="Aptos"/>
                        </a:rPr>
                        <a:t>Asks locals or hotel staff if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Uncertain because there is no clear evidence.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59026087"/>
                  </a:ext>
                </a:extLst>
              </a:tr>
              <a:tr h="325507">
                <a:tc>
                  <a:txBody>
                    <a:bodyPr/>
                    <a:lstStyle/>
                    <a:p>
                      <a:pPr marL="0" marR="0" indent="0" algn="l" rtl="0" fontAlgn="base">
                        <a:buNone/>
                      </a:pPr>
                      <a:r>
                        <a:rPr lang="en-AU" sz="1400" b="0" i="0">
                          <a:solidFill>
                            <a:srgbClr val="000000"/>
                          </a:solidFill>
                          <a:effectLst/>
                          <a:latin typeface="Aptos"/>
                        </a:rPr>
                        <a:t>Boils water before drinking when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Frustrated by conflicting advice.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50254733"/>
                  </a:ext>
                </a:extLst>
              </a:tr>
              <a:tr h="325507">
                <a:tc>
                  <a:txBody>
                    <a:bodyPr/>
                    <a:lstStyle/>
                    <a:p>
                      <a:pPr marL="0" marR="0" indent="0" algn="l" rtl="0" fontAlgn="base">
                        <a:buNone/>
                      </a:pPr>
                      <a:r>
                        <a:rPr lang="en-AU" sz="1400" b="0" i="0">
                          <a:solidFill>
                            <a:srgbClr val="000000"/>
                          </a:solidFill>
                          <a:effectLst/>
                          <a:latin typeface="Aptos"/>
                        </a:rPr>
                        <a:t>Avoids drinking as much water as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Relieved when they know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9127730"/>
                  </a:ext>
                </a:extLst>
              </a:tr>
              <a:tr h="309756">
                <a:tc>
                  <a:txBody>
                    <a:bodyPr/>
                    <a:lstStyle/>
                    <a:p>
                      <a:pPr marL="0" marR="0" indent="0" algn="l" rtl="0" fontAlgn="base">
                        <a:buNone/>
                      </a:pPr>
                      <a:r>
                        <a:rPr lang="en-AU" sz="1400" b="0" i="0">
                          <a:solidFill>
                            <a:srgbClr val="000000"/>
                          </a:solidFill>
                          <a:effectLst/>
                          <a:latin typeface="Aptos"/>
                        </a:rPr>
                        <a:t>Avoids drinking tap water in unfamiliar places.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Worried about food poisoning or stomach illnesses.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36095359"/>
                  </a:ext>
                </a:extLst>
              </a:tr>
            </a:tbl>
          </a:graphicData>
        </a:graphic>
      </p:graphicFrame>
    </p:spTree>
    <p:extLst>
      <p:ext uri="{BB962C8B-B14F-4D97-AF65-F5344CB8AC3E}">
        <p14:creationId xmlns:p14="http://schemas.microsoft.com/office/powerpoint/2010/main" val="3022893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289303" y="1119116"/>
            <a:ext cx="9419723" cy="2213635"/>
          </a:xfrm>
          <a:prstGeom prst="rect">
            <a:avLst/>
          </a:prstGeom>
        </p:spPr>
      </p:pic>
      <p:sp>
        <p:nvSpPr>
          <p:cNvPr id="82" name="Right Triangle 8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8000" b="0" i="0" kern="1200">
                <a:solidFill>
                  <a:schemeClr val="tx1"/>
                </a:solidFill>
                <a:latin typeface="+mj-lt"/>
                <a:ea typeface="+mj-ea"/>
                <a:cs typeface="+mj-cs"/>
              </a:rPr>
              <a:t>Ideate</a:t>
            </a:r>
          </a:p>
        </p:txBody>
      </p:sp>
    </p:spTree>
    <p:extLst>
      <p:ext uri="{BB962C8B-B14F-4D97-AF65-F5344CB8AC3E}">
        <p14:creationId xmlns:p14="http://schemas.microsoft.com/office/powerpoint/2010/main" val="289735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9214ED-179A-0B65-50E5-204EF28F27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C1CC761-0608-0088-EDB1-3591810F82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C5DCDA4-8137-72F0-C48F-0B99171FA71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9E844A47-622E-3571-BF3E-E77AF497F4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4C60AC4-1235-EB7C-C499-37C2E21DF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6ECEDF1-A563-2E5B-5F94-3D22F801B9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9CE562D-2ECB-8BB7-ACB8-2D3C066B04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B5C6FE-A736-5FCE-CD39-0C1663242E4A}"/>
              </a:ext>
            </a:extLst>
          </p:cNvPr>
          <p:cNvSpPr>
            <a:spLocks noGrp="1"/>
          </p:cNvSpPr>
          <p:nvPr>
            <p:ph type="title"/>
          </p:nvPr>
        </p:nvSpPr>
        <p:spPr>
          <a:xfrm>
            <a:off x="1043631" y="809898"/>
            <a:ext cx="9942716" cy="1554480"/>
          </a:xfrm>
        </p:spPr>
        <p:txBody>
          <a:bodyPr anchor="ctr">
            <a:normAutofit/>
          </a:bodyPr>
          <a:lstStyle/>
          <a:p>
            <a:r>
              <a:rPr lang="en-US" sz="4800"/>
              <a:t>Filter </a:t>
            </a:r>
          </a:p>
        </p:txBody>
      </p:sp>
      <p:sp>
        <p:nvSpPr>
          <p:cNvPr id="7" name="Content Placeholder 2">
            <a:extLst>
              <a:ext uri="{FF2B5EF4-FFF2-40B4-BE49-F238E27FC236}">
                <a16:creationId xmlns:a16="http://schemas.microsoft.com/office/drawing/2014/main" id="{6AC99089-EC87-66ED-706B-80DF1158A821}"/>
              </a:ext>
            </a:extLst>
          </p:cNvPr>
          <p:cNvSpPr>
            <a:spLocks noGrp="1"/>
          </p:cNvSpPr>
          <p:nvPr>
            <p:ph idx="1"/>
          </p:nvPr>
        </p:nvSpPr>
        <p:spPr>
          <a:xfrm>
            <a:off x="1045028" y="3017522"/>
            <a:ext cx="9941319" cy="3124658"/>
          </a:xfrm>
        </p:spPr>
        <p:txBody>
          <a:bodyPr anchor="ctr">
            <a:normAutofit/>
          </a:bodyPr>
          <a:lstStyle/>
          <a:p>
            <a:r>
              <a:rPr lang="en-US" sz="1300" b="1"/>
              <a:t>Our choices </a:t>
            </a:r>
          </a:p>
          <a:p>
            <a:r>
              <a:rPr lang="en-US" sz="1300" b="1"/>
              <a:t>Creating a device that detects the cleanliness of bodies of water </a:t>
            </a:r>
          </a:p>
          <a:p>
            <a:pPr>
              <a:buFontTx/>
              <a:buChar char="-"/>
            </a:pPr>
            <a:r>
              <a:rPr lang="en-AU" sz="1300"/>
              <a:t>It directly addresses the concerns people have about water  safety.</a:t>
            </a:r>
          </a:p>
          <a:p>
            <a:pPr>
              <a:buFontTx/>
              <a:buChar char="-"/>
            </a:pPr>
            <a:r>
              <a:rPr lang="en-AU" sz="1300"/>
              <a:t>It helps reduce the risk of drinking contaminated water.</a:t>
            </a:r>
          </a:p>
          <a:p>
            <a:pPr>
              <a:buFontTx/>
              <a:buChar char="-"/>
            </a:pPr>
            <a:r>
              <a:rPr lang="en-AU" sz="1300"/>
              <a:t>The device can detect contamination that cannot be seen with the naked eye.</a:t>
            </a:r>
            <a:endParaRPr lang="en-US" sz="1300"/>
          </a:p>
          <a:p>
            <a:r>
              <a:rPr lang="en-US" sz="1300" b="1"/>
              <a:t>Creating a portable </a:t>
            </a:r>
            <a:r>
              <a:rPr lang="en-AU" sz="1300" b="1"/>
              <a:t>submersible water quality surveyance probe.</a:t>
            </a:r>
          </a:p>
          <a:p>
            <a:pPr>
              <a:buFontTx/>
              <a:buChar char="-"/>
            </a:pPr>
            <a:r>
              <a:rPr lang="en-AU" sz="1300"/>
              <a:t>It allows people to test water quickly and accurately wherever they are.</a:t>
            </a:r>
          </a:p>
          <a:p>
            <a:pPr>
              <a:buFontTx/>
              <a:buChar char="-"/>
            </a:pPr>
            <a:r>
              <a:rPr lang="en-AU" sz="1300"/>
              <a:t>Because it is portable, it is ideal for travellers, campers, hikers, emergency workers, and people living in areas where water quality is uncertain.</a:t>
            </a:r>
          </a:p>
          <a:p>
            <a:pPr>
              <a:buFontTx/>
              <a:buChar char="-"/>
            </a:pPr>
            <a:r>
              <a:rPr lang="en-AU" sz="1300"/>
              <a:t>Overall, the probe improves health and safety, provides reliable information, and helps people make informed decisions about the water they use.</a:t>
            </a:r>
          </a:p>
          <a:p>
            <a:pPr marL="0" indent="0">
              <a:buNone/>
            </a:pPr>
            <a:endParaRPr lang="en-US" sz="1300"/>
          </a:p>
        </p:txBody>
      </p:sp>
      <p:cxnSp>
        <p:nvCxnSpPr>
          <p:cNvPr id="17" name="Straight Connector 16">
            <a:extLst>
              <a:ext uri="{FF2B5EF4-FFF2-40B4-BE49-F238E27FC236}">
                <a16:creationId xmlns:a16="http://schemas.microsoft.com/office/drawing/2014/main" id="{58A58955-D980-431A-6EA6-B864B8A6BC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60885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a:p>
            <a:pPr algn="ctr"/>
            <a:endParaRPr lang="en-US"/>
          </a:p>
        </p:txBody>
      </p:sp>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b="0" i="0" kern="1200">
                <a:solidFill>
                  <a:schemeClr val="tx1"/>
                </a:solidFill>
                <a:latin typeface="+mj-lt"/>
                <a:ea typeface="+mj-ea"/>
                <a:cs typeface="+mj-cs"/>
              </a:rPr>
              <a:t>Final decision </a:t>
            </a:r>
          </a:p>
        </p:txBody>
      </p:sp>
      <p:sp>
        <p:nvSpPr>
          <p:cNvPr id="15" name="Rectangle 1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5BE8265-4C5F-67BB-6A15-D068CDB22A3C}"/>
              </a:ext>
            </a:extLst>
          </p:cNvPr>
          <p:cNvSpPr txBox="1"/>
          <p:nvPr/>
        </p:nvSpPr>
        <p:spPr>
          <a:xfrm>
            <a:off x="486721" y="2111008"/>
            <a:ext cx="4282984" cy="3511943"/>
          </a:xfrm>
          <a:prstGeom prst="rect">
            <a:avLst/>
          </a:prstGeom>
        </p:spPr>
        <p:txBody>
          <a:bodyPr vert="horz" lIns="91440" tIns="45720" rIns="91440" bIns="45720" rtlCol="0" anchor="ctr">
            <a:noAutofit/>
          </a:bodyPr>
          <a:lstStyle/>
          <a:p>
            <a:pPr indent="-228600">
              <a:lnSpc>
                <a:spcPct val="90000"/>
              </a:lnSpc>
              <a:spcBef>
                <a:spcPts val="1000"/>
              </a:spcBef>
              <a:buClr>
                <a:schemeClr val="accent1"/>
              </a:buClr>
              <a:buSzPct val="80000"/>
              <a:buFont typeface="Arial" panose="020B0604020202020204" pitchFamily="34" charset="0"/>
              <a:buChar char="•"/>
            </a:pPr>
            <a:r>
              <a:rPr lang="en-US" sz="950"/>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indent="-228600">
              <a:lnSpc>
                <a:spcPct val="90000"/>
              </a:lnSpc>
              <a:spcBef>
                <a:spcPts val="1000"/>
              </a:spcBef>
              <a:buClr>
                <a:schemeClr val="accent1"/>
              </a:buClr>
              <a:buSzPct val="80000"/>
              <a:buFont typeface="Arial" panose="020B0604020202020204" pitchFamily="34" charset="0"/>
              <a:buChar char="•"/>
            </a:pPr>
            <a:r>
              <a:rPr lang="en-US" sz="950"/>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indent="-228600">
              <a:lnSpc>
                <a:spcPct val="90000"/>
              </a:lnSpc>
              <a:spcBef>
                <a:spcPts val="1000"/>
              </a:spcBef>
              <a:buClr>
                <a:schemeClr val="accent1"/>
              </a:buClr>
              <a:buSzPct val="80000"/>
              <a:buFont typeface="Arial" panose="020B0604020202020204" pitchFamily="34" charset="0"/>
              <a:buChar char="•"/>
            </a:pPr>
            <a:r>
              <a:rPr lang="en-US" sz="950" b="1"/>
              <a:t>Functional Requirements:</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Purity </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Temperature</a:t>
            </a:r>
          </a:p>
          <a:p>
            <a:pPr marL="171450" indent="-228600">
              <a:lnSpc>
                <a:spcPct val="90000"/>
              </a:lnSpc>
              <a:spcBef>
                <a:spcPts val="1000"/>
              </a:spcBef>
              <a:buClr>
                <a:schemeClr val="accent1"/>
              </a:buClr>
              <a:buSzPct val="80000"/>
              <a:buFont typeface="Arial" panose="020B0604020202020204" pitchFamily="34" charset="0"/>
              <a:buChar char="•"/>
            </a:pPr>
            <a:r>
              <a:rPr lang="en-US" sz="950"/>
              <a:t>Dashboard</a:t>
            </a:r>
          </a:p>
          <a:p>
            <a:pPr marL="171450" indent="-228600">
              <a:lnSpc>
                <a:spcPct val="90000"/>
              </a:lnSpc>
              <a:spcBef>
                <a:spcPts val="1000"/>
              </a:spcBef>
              <a:buClr>
                <a:schemeClr val="accent1"/>
              </a:buClr>
              <a:buSzPct val="80000"/>
              <a:buFont typeface="Arial" panose="020B0604020202020204" pitchFamily="34" charset="0"/>
              <a:buChar char="•"/>
            </a:pPr>
            <a:r>
              <a:rPr lang="en-US" sz="950"/>
              <a:t>Be able to function in remote communities</a:t>
            </a:r>
          </a:p>
          <a:p>
            <a:pPr marL="171450" indent="-228600">
              <a:lnSpc>
                <a:spcPct val="90000"/>
              </a:lnSpc>
              <a:spcBef>
                <a:spcPts val="1000"/>
              </a:spcBef>
              <a:buClr>
                <a:schemeClr val="accent1"/>
              </a:buClr>
              <a:buSzPct val="80000"/>
              <a:buFont typeface="Arial" panose="020B0604020202020204" pitchFamily="34" charset="0"/>
              <a:buChar char="•"/>
            </a:pPr>
            <a:r>
              <a:rPr lang="en-US" sz="950"/>
              <a:t>Waterproof</a:t>
            </a:r>
          </a:p>
          <a:p>
            <a:pPr marL="171450" indent="-228600">
              <a:lnSpc>
                <a:spcPct val="90000"/>
              </a:lnSpc>
              <a:spcBef>
                <a:spcPts val="1000"/>
              </a:spcBef>
              <a:buClr>
                <a:schemeClr val="accent1"/>
              </a:buClr>
              <a:buSzPct val="80000"/>
              <a:buFont typeface="Arial" panose="020B0604020202020204" pitchFamily="34" charset="0"/>
              <a:buChar char="•"/>
            </a:pPr>
            <a:r>
              <a:rPr lang="en-US" sz="950"/>
              <a:t>Must record all data to a SD card</a:t>
            </a:r>
          </a:p>
          <a:p>
            <a:pPr marL="171450" indent="-228600">
              <a:lnSpc>
                <a:spcPct val="90000"/>
              </a:lnSpc>
              <a:spcBef>
                <a:spcPts val="1000"/>
              </a:spcBef>
              <a:buClr>
                <a:schemeClr val="accent1"/>
              </a:buClr>
              <a:buSzPct val="80000"/>
              <a:buFont typeface="Arial" panose="020B0604020202020204" pitchFamily="34" charset="0"/>
              <a:buChar char="•"/>
            </a:pPr>
            <a:r>
              <a:rPr lang="en-US" sz="950"/>
              <a:t>Water safety ranking system</a:t>
            </a:r>
          </a:p>
        </p:txBody>
      </p:sp>
      <p:sp>
        <p:nvSpPr>
          <p:cNvPr id="17" name="Rectangle 1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5987738" y="1652300"/>
            <a:ext cx="5628018" cy="3320529"/>
          </a:xfrm>
          <a:prstGeom prst="rect">
            <a:avLst/>
          </a:prstGeom>
        </p:spPr>
      </p:pic>
      <p:sp>
        <p:nvSpPr>
          <p:cNvPr id="3" name="TextBox 2">
            <a:extLst>
              <a:ext uri="{FF2B5EF4-FFF2-40B4-BE49-F238E27FC236}">
                <a16:creationId xmlns:a16="http://schemas.microsoft.com/office/drawing/2014/main" id="{69689C90-6221-A1FF-3431-0941A890942C}"/>
              </a:ext>
            </a:extLst>
          </p:cNvPr>
          <p:cNvSpPr txBox="1"/>
          <p:nvPr/>
        </p:nvSpPr>
        <p:spPr>
          <a:xfrm>
            <a:off x="3083464" y="3632131"/>
            <a:ext cx="6096000" cy="10324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lnSpc>
                <a:spcPct val="80000"/>
              </a:lnSpc>
              <a:buClr>
                <a:schemeClr val="accent1"/>
              </a:buClr>
              <a:buSzPct val="80000"/>
              <a:buFont typeface="Arial,Sans-Serif"/>
              <a:buChar char="•"/>
            </a:pPr>
            <a:r>
              <a:rPr lang="en-US" sz="950" b="1" i="0" u="none" strike="noStrike" baseline="0">
                <a:solidFill>
                  <a:srgbClr val="000000"/>
                </a:solidFill>
                <a:latin typeface="Aptos"/>
                <a:ea typeface="Arial"/>
                <a:cs typeface="Arial"/>
              </a:rPr>
              <a:t>Non-Functional Requirements:</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Work Online and Offline</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Wireless Communication</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Long battery life</a:t>
            </a:r>
            <a:r>
              <a:rPr lang="en-US" sz="950" b="0" i="0">
                <a:solidFill>
                  <a:srgbClr val="000000"/>
                </a:solidFill>
                <a:latin typeface="Aptos"/>
                <a:ea typeface="Arial"/>
                <a:cs typeface="Arial"/>
              </a:rPr>
              <a:t>​</a:t>
            </a:r>
          </a:p>
          <a:p>
            <a:pPr algn="ctr">
              <a:lnSpc>
                <a:spcPct val="80000"/>
              </a:lnSpc>
            </a:pPr>
            <a:endParaRPr lang="en-US" sz="950"/>
          </a:p>
        </p:txBody>
      </p:sp>
    </p:spTree>
    <p:extLst>
      <p:ext uri="{BB962C8B-B14F-4D97-AF65-F5344CB8AC3E}">
        <p14:creationId xmlns:p14="http://schemas.microsoft.com/office/powerpoint/2010/main" val="4094592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6"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8862" y="0"/>
            <a:ext cx="12223587" cy="6858000"/>
            <a:chOff x="625494" y="598259"/>
            <a:chExt cx="10920384" cy="5680742"/>
          </a:xfrm>
        </p:grpSpPr>
        <p:sp>
          <p:nvSpPr>
            <p:cNvPr id="59"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6436"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5494"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63" name="Freeform: Shape 62">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4" name="Freeform: Shape 63">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5" name="Freeform: Shape 64">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6" name="Freeform: Shape 65">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7" name="Freeform: Shape 66">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8" name="Freeform: Shape 67">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9" name="Freeform: Shape 68">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a:xfrm>
            <a:off x="789708" y="666351"/>
            <a:ext cx="10558405" cy="3044335"/>
          </a:xfrm>
        </p:spPr>
        <p:txBody>
          <a:bodyPr anchor="b">
            <a:normAutofit/>
          </a:bodyPr>
          <a:lstStyle/>
          <a:p>
            <a:r>
              <a:rPr lang="en-US" sz="4800">
                <a:solidFill>
                  <a:schemeClr val="bg1"/>
                </a:solidFill>
              </a:rPr>
              <a:t>Design Stage</a:t>
            </a:r>
          </a:p>
        </p:txBody>
      </p:sp>
    </p:spTree>
    <p:extLst>
      <p:ext uri="{BB962C8B-B14F-4D97-AF65-F5344CB8AC3E}">
        <p14:creationId xmlns:p14="http://schemas.microsoft.com/office/powerpoint/2010/main" val="59123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xmlns="">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xmlns="">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xmlns="">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xmlns="">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xmlns="">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xmlns="">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xmlns="">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xmlns="">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xmlns="">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xmlns="">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xmlns="">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xmlns="">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xmlns="">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xmlns="">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xmlns="">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xmlns="">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xmlns="">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xmlns="">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xmlns="">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xmlns="">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xmlns="">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xmlns="">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xmlns="">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xmlns="">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xmlns="">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xmlns="">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xmlns="">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xmlns="">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xmlns="">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xmlns="">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xmlns="">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xmlns="">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xmlns="">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xmlns="">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xmlns="">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xmlns="">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xmlns="">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xmlns="">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xmlns="">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xmlns="">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xmlns="">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xmlns="">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xmlns="">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xmlns="">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xmlns="">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xmlns="">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xmlns="">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xmlns="">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xmlns="">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xmlns="">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xmlns="">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xmlns="">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xmlns="">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xmlns="">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xmlns="">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xmlns="">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xmlns="">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xmlns="">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xmlns="">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xmlns="">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xmlns="">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xmlns="">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xmlns="">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xmlns="">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xmlns="">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xmlns="">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xmlns:p14="http://schemas.microsoft.com/office/powerpoint/2010/main">
        <mc:Choice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xmlns="">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xmlns:p14="http://schemas.microsoft.com/office/powerpoint/2010/main">
        <mc:Choice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xmlns="">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xmlns:p14="http://schemas.microsoft.com/office/powerpoint/2010/main">
        <mc:Choice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xmlns="">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xmlns:p14="http://schemas.microsoft.com/office/powerpoint/2010/main">
        <mc:Choice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xmlns="">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xmlns:p14="http://schemas.microsoft.com/office/powerpoint/2010/main">
        <mc:Choice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xmlns="">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xmlns:p14="http://schemas.microsoft.com/office/powerpoint/2010/main">
        <mc:Choice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xmlns="">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xmlns:p14="http://schemas.microsoft.com/office/powerpoint/2010/main">
        <mc:Choice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xmlns="">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xmlns:p14="http://schemas.microsoft.com/office/powerpoint/2010/main">
        <mc:Choice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xmlns="">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xmlns:p14="http://schemas.microsoft.com/office/powerpoint/2010/main">
        <mc:Choice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xmlns="">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xmlns:p14="http://schemas.microsoft.com/office/powerpoint/2010/main">
        <mc:Choice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xmlns="">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xmlns:p14="http://schemas.microsoft.com/office/powerpoint/2010/main">
        <mc:Choice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xmlns="">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xmlns:p14="http://schemas.microsoft.com/office/powerpoint/2010/main">
        <mc:Choice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xmlns="">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xmlns:p14="http://schemas.microsoft.com/office/powerpoint/2010/main">
        <mc:Choice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xmlns="">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xmlns="">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xmlns="">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xmlns="">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xmlns="">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xmlns:p14="http://schemas.microsoft.com/office/powerpoint/2010/main">
        <mc:Choice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xmlns="">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xmlns="">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xmlns="">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xmlns="">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xmlns="">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xmlns:p14="http://schemas.microsoft.com/office/powerpoint/2010/main">
        <mc:Choice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xmlns="">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xmlns:p14="http://schemas.microsoft.com/office/powerpoint/2010/main">
        <mc:Choice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xmlns="">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xmlns:p14="http://schemas.microsoft.com/office/powerpoint/2010/main">
        <mc:Choice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xmlns="">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xmlns:p14="http://schemas.microsoft.com/office/powerpoint/2010/main">
        <mc:Choice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xmlns="">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xmlns:p14="http://schemas.microsoft.com/office/powerpoint/2010/main">
        <mc:Choice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xmlns="">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xmlns="">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xmlns="">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xmlns="">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xmlns="">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grpSp>
        <p:nvGrpSpPr>
          <p:cNvPr id="119" name="Group 118">
            <a:extLst>
              <a:ext uri="{FF2B5EF4-FFF2-40B4-BE49-F238E27FC236}">
                <a16:creationId xmlns:a16="http://schemas.microsoft.com/office/drawing/2014/main" id="{28F75165-284D-0DC5-6214-B69DB7168A0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17" name="Color">
              <a:extLst>
                <a:ext uri="{FF2B5EF4-FFF2-40B4-BE49-F238E27FC236}">
                  <a16:creationId xmlns:a16="http://schemas.microsoft.com/office/drawing/2014/main" id="{BDE15A44-816A-A385-E9FA-61267B24B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olor">
              <a:extLst>
                <a:ext uri="{FF2B5EF4-FFF2-40B4-BE49-F238E27FC236}">
                  <a16:creationId xmlns:a16="http://schemas.microsoft.com/office/drawing/2014/main" id="{3D4D8329-7B79-566C-6DC9-F6EFBBDB17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a:xfrm>
            <a:off x="119897" y="143418"/>
            <a:ext cx="10515600" cy="1325563"/>
          </a:xfrm>
        </p:spPr>
        <p:txBody>
          <a:bodyPr/>
          <a:lstStyle/>
          <a:p>
            <a:r>
              <a:rPr lang="en-US">
                <a:solidFill>
                  <a:schemeClr val="bg1"/>
                </a:solidFill>
              </a:rPr>
              <a:t>Oscar's 3d Mockup</a:t>
            </a:r>
          </a:p>
        </p:txBody>
      </p:sp>
    </p:spTree>
    <p:extLst>
      <p:ext uri="{BB962C8B-B14F-4D97-AF65-F5344CB8AC3E}">
        <p14:creationId xmlns:p14="http://schemas.microsoft.com/office/powerpoint/2010/main" val="1378381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xmlns="">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xmlns="">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xmlns="">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xmlns="">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xmlns="">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xmlns="">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xmlns="">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xmlns="">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xmlns="">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xmlns="">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xmlns="">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xmlns="">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grpSp>
        <p:nvGrpSpPr>
          <p:cNvPr id="12" name="Group 11">
            <a:extLst>
              <a:ext uri="{FF2B5EF4-FFF2-40B4-BE49-F238E27FC236}">
                <a16:creationId xmlns:a16="http://schemas.microsoft.com/office/drawing/2014/main" id="{5D53C378-6089-81FB-BDB3-B035E6A38F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813" y="1825"/>
            <a:ext cx="12201716" cy="1776784"/>
            <a:chOff x="514473" y="480226"/>
            <a:chExt cx="10900845" cy="1471779"/>
          </a:xfrm>
        </p:grpSpPr>
        <p:sp>
          <p:nvSpPr>
            <p:cNvPr id="5" name="Color">
              <a:extLst>
                <a:ext uri="{FF2B5EF4-FFF2-40B4-BE49-F238E27FC236}">
                  <a16:creationId xmlns:a16="http://schemas.microsoft.com/office/drawing/2014/main" id="{9C05FCA0-ADC2-27BD-3E92-ECE76F997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23432" y="480226"/>
              <a:ext cx="10891886" cy="147177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1A82D0E5-48AB-C059-228B-1208D01BF4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4473" y="488531"/>
              <a:ext cx="10900843" cy="1455166"/>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a:xfrm>
            <a:off x="276726" y="224757"/>
            <a:ext cx="10515600" cy="1325563"/>
          </a:xfrm>
        </p:spPr>
        <p:txBody>
          <a:bodyPr/>
          <a:lstStyle/>
          <a:p>
            <a:r>
              <a:rPr lang="en-US">
                <a:solidFill>
                  <a:schemeClr val="bg1"/>
                </a:solidFill>
              </a:rPr>
              <a:t>Zef's 3D mockup</a:t>
            </a:r>
          </a:p>
        </p:txBody>
      </p:sp>
    </p:spTree>
    <p:extLst>
      <p:ext uri="{BB962C8B-B14F-4D97-AF65-F5344CB8AC3E}">
        <p14:creationId xmlns:p14="http://schemas.microsoft.com/office/powerpoint/2010/main" val="4147191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5" name="Ink 14">
                <a:extLst>
                  <a:ext uri="{FF2B5EF4-FFF2-40B4-BE49-F238E27FC236}">
                    <a16:creationId xmlns:a16="http://schemas.microsoft.com/office/drawing/2014/main" id="{909F68AC-4533-5933-236C-3E8C64B7139B}"/>
                  </a:ext>
                </a:extLst>
              </p14:cNvPr>
              <p14:cNvContentPartPr/>
              <p14:nvPr/>
            </p14:nvContentPartPr>
            <p14:xfrm>
              <a:off x="6613401" y="1400487"/>
              <a:ext cx="14796" cy="14796"/>
            </p14:xfrm>
          </p:contentPart>
        </mc:Choice>
        <mc:Fallback xmlns="">
          <p:pic>
            <p:nvPicPr>
              <p:cNvPr id="15" name="Ink 14">
                <a:extLst>
                  <a:ext uri="{FF2B5EF4-FFF2-40B4-BE49-F238E27FC236}">
                    <a16:creationId xmlns:a16="http://schemas.microsoft.com/office/drawing/2014/main" id="{909F68AC-4533-5933-236C-3E8C64B7139B}"/>
                  </a:ext>
                </a:extLst>
              </p:cNvPr>
              <p:cNvPicPr/>
              <p:nvPr/>
            </p:nvPicPr>
            <p:blipFill>
              <a:blip r:embed="rId3"/>
              <a:stretch>
                <a:fillRect/>
              </a:stretch>
            </p:blipFill>
            <p:spPr>
              <a:xfrm>
                <a:off x="5873601" y="660687"/>
                <a:ext cx="1479600" cy="14796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9D4E803E-C957-72AB-1BA1-FB3A08757C8F}"/>
                  </a:ext>
                </a:extLst>
              </p14:cNvPr>
              <p14:cNvContentPartPr/>
              <p14:nvPr/>
            </p14:nvContentPartPr>
            <p14:xfrm>
              <a:off x="8838194" y="1491171"/>
              <a:ext cx="14796" cy="14796"/>
            </p14:xfrm>
          </p:contentPart>
        </mc:Choice>
        <mc:Fallback xmlns="">
          <p:pic>
            <p:nvPicPr>
              <p:cNvPr id="17" name="Ink 16">
                <a:extLst>
                  <a:ext uri="{FF2B5EF4-FFF2-40B4-BE49-F238E27FC236}">
                    <a16:creationId xmlns:a16="http://schemas.microsoft.com/office/drawing/2014/main" id="{9D4E803E-C957-72AB-1BA1-FB3A08757C8F}"/>
                  </a:ext>
                </a:extLst>
              </p:cNvPr>
              <p:cNvPicPr/>
              <p:nvPr/>
            </p:nvPicPr>
            <p:blipFill>
              <a:blip r:embed="rId3"/>
              <a:stretch>
                <a:fillRect/>
              </a:stretch>
            </p:blipFill>
            <p:spPr>
              <a:xfrm>
                <a:off x="8098394" y="751371"/>
                <a:ext cx="1479600" cy="1479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8" name="Ink 17">
                <a:extLst>
                  <a:ext uri="{FF2B5EF4-FFF2-40B4-BE49-F238E27FC236}">
                    <a16:creationId xmlns:a16="http://schemas.microsoft.com/office/drawing/2014/main" id="{D845F142-7145-4B13-0DF0-D0D519116F4C}"/>
                  </a:ext>
                </a:extLst>
              </p14:cNvPr>
              <p14:cNvContentPartPr/>
              <p14:nvPr/>
            </p14:nvContentPartPr>
            <p14:xfrm>
              <a:off x="9025631" y="1167043"/>
              <a:ext cx="14796" cy="14796"/>
            </p14:xfrm>
          </p:contentPart>
        </mc:Choice>
        <mc:Fallback xmlns="">
          <p:pic>
            <p:nvPicPr>
              <p:cNvPr id="18" name="Ink 17">
                <a:extLst>
                  <a:ext uri="{FF2B5EF4-FFF2-40B4-BE49-F238E27FC236}">
                    <a16:creationId xmlns:a16="http://schemas.microsoft.com/office/drawing/2014/main" id="{D845F142-7145-4B13-0DF0-D0D519116F4C}"/>
                  </a:ext>
                </a:extLst>
              </p:cNvPr>
              <p:cNvPicPr/>
              <p:nvPr/>
            </p:nvPicPr>
            <p:blipFill>
              <a:blip r:embed="rId6"/>
              <a:stretch>
                <a:fillRect/>
              </a:stretch>
            </p:blipFill>
            <p:spPr>
              <a:xfrm>
                <a:off x="8902331" y="1093063"/>
                <a:ext cx="258930" cy="161276"/>
              </a:xfrm>
              <a:prstGeom prst="rect">
                <a:avLst/>
              </a:prstGeom>
            </p:spPr>
          </p:pic>
        </mc:Fallback>
      </mc:AlternateContent>
      <p:sp>
        <p:nvSpPr>
          <p:cNvPr id="28" name="TextBox 27">
            <a:extLst>
              <a:ext uri="{FF2B5EF4-FFF2-40B4-BE49-F238E27FC236}">
                <a16:creationId xmlns:a16="http://schemas.microsoft.com/office/drawing/2014/main" id="{8C9A14B5-788B-221F-12D5-709CF3500FD7}"/>
              </a:ext>
            </a:extLst>
          </p:cNvPr>
          <p:cNvSpPr txBox="1"/>
          <p:nvPr/>
        </p:nvSpPr>
        <p:spPr>
          <a:xfrm>
            <a:off x="3593171" y="2354145"/>
            <a:ext cx="175941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Battery </a:t>
            </a:r>
          </a:p>
        </p:txBody>
      </p:sp>
      <p:sp>
        <p:nvSpPr>
          <p:cNvPr id="29" name="TextBox 28">
            <a:extLst>
              <a:ext uri="{FF2B5EF4-FFF2-40B4-BE49-F238E27FC236}">
                <a16:creationId xmlns:a16="http://schemas.microsoft.com/office/drawing/2014/main" id="{227F652D-B0AC-B1DD-3150-D818EBAACA94}"/>
              </a:ext>
            </a:extLst>
          </p:cNvPr>
          <p:cNvSpPr txBox="1"/>
          <p:nvPr/>
        </p:nvSpPr>
        <p:spPr>
          <a:xfrm>
            <a:off x="1239024" y="3085170"/>
            <a:ext cx="125141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Claws to help with stability</a:t>
            </a:r>
          </a:p>
        </p:txBody>
      </p:sp>
      <p:sp>
        <p:nvSpPr>
          <p:cNvPr id="30" name="TextBox 29">
            <a:extLst>
              <a:ext uri="{FF2B5EF4-FFF2-40B4-BE49-F238E27FC236}">
                <a16:creationId xmlns:a16="http://schemas.microsoft.com/office/drawing/2014/main" id="{E3F63929-B519-BC47-0876-AEC72E415CD6}"/>
              </a:ext>
            </a:extLst>
          </p:cNvPr>
          <p:cNvSpPr txBox="1"/>
          <p:nvPr/>
        </p:nvSpPr>
        <p:spPr>
          <a:xfrm>
            <a:off x="3227658" y="4008244"/>
            <a:ext cx="173463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Temperature probe</a:t>
            </a:r>
          </a:p>
        </p:txBody>
      </p:sp>
      <p:sp>
        <p:nvSpPr>
          <p:cNvPr id="31" name="TextBox 30">
            <a:extLst>
              <a:ext uri="{FF2B5EF4-FFF2-40B4-BE49-F238E27FC236}">
                <a16:creationId xmlns:a16="http://schemas.microsoft.com/office/drawing/2014/main" id="{FCA63AC3-8831-EB6C-322F-BFEFB1947719}"/>
              </a:ext>
            </a:extLst>
          </p:cNvPr>
          <p:cNvSpPr txBox="1"/>
          <p:nvPr/>
        </p:nvSpPr>
        <p:spPr>
          <a:xfrm>
            <a:off x="2106341" y="5464097"/>
            <a:ext cx="102839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SD card</a:t>
            </a:r>
          </a:p>
        </p:txBody>
      </p:sp>
      <p:grpSp>
        <p:nvGrpSpPr>
          <p:cNvPr id="6" name="Group 5">
            <a:extLst>
              <a:ext uri="{FF2B5EF4-FFF2-40B4-BE49-F238E27FC236}">
                <a16:creationId xmlns:a16="http://schemas.microsoft.com/office/drawing/2014/main" id="{5AE3057D-3A1F-C9DA-26F1-19C9E50D8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031CB1FB-A04C-6557-521D-41D97F61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lor">
              <a:extLst>
                <a:ext uri="{FF2B5EF4-FFF2-40B4-BE49-F238E27FC236}">
                  <a16:creationId xmlns:a16="http://schemas.microsoft.com/office/drawing/2014/main" id="{0FE45875-86A9-80B8-082B-D7DD031888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2" name="Picture 21">
            <a:extLst>
              <a:ext uri="{FF2B5EF4-FFF2-40B4-BE49-F238E27FC236}">
                <a16:creationId xmlns:a16="http://schemas.microsoft.com/office/drawing/2014/main" id="{A31A787D-A890-5EAD-46FA-26AC0E9C12AE}"/>
              </a:ext>
            </a:extLst>
          </p:cNvPr>
          <p:cNvPicPr>
            <a:picLocks noChangeAspect="1"/>
          </p:cNvPicPr>
          <p:nvPr/>
        </p:nvPicPr>
        <p:blipFill>
          <a:blip r:embed="rId7"/>
          <a:stretch>
            <a:fillRect/>
          </a:stretch>
        </p:blipFill>
        <p:spPr>
          <a:xfrm>
            <a:off x="7217931" y="1719065"/>
            <a:ext cx="4563923" cy="4989029"/>
          </a:xfrm>
          <a:prstGeom prst="rect">
            <a:avLst/>
          </a:prstGeom>
        </p:spPr>
      </p:pic>
      <p:sp>
        <p:nvSpPr>
          <p:cNvPr id="2" name="Title 1">
            <a:extLst>
              <a:ext uri="{FF2B5EF4-FFF2-40B4-BE49-F238E27FC236}">
                <a16:creationId xmlns:a16="http://schemas.microsoft.com/office/drawing/2014/main" id="{9E00B712-F478-3D2F-6FB3-DFD07B0CE486}"/>
              </a:ext>
            </a:extLst>
          </p:cNvPr>
          <p:cNvSpPr>
            <a:spLocks noGrp="1"/>
          </p:cNvSpPr>
          <p:nvPr>
            <p:ph type="title"/>
          </p:nvPr>
        </p:nvSpPr>
        <p:spPr>
          <a:xfrm>
            <a:off x="196515" y="194677"/>
            <a:ext cx="5869620" cy="1332961"/>
          </a:xfrm>
        </p:spPr>
        <p:txBody>
          <a:bodyPr/>
          <a:lstStyle/>
          <a:p>
            <a:r>
              <a:rPr lang="en-US">
                <a:solidFill>
                  <a:schemeClr val="bg1"/>
                </a:solidFill>
              </a:rPr>
              <a:t>Taliahs 3d Mockup</a:t>
            </a:r>
          </a:p>
        </p:txBody>
      </p:sp>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91AE0CCD-7AAA-1444-B849-98DE4F71B3C0}"/>
                  </a:ext>
                </a:extLst>
              </p14:cNvPr>
              <p14:cNvContentPartPr/>
              <p14:nvPr/>
            </p14:nvContentPartPr>
            <p14:xfrm>
              <a:off x="4423960" y="2576003"/>
              <a:ext cx="6108528" cy="950094"/>
            </p14:xfrm>
          </p:contentPart>
        </mc:Choice>
        <mc:Fallback xmlns="">
          <p:pic>
            <p:nvPicPr>
              <p:cNvPr id="7" name="Ink 6">
                <a:extLst>
                  <a:ext uri="{FF2B5EF4-FFF2-40B4-BE49-F238E27FC236}">
                    <a16:creationId xmlns:a16="http://schemas.microsoft.com/office/drawing/2014/main" id="{91AE0CCD-7AAA-1444-B849-98DE4F71B3C0}"/>
                  </a:ext>
                </a:extLst>
              </p:cNvPr>
              <p:cNvPicPr/>
              <p:nvPr/>
            </p:nvPicPr>
            <p:blipFill>
              <a:blip r:embed="rId9"/>
              <a:stretch>
                <a:fillRect/>
              </a:stretch>
            </p:blipFill>
            <p:spPr>
              <a:xfrm>
                <a:off x="4405961" y="2558009"/>
                <a:ext cx="6144166" cy="985723"/>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F43F83C1-0D9F-C897-84F8-3A867C19DF1C}"/>
                  </a:ext>
                </a:extLst>
              </p14:cNvPr>
              <p14:cNvContentPartPr/>
              <p14:nvPr/>
            </p14:nvContentPartPr>
            <p14:xfrm>
              <a:off x="2354617" y="3535842"/>
              <a:ext cx="5638637" cy="1753459"/>
            </p14:xfrm>
          </p:contentPart>
        </mc:Choice>
        <mc:Fallback xmlns="">
          <p:pic>
            <p:nvPicPr>
              <p:cNvPr id="8" name="Ink 7">
                <a:extLst>
                  <a:ext uri="{FF2B5EF4-FFF2-40B4-BE49-F238E27FC236}">
                    <a16:creationId xmlns:a16="http://schemas.microsoft.com/office/drawing/2014/main" id="{F43F83C1-0D9F-C897-84F8-3A867C19DF1C}"/>
                  </a:ext>
                </a:extLst>
              </p:cNvPr>
              <p:cNvPicPr/>
              <p:nvPr/>
            </p:nvPicPr>
            <p:blipFill>
              <a:blip r:embed="rId11"/>
              <a:stretch>
                <a:fillRect/>
              </a:stretch>
            </p:blipFill>
            <p:spPr>
              <a:xfrm>
                <a:off x="2336618" y="3517847"/>
                <a:ext cx="5674274" cy="178909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672704CA-A2DE-8082-6908-9F345769E0DE}"/>
                  </a:ext>
                </a:extLst>
              </p14:cNvPr>
              <p14:cNvContentPartPr/>
              <p14:nvPr/>
            </p14:nvContentPartPr>
            <p14:xfrm>
              <a:off x="3238500" y="5688915"/>
              <a:ext cx="7105146" cy="592571"/>
            </p14:xfrm>
          </p:contentPart>
        </mc:Choice>
        <mc:Fallback xmlns="">
          <p:pic>
            <p:nvPicPr>
              <p:cNvPr id="9" name="Ink 8">
                <a:extLst>
                  <a:ext uri="{FF2B5EF4-FFF2-40B4-BE49-F238E27FC236}">
                    <a16:creationId xmlns:a16="http://schemas.microsoft.com/office/drawing/2014/main" id="{672704CA-A2DE-8082-6908-9F345769E0DE}"/>
                  </a:ext>
                </a:extLst>
              </p:cNvPr>
              <p:cNvPicPr/>
              <p:nvPr/>
            </p:nvPicPr>
            <p:blipFill>
              <a:blip r:embed="rId13"/>
              <a:stretch>
                <a:fillRect/>
              </a:stretch>
            </p:blipFill>
            <p:spPr>
              <a:xfrm>
                <a:off x="3220500" y="5670926"/>
                <a:ext cx="7140785" cy="62819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3DE8B2C5-4F06-F761-4038-6F828EE8105B}"/>
                  </a:ext>
                </a:extLst>
              </p14:cNvPr>
              <p14:cNvContentPartPr/>
              <p14:nvPr/>
            </p14:nvContentPartPr>
            <p14:xfrm>
              <a:off x="4167852" y="4251052"/>
              <a:ext cx="5447306" cy="1593076"/>
            </p14:xfrm>
          </p:contentPart>
        </mc:Choice>
        <mc:Fallback xmlns="">
          <p:pic>
            <p:nvPicPr>
              <p:cNvPr id="10" name="Ink 9">
                <a:extLst>
                  <a:ext uri="{FF2B5EF4-FFF2-40B4-BE49-F238E27FC236}">
                    <a16:creationId xmlns:a16="http://schemas.microsoft.com/office/drawing/2014/main" id="{3DE8B2C5-4F06-F761-4038-6F828EE8105B}"/>
                  </a:ext>
                </a:extLst>
              </p:cNvPr>
              <p:cNvPicPr/>
              <p:nvPr/>
            </p:nvPicPr>
            <p:blipFill>
              <a:blip r:embed="rId15"/>
              <a:stretch>
                <a:fillRect/>
              </a:stretch>
            </p:blipFill>
            <p:spPr>
              <a:xfrm>
                <a:off x="4149854" y="4233055"/>
                <a:ext cx="5482942" cy="1628710"/>
              </a:xfrm>
              <a:prstGeom prst="rect">
                <a:avLst/>
              </a:prstGeom>
            </p:spPr>
          </p:pic>
        </mc:Fallback>
      </mc:AlternateContent>
    </p:spTree>
    <p:extLst>
      <p:ext uri="{BB962C8B-B14F-4D97-AF65-F5344CB8AC3E}">
        <p14:creationId xmlns:p14="http://schemas.microsoft.com/office/powerpoint/2010/main" val="21497232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grpSp>
        <p:nvGrpSpPr>
          <p:cNvPr id="11" name="Group 10">
            <a:extLst>
              <a:ext uri="{FF2B5EF4-FFF2-40B4-BE49-F238E27FC236}">
                <a16:creationId xmlns:a16="http://schemas.microsoft.com/office/drawing/2014/main" id="{ADEC6ED6-915F-8E19-B8CE-42C47769EA2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944" y="1825"/>
            <a:ext cx="12251846" cy="1716626"/>
            <a:chOff x="469687" y="480226"/>
            <a:chExt cx="10945631" cy="1421948"/>
          </a:xfrm>
        </p:grpSpPr>
        <p:sp>
          <p:nvSpPr>
            <p:cNvPr id="9" name="Color">
              <a:extLst>
                <a:ext uri="{FF2B5EF4-FFF2-40B4-BE49-F238E27FC236}">
                  <a16:creationId xmlns:a16="http://schemas.microsoft.com/office/drawing/2014/main" id="{42C9A67B-F21D-7E6B-5D53-704A94B14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C3178A38-F0D4-0B0E-AB45-8134AF7F8E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8645" y="488531"/>
              <a:ext cx="10936673" cy="141364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a:xfrm>
            <a:off x="417094" y="194678"/>
            <a:ext cx="10515600" cy="1325563"/>
          </a:xfrm>
        </p:spPr>
        <p:txBody>
          <a:bodyPr/>
          <a:lstStyle/>
          <a:p>
            <a:r>
              <a:rPr lang="en-US">
                <a:solidFill>
                  <a:srgbClr val="FFFFFF"/>
                </a:solidFill>
              </a:rPr>
              <a:t>Zef's Website Mockup</a:t>
            </a:r>
          </a:p>
        </p:txBody>
      </p:sp>
    </p:spTree>
    <p:extLst>
      <p:ext uri="{BB962C8B-B14F-4D97-AF65-F5344CB8AC3E}">
        <p14:creationId xmlns:p14="http://schemas.microsoft.com/office/powerpoint/2010/main" val="1366860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grpSp>
        <p:nvGrpSpPr>
          <p:cNvPr id="11" name="Group 10">
            <a:extLst>
              <a:ext uri="{FF2B5EF4-FFF2-40B4-BE49-F238E27FC236}">
                <a16:creationId xmlns:a16="http://schemas.microsoft.com/office/drawing/2014/main" id="{C47CC5E7-9E0C-1C22-7558-600849365B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9" name="Color">
              <a:extLst>
                <a:ext uri="{FF2B5EF4-FFF2-40B4-BE49-F238E27FC236}">
                  <a16:creationId xmlns:a16="http://schemas.microsoft.com/office/drawing/2014/main" id="{51B8D2F8-C602-9AA0-8218-53FEA540B2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08A53690-4B70-C5D2-5B7A-838AEFD40B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a:xfrm>
            <a:off x="174336" y="197716"/>
            <a:ext cx="10515600" cy="1325563"/>
          </a:xfrm>
        </p:spPr>
        <p:txBody>
          <a:bodyPr/>
          <a:lstStyle/>
          <a:p>
            <a:r>
              <a:rPr lang="en-US">
                <a:solidFill>
                  <a:srgbClr val="FFFFFF"/>
                </a:solidFill>
              </a:rPr>
              <a:t>Oscar's Website Mockup</a:t>
            </a:r>
          </a:p>
        </p:txBody>
      </p:sp>
    </p:spTree>
    <p:extLst>
      <p:ext uri="{BB962C8B-B14F-4D97-AF65-F5344CB8AC3E}">
        <p14:creationId xmlns:p14="http://schemas.microsoft.com/office/powerpoint/2010/main" val="3107933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EB7D4B0-5233-EF46-C5FB-4067893490FB}"/>
              </a:ext>
            </a:extLst>
          </p:cNvPr>
          <p:cNvPicPr>
            <a:picLocks noGrp="1" noChangeAspect="1"/>
          </p:cNvPicPr>
          <p:nvPr>
            <p:ph idx="1"/>
          </p:nvPr>
        </p:nvPicPr>
        <p:blipFill>
          <a:blip r:embed="rId2"/>
          <a:stretch>
            <a:fillRect/>
          </a:stretch>
        </p:blipFill>
        <p:spPr>
          <a:xfrm>
            <a:off x="4081587" y="2238199"/>
            <a:ext cx="6917185" cy="3880905"/>
          </a:xfrm>
          <a:prstGeom prst="rect">
            <a:avLst/>
          </a:prstGeom>
        </p:spPr>
      </p:pic>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291E65B1-4420-81D5-05F8-C0FF12741F77}"/>
                  </a:ext>
                </a:extLst>
              </p14:cNvPr>
              <p14:cNvContentPartPr/>
              <p14:nvPr/>
            </p14:nvContentPartPr>
            <p14:xfrm>
              <a:off x="2432625" y="2224683"/>
              <a:ext cx="3396522" cy="859071"/>
            </p14:xfrm>
          </p:contentPart>
        </mc:Choice>
        <mc:Fallback xmlns="">
          <p:pic>
            <p:nvPicPr>
              <p:cNvPr id="5" name="Ink 4">
                <a:extLst>
                  <a:ext uri="{FF2B5EF4-FFF2-40B4-BE49-F238E27FC236}">
                    <a16:creationId xmlns:a16="http://schemas.microsoft.com/office/drawing/2014/main" id="{291E65B1-4420-81D5-05F8-C0FF12741F77}"/>
                  </a:ext>
                </a:extLst>
              </p:cNvPr>
              <p:cNvPicPr/>
              <p:nvPr/>
            </p:nvPicPr>
            <p:blipFill>
              <a:blip r:embed="rId4"/>
              <a:stretch>
                <a:fillRect/>
              </a:stretch>
            </p:blipFill>
            <p:spPr>
              <a:xfrm>
                <a:off x="2414625" y="2206688"/>
                <a:ext cx="3432161" cy="894701"/>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1" name="Ink 10">
                <a:extLst>
                  <a:ext uri="{FF2B5EF4-FFF2-40B4-BE49-F238E27FC236}">
                    <a16:creationId xmlns:a16="http://schemas.microsoft.com/office/drawing/2014/main" id="{53A11908-C8F3-228A-2A42-64DCE78996A9}"/>
                  </a:ext>
                </a:extLst>
              </p14:cNvPr>
              <p14:cNvContentPartPr/>
              <p14:nvPr/>
            </p14:nvContentPartPr>
            <p14:xfrm>
              <a:off x="3567694" y="3854549"/>
              <a:ext cx="3965780" cy="486181"/>
            </p14:xfrm>
          </p:contentPart>
        </mc:Choice>
        <mc:Fallback xmlns="">
          <p:pic>
            <p:nvPicPr>
              <p:cNvPr id="11" name="Ink 10">
                <a:extLst>
                  <a:ext uri="{FF2B5EF4-FFF2-40B4-BE49-F238E27FC236}">
                    <a16:creationId xmlns:a16="http://schemas.microsoft.com/office/drawing/2014/main" id="{53A11908-C8F3-228A-2A42-64DCE78996A9}"/>
                  </a:ext>
                </a:extLst>
              </p:cNvPr>
              <p:cNvPicPr/>
              <p:nvPr/>
            </p:nvPicPr>
            <p:blipFill>
              <a:blip r:embed="rId6"/>
              <a:stretch>
                <a:fillRect/>
              </a:stretch>
            </p:blipFill>
            <p:spPr>
              <a:xfrm>
                <a:off x="3549696" y="3836569"/>
                <a:ext cx="4001417" cy="521782"/>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2" name="Ink 11">
                <a:extLst>
                  <a:ext uri="{FF2B5EF4-FFF2-40B4-BE49-F238E27FC236}">
                    <a16:creationId xmlns:a16="http://schemas.microsoft.com/office/drawing/2014/main" id="{AB26A816-7054-250C-2DD5-14C1B01A714F}"/>
                  </a:ext>
                </a:extLst>
              </p14:cNvPr>
              <p14:cNvContentPartPr/>
              <p14:nvPr/>
            </p14:nvContentPartPr>
            <p14:xfrm>
              <a:off x="3501141" y="3882410"/>
              <a:ext cx="3961299" cy="1036743"/>
            </p14:xfrm>
          </p:contentPart>
        </mc:Choice>
        <mc:Fallback xmlns="">
          <p:pic>
            <p:nvPicPr>
              <p:cNvPr id="12" name="Ink 11">
                <a:extLst>
                  <a:ext uri="{FF2B5EF4-FFF2-40B4-BE49-F238E27FC236}">
                    <a16:creationId xmlns:a16="http://schemas.microsoft.com/office/drawing/2014/main" id="{AB26A816-7054-250C-2DD5-14C1B01A714F}"/>
                  </a:ext>
                </a:extLst>
              </p:cNvPr>
              <p:cNvPicPr/>
              <p:nvPr/>
            </p:nvPicPr>
            <p:blipFill>
              <a:blip r:embed="rId8"/>
              <a:stretch>
                <a:fillRect/>
              </a:stretch>
            </p:blipFill>
            <p:spPr>
              <a:xfrm>
                <a:off x="3483142" y="3864417"/>
                <a:ext cx="3996938" cy="1072369"/>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3" name="Ink 12">
                <a:extLst>
                  <a:ext uri="{FF2B5EF4-FFF2-40B4-BE49-F238E27FC236}">
                    <a16:creationId xmlns:a16="http://schemas.microsoft.com/office/drawing/2014/main" id="{0D5BF425-7455-5047-8B5B-95729688C396}"/>
                  </a:ext>
                </a:extLst>
              </p14:cNvPr>
              <p14:cNvContentPartPr/>
              <p14:nvPr/>
            </p14:nvContentPartPr>
            <p14:xfrm>
              <a:off x="3448897" y="3842633"/>
              <a:ext cx="1878915" cy="453033"/>
            </p14:xfrm>
          </p:contentPart>
        </mc:Choice>
        <mc:Fallback xmlns="">
          <p:pic>
            <p:nvPicPr>
              <p:cNvPr id="13" name="Ink 12">
                <a:extLst>
                  <a:ext uri="{FF2B5EF4-FFF2-40B4-BE49-F238E27FC236}">
                    <a16:creationId xmlns:a16="http://schemas.microsoft.com/office/drawing/2014/main" id="{0D5BF425-7455-5047-8B5B-95729688C396}"/>
                  </a:ext>
                </a:extLst>
              </p:cNvPr>
              <p:cNvPicPr/>
              <p:nvPr/>
            </p:nvPicPr>
            <p:blipFill>
              <a:blip r:embed="rId10"/>
              <a:stretch>
                <a:fillRect/>
              </a:stretch>
            </p:blipFill>
            <p:spPr>
              <a:xfrm>
                <a:off x="3430900" y="3824641"/>
                <a:ext cx="1914550" cy="488657"/>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4" name="Ink 13">
                <a:extLst>
                  <a:ext uri="{FF2B5EF4-FFF2-40B4-BE49-F238E27FC236}">
                    <a16:creationId xmlns:a16="http://schemas.microsoft.com/office/drawing/2014/main" id="{2221E05B-8385-4427-59AE-C55D3918076B}"/>
                  </a:ext>
                </a:extLst>
              </p14:cNvPr>
              <p14:cNvContentPartPr/>
              <p14:nvPr/>
            </p14:nvContentPartPr>
            <p14:xfrm>
              <a:off x="3510431" y="3850126"/>
              <a:ext cx="1775883" cy="802648"/>
            </p14:xfrm>
          </p:contentPart>
        </mc:Choice>
        <mc:Fallback xmlns="">
          <p:pic>
            <p:nvPicPr>
              <p:cNvPr id="14" name="Ink 13">
                <a:extLst>
                  <a:ext uri="{FF2B5EF4-FFF2-40B4-BE49-F238E27FC236}">
                    <a16:creationId xmlns:a16="http://schemas.microsoft.com/office/drawing/2014/main" id="{2221E05B-8385-4427-59AE-C55D3918076B}"/>
                  </a:ext>
                </a:extLst>
              </p:cNvPr>
              <p:cNvPicPr/>
              <p:nvPr/>
            </p:nvPicPr>
            <p:blipFill>
              <a:blip r:embed="rId12"/>
              <a:stretch>
                <a:fillRect/>
              </a:stretch>
            </p:blipFill>
            <p:spPr>
              <a:xfrm>
                <a:off x="3492435" y="3832137"/>
                <a:ext cx="1811516" cy="838265"/>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E139891A-B456-ABC2-8311-60B3B4D12537}"/>
                  </a:ext>
                </a:extLst>
              </p14:cNvPr>
              <p14:cNvContentPartPr/>
              <p14:nvPr/>
            </p14:nvContentPartPr>
            <p14:xfrm>
              <a:off x="1974101" y="5279849"/>
              <a:ext cx="4206857" cy="308726"/>
            </p14:xfrm>
          </p:contentPart>
        </mc:Choice>
        <mc:Fallback xmlns="">
          <p:pic>
            <p:nvPicPr>
              <p:cNvPr id="15" name="Ink 14">
                <a:extLst>
                  <a:ext uri="{FF2B5EF4-FFF2-40B4-BE49-F238E27FC236}">
                    <a16:creationId xmlns:a16="http://schemas.microsoft.com/office/drawing/2014/main" id="{E139891A-B456-ABC2-8311-60B3B4D12537}"/>
                  </a:ext>
                </a:extLst>
              </p:cNvPr>
              <p:cNvPicPr/>
              <p:nvPr/>
            </p:nvPicPr>
            <p:blipFill>
              <a:blip r:embed="rId14"/>
              <a:stretch>
                <a:fillRect/>
              </a:stretch>
            </p:blipFill>
            <p:spPr>
              <a:xfrm>
                <a:off x="1956103" y="5261858"/>
                <a:ext cx="4242493" cy="344348"/>
              </a:xfrm>
              <a:prstGeom prst="rect">
                <a:avLst/>
              </a:prstGeom>
            </p:spPr>
          </p:pic>
        </mc:Fallback>
      </mc:AlternateContent>
      <p:sp>
        <p:nvSpPr>
          <p:cNvPr id="16" name="TextBox 15">
            <a:extLst>
              <a:ext uri="{FF2B5EF4-FFF2-40B4-BE49-F238E27FC236}">
                <a16:creationId xmlns:a16="http://schemas.microsoft.com/office/drawing/2014/main" id="{24FEF3ED-F281-D4E7-22C3-88CFF0405EB0}"/>
              </a:ext>
            </a:extLst>
          </p:cNvPr>
          <p:cNvSpPr txBox="1"/>
          <p:nvPr/>
        </p:nvSpPr>
        <p:spPr>
          <a:xfrm>
            <a:off x="478733" y="2052765"/>
            <a:ext cx="207145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Our name in a blue </a:t>
            </a:r>
            <a:r>
              <a:rPr lang="en-US" err="1"/>
              <a:t>colour</a:t>
            </a:r>
            <a:r>
              <a:rPr lang="en-US"/>
              <a:t> scheme to represent the water </a:t>
            </a:r>
          </a:p>
        </p:txBody>
      </p:sp>
      <p:sp>
        <p:nvSpPr>
          <p:cNvPr id="22" name="TextBox 21">
            <a:extLst>
              <a:ext uri="{FF2B5EF4-FFF2-40B4-BE49-F238E27FC236}">
                <a16:creationId xmlns:a16="http://schemas.microsoft.com/office/drawing/2014/main" id="{50409287-EF5B-CF5B-A14E-2C5D39440B15}"/>
              </a:ext>
            </a:extLst>
          </p:cNvPr>
          <p:cNvSpPr txBox="1"/>
          <p:nvPr/>
        </p:nvSpPr>
        <p:spPr>
          <a:xfrm>
            <a:off x="2032325" y="3650746"/>
            <a:ext cx="210104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another page </a:t>
            </a:r>
          </a:p>
        </p:txBody>
      </p:sp>
      <p:sp>
        <p:nvSpPr>
          <p:cNvPr id="23" name="TextBox 22">
            <a:extLst>
              <a:ext uri="{FF2B5EF4-FFF2-40B4-BE49-F238E27FC236}">
                <a16:creationId xmlns:a16="http://schemas.microsoft.com/office/drawing/2014/main" id="{4FF51D3C-6667-07BD-0EBF-46440DDD405A}"/>
              </a:ext>
            </a:extLst>
          </p:cNvPr>
          <p:cNvSpPr txBox="1"/>
          <p:nvPr/>
        </p:nvSpPr>
        <p:spPr>
          <a:xfrm>
            <a:off x="477048" y="4922370"/>
            <a:ext cx="158318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 page were users can buy the probe</a:t>
            </a:r>
          </a:p>
        </p:txBody>
      </p:sp>
      <p:grpSp>
        <p:nvGrpSpPr>
          <p:cNvPr id="18" name="Group 17">
            <a:extLst>
              <a:ext uri="{FF2B5EF4-FFF2-40B4-BE49-F238E27FC236}">
                <a16:creationId xmlns:a16="http://schemas.microsoft.com/office/drawing/2014/main" id="{874B9EED-B8A1-41F2-433B-899420AECD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0" name="Color">
              <a:extLst>
                <a:ext uri="{FF2B5EF4-FFF2-40B4-BE49-F238E27FC236}">
                  <a16:creationId xmlns:a16="http://schemas.microsoft.com/office/drawing/2014/main" id="{0B11F266-29C2-C315-D5CE-194D3BE075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74BEF22A-C833-41A9-4568-ADC4E8EA23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CC06B4-3A01-A656-443F-0A54FBECDA36}"/>
              </a:ext>
            </a:extLst>
          </p:cNvPr>
          <p:cNvSpPr>
            <a:spLocks noGrp="1"/>
          </p:cNvSpPr>
          <p:nvPr>
            <p:ph type="title"/>
          </p:nvPr>
        </p:nvSpPr>
        <p:spPr>
          <a:xfrm>
            <a:off x="46122" y="194678"/>
            <a:ext cx="10515600" cy="1325563"/>
          </a:xfrm>
        </p:spPr>
        <p:txBody>
          <a:bodyPr/>
          <a:lstStyle/>
          <a:p>
            <a:r>
              <a:rPr lang="en-US">
                <a:solidFill>
                  <a:schemeClr val="bg1"/>
                </a:solidFill>
              </a:rPr>
              <a:t>Taliahs Website Mockup</a:t>
            </a:r>
          </a:p>
        </p:txBody>
      </p:sp>
    </p:spTree>
    <p:extLst>
      <p:ext uri="{BB962C8B-B14F-4D97-AF65-F5344CB8AC3E}">
        <p14:creationId xmlns:p14="http://schemas.microsoft.com/office/powerpoint/2010/main" val="41964531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grpSp>
        <p:nvGrpSpPr>
          <p:cNvPr id="7" name="Group 6">
            <a:extLst>
              <a:ext uri="{FF2B5EF4-FFF2-40B4-BE49-F238E27FC236}">
                <a16:creationId xmlns:a16="http://schemas.microsoft.com/office/drawing/2014/main" id="{CECE36E4-90FD-D8E9-5273-90FEDF63ED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5" name="Color">
              <a:extLst>
                <a:ext uri="{FF2B5EF4-FFF2-40B4-BE49-F238E27FC236}">
                  <a16:creationId xmlns:a16="http://schemas.microsoft.com/office/drawing/2014/main" id="{D00CDF6C-2858-01DD-78AE-3FB7712D23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0BBF08C7-C96B-5410-249C-D72D85F0A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a:xfrm>
            <a:off x="197427" y="197715"/>
            <a:ext cx="10515600" cy="1325563"/>
          </a:xfrm>
        </p:spPr>
        <p:txBody>
          <a:bodyPr/>
          <a:lstStyle/>
          <a:p>
            <a:r>
              <a:rPr lang="en-US">
                <a:solidFill>
                  <a:schemeClr val="bg1"/>
                </a:solidFill>
              </a:rPr>
              <a:t>Zef's Logo Mockup</a:t>
            </a:r>
          </a:p>
        </p:txBody>
      </p:sp>
    </p:spTree>
    <p:extLst>
      <p:ext uri="{BB962C8B-B14F-4D97-AF65-F5344CB8AC3E}">
        <p14:creationId xmlns:p14="http://schemas.microsoft.com/office/powerpoint/2010/main" val="28538550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grpSp>
        <p:nvGrpSpPr>
          <p:cNvPr id="8" name="Group 7">
            <a:extLst>
              <a:ext uri="{FF2B5EF4-FFF2-40B4-BE49-F238E27FC236}">
                <a16:creationId xmlns:a16="http://schemas.microsoft.com/office/drawing/2014/main" id="{BF5CF546-A14D-56BE-E340-21EE8FE655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6" name="Color">
              <a:extLst>
                <a:ext uri="{FF2B5EF4-FFF2-40B4-BE49-F238E27FC236}">
                  <a16:creationId xmlns:a16="http://schemas.microsoft.com/office/drawing/2014/main" id="{55F7DB37-A8EF-2470-DB74-B2BCCA4AE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lor">
              <a:extLst>
                <a:ext uri="{FF2B5EF4-FFF2-40B4-BE49-F238E27FC236}">
                  <a16:creationId xmlns:a16="http://schemas.microsoft.com/office/drawing/2014/main" id="{2D5FFFA6-390D-AA3E-29FD-1A333CC07A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a:xfrm>
            <a:off x="180110" y="197716"/>
            <a:ext cx="10515600" cy="1325563"/>
          </a:xfrm>
        </p:spPr>
        <p:txBody>
          <a:bodyPr/>
          <a:lstStyle/>
          <a:p>
            <a:r>
              <a:rPr lang="en-US">
                <a:solidFill>
                  <a:schemeClr val="bg1"/>
                </a:solidFill>
              </a:rPr>
              <a:t>Oscar's Logo Mockup</a:t>
            </a:r>
          </a:p>
        </p:txBody>
      </p:sp>
    </p:spTree>
    <p:extLst>
      <p:ext uri="{BB962C8B-B14F-4D97-AF65-F5344CB8AC3E}">
        <p14:creationId xmlns:p14="http://schemas.microsoft.com/office/powerpoint/2010/main" val="1380321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273986" y="1695860"/>
            <a:ext cx="5244027" cy="4585092"/>
          </a:xfrm>
          <a:prstGeom prst="rect">
            <a:avLst/>
          </a:prstGeom>
        </p:spPr>
      </p:pic>
      <p:grpSp>
        <p:nvGrpSpPr>
          <p:cNvPr id="7" name="Group 6">
            <a:extLst>
              <a:ext uri="{FF2B5EF4-FFF2-40B4-BE49-F238E27FC236}">
                <a16:creationId xmlns:a16="http://schemas.microsoft.com/office/drawing/2014/main" id="{3F7ECD6C-158E-67A6-ADB4-4A21A3108B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1CD01FD3-954A-3A23-1D31-52BAFDF7D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35DAA2F6-71B6-7CD7-B239-BE46061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a:xfrm>
            <a:off x="180109" y="197716"/>
            <a:ext cx="10515600" cy="1325563"/>
          </a:xfrm>
        </p:spPr>
        <p:txBody>
          <a:bodyPr/>
          <a:lstStyle/>
          <a:p>
            <a:r>
              <a:rPr lang="en-US">
                <a:solidFill>
                  <a:schemeClr val="bg1"/>
                </a:solidFill>
              </a:rPr>
              <a:t>Taliah's logo Mockup</a:t>
            </a:r>
          </a:p>
        </p:txBody>
      </p:sp>
    </p:spTree>
    <p:extLst>
      <p:ext uri="{BB962C8B-B14F-4D97-AF65-F5344CB8AC3E}">
        <p14:creationId xmlns:p14="http://schemas.microsoft.com/office/powerpoint/2010/main" val="1318932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ADED-1A5A-500A-E7C0-093A69BF8FBF}"/>
              </a:ext>
            </a:extLst>
          </p:cNvPr>
          <p:cNvSpPr>
            <a:spLocks noGrp="1"/>
          </p:cNvSpPr>
          <p:nvPr>
            <p:ph type="title"/>
          </p:nvPr>
        </p:nvSpPr>
        <p:spPr/>
        <p:txBody>
          <a:bodyPr/>
          <a:lstStyle/>
          <a:p>
            <a:r>
              <a:rPr lang="en-AU" dirty="0"/>
              <a:t>Design Overview</a:t>
            </a:r>
          </a:p>
        </p:txBody>
      </p:sp>
      <p:sp>
        <p:nvSpPr>
          <p:cNvPr id="3" name="Content Placeholder 2">
            <a:extLst>
              <a:ext uri="{FF2B5EF4-FFF2-40B4-BE49-F238E27FC236}">
                <a16:creationId xmlns:a16="http://schemas.microsoft.com/office/drawing/2014/main" id="{438FDCC9-E644-5E6F-5AB7-F0B89BA812ED}"/>
              </a:ext>
            </a:extLst>
          </p:cNvPr>
          <p:cNvSpPr>
            <a:spLocks noGrp="1"/>
          </p:cNvSpPr>
          <p:nvPr>
            <p:ph idx="1"/>
          </p:nvPr>
        </p:nvSpPr>
        <p:spPr>
          <a:xfrm>
            <a:off x="838200" y="1574800"/>
            <a:ext cx="10515600" cy="5156200"/>
          </a:xfrm>
        </p:spPr>
        <p:txBody>
          <a:bodyPr>
            <a:normAutofit fontScale="92500"/>
          </a:bodyPr>
          <a:lstStyle/>
          <a:p>
            <a:pPr marL="0" indent="0">
              <a:buNone/>
            </a:pPr>
            <a:r>
              <a:rPr lang="en-AU" dirty="0"/>
              <a:t>S.W.Q.S.S is the entire idea and project, S.W.Q.S is the website and the analysing tool used to interpretate data. SWQSP is the physical probe designed to collect the specific data. All hardware is non-proprietary and all software is opensource using libraries that do not require licensing or have free licences. These decisions were made so that any person could develop their own version of the probe with tools they have available to them so that money or access is not a contributing factor to not use the system. The website and probe are designed to work hand in hand but can also work completely exclusively of each other. The website only requires 4 metrics for a reading to be assessed and the data from the probe can be uploaded to any platform or tool that can read comma-separated vector files. For our branding and designs we used Zef’s logo, a combination of all three 3d mock ups in the final prototype, and Oscar’s website mock up.</a:t>
            </a:r>
          </a:p>
        </p:txBody>
      </p:sp>
    </p:spTree>
    <p:extLst>
      <p:ext uri="{BB962C8B-B14F-4D97-AF65-F5344CB8AC3E}">
        <p14:creationId xmlns:p14="http://schemas.microsoft.com/office/powerpoint/2010/main" val="222595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B04F1-A195-CB1E-1357-9CFAEA9070D2}"/>
              </a:ext>
            </a:extLst>
          </p:cNvPr>
          <p:cNvSpPr>
            <a:spLocks noGrp="1"/>
          </p:cNvSpPr>
          <p:nvPr>
            <p:ph type="title"/>
          </p:nvPr>
        </p:nvSpPr>
        <p:spPr/>
        <p:txBody>
          <a:bodyPr/>
          <a:lstStyle/>
          <a:p>
            <a:r>
              <a:rPr lang="en-AU" dirty="0"/>
              <a:t>Probe parts used (Prototype)</a:t>
            </a:r>
          </a:p>
        </p:txBody>
      </p:sp>
      <p:sp>
        <p:nvSpPr>
          <p:cNvPr id="3" name="Content Placeholder 2">
            <a:extLst>
              <a:ext uri="{FF2B5EF4-FFF2-40B4-BE49-F238E27FC236}">
                <a16:creationId xmlns:a16="http://schemas.microsoft.com/office/drawing/2014/main" id="{45CEAAFE-5C49-C7BC-6C61-67B3E1047D2D}"/>
              </a:ext>
            </a:extLst>
          </p:cNvPr>
          <p:cNvSpPr>
            <a:spLocks noGrp="1"/>
          </p:cNvSpPr>
          <p:nvPr>
            <p:ph idx="1"/>
          </p:nvPr>
        </p:nvSpPr>
        <p:spPr/>
        <p:txBody>
          <a:bodyPr>
            <a:normAutofit lnSpcReduction="10000"/>
          </a:bodyPr>
          <a:lstStyle/>
          <a:p>
            <a:pPr marL="0" indent="0">
              <a:buNone/>
            </a:pPr>
            <a:r>
              <a:rPr lang="en-AU" dirty="0"/>
              <a:t>Arduino uno R3 development board</a:t>
            </a:r>
          </a:p>
          <a:p>
            <a:pPr marL="0" indent="0">
              <a:buNone/>
            </a:pPr>
            <a:r>
              <a:rPr lang="en-AU" dirty="0"/>
              <a:t>6 cell AA battery pack wired in a 9v configuration</a:t>
            </a:r>
          </a:p>
          <a:p>
            <a:pPr marL="0" indent="0">
              <a:buNone/>
            </a:pPr>
            <a:r>
              <a:rPr lang="en-AU" dirty="0"/>
              <a:t>DS18B20 water proof temperature sensor</a:t>
            </a:r>
          </a:p>
          <a:p>
            <a:pPr marL="0" indent="0">
              <a:buNone/>
            </a:pPr>
            <a:r>
              <a:rPr lang="en-AU" dirty="0"/>
              <a:t>JSN-SR04T V3.0 Waterproof Ultrasonic Sensor</a:t>
            </a:r>
          </a:p>
          <a:p>
            <a:pPr marL="0" indent="0">
              <a:buNone/>
            </a:pPr>
            <a:r>
              <a:rPr lang="en-AU" dirty="0"/>
              <a:t>Arduino Turbidity sensor Kit</a:t>
            </a:r>
          </a:p>
          <a:p>
            <a:pPr marL="0" indent="0">
              <a:buNone/>
            </a:pPr>
            <a:r>
              <a:rPr lang="en-AU" dirty="0"/>
              <a:t>Micro SD Card Reader Module for Arduino</a:t>
            </a:r>
          </a:p>
          <a:p>
            <a:pPr marL="0" indent="0">
              <a:buNone/>
            </a:pPr>
            <a:endParaRPr lang="en-AU" dirty="0"/>
          </a:p>
          <a:p>
            <a:pPr marL="0" indent="0">
              <a:buNone/>
            </a:pPr>
            <a:r>
              <a:rPr lang="en-AU" dirty="0"/>
              <a:t>Approximate Price: ~$20</a:t>
            </a:r>
          </a:p>
          <a:p>
            <a:pPr marL="0" indent="0">
              <a:buNone/>
            </a:pPr>
            <a:r>
              <a:rPr lang="en-AU" dirty="0"/>
              <a:t>Approximate Price for full build: ~$25 - $30</a:t>
            </a:r>
          </a:p>
        </p:txBody>
      </p:sp>
    </p:spTree>
    <p:extLst>
      <p:ext uri="{BB962C8B-B14F-4D97-AF65-F5344CB8AC3E}">
        <p14:creationId xmlns:p14="http://schemas.microsoft.com/office/powerpoint/2010/main" val="37881036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A57B9B-C51B-5B72-84BA-2D9EE3F6A843}"/>
            </a:ext>
          </a:extLst>
        </p:cNvPr>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CC24DAD9-F3A6-490F-6C33-C3BDAE884F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D3B4DF44-0239-0DCD-FADF-A33E78DAA45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2" name="Color">
              <a:extLst>
                <a:ext uri="{FF2B5EF4-FFF2-40B4-BE49-F238E27FC236}">
                  <a16:creationId xmlns:a16="http://schemas.microsoft.com/office/drawing/2014/main" id="{CB141FB8-5AB6-C429-B46F-22A5A08A69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a:extLst>
                <a:ext uri="{FF2B5EF4-FFF2-40B4-BE49-F238E27FC236}">
                  <a16:creationId xmlns:a16="http://schemas.microsoft.com/office/drawing/2014/main" id="{B87BF8D4-5DD9-AD06-2D21-26B022864C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A989CC8D-8007-C869-5319-1309702B706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6" name="Freeform: Shape 15">
              <a:extLst>
                <a:ext uri="{FF2B5EF4-FFF2-40B4-BE49-F238E27FC236}">
                  <a16:creationId xmlns:a16="http://schemas.microsoft.com/office/drawing/2014/main" id="{3E4E50C2-5D41-9F6B-5B91-9994EF9B80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252B05BA-BCDC-344C-F116-43288CB27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D838EF80-D631-0A46-462A-0FC14A517A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427C6F1F-1966-7155-A359-2F4DEDE9C4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345D449E-4348-4C1B-374B-B9B2DC3925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2FECB381-6DFC-F070-CB65-25CB97A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33989254-3C45-B3F6-D17A-30CE5CA413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13ED188D-ADDE-FBEC-E53A-58CE9CC9B82C}"/>
              </a:ext>
            </a:extLst>
          </p:cNvPr>
          <p:cNvSpPr>
            <a:spLocks noGrp="1"/>
          </p:cNvSpPr>
          <p:nvPr>
            <p:ph type="title"/>
          </p:nvPr>
        </p:nvSpPr>
        <p:spPr>
          <a:xfrm>
            <a:off x="790418" y="447104"/>
            <a:ext cx="10545713" cy="1114331"/>
          </a:xfrm>
        </p:spPr>
        <p:txBody>
          <a:bodyPr anchor="b">
            <a:normAutofit/>
          </a:bodyPr>
          <a:lstStyle/>
          <a:p>
            <a:pPr algn="ctr"/>
            <a:r>
              <a:rPr lang="en-AU" sz="4800">
                <a:solidFill>
                  <a:schemeClr val="bg1"/>
                </a:solidFill>
              </a:rPr>
              <a:t>Evaluation Criteria</a:t>
            </a:r>
          </a:p>
        </p:txBody>
      </p:sp>
      <p:sp>
        <p:nvSpPr>
          <p:cNvPr id="24" name="Rectangle 23">
            <a:extLst>
              <a:ext uri="{FF2B5EF4-FFF2-40B4-BE49-F238E27FC236}">
                <a16:creationId xmlns:a16="http://schemas.microsoft.com/office/drawing/2014/main" id="{E1B61EC4-481A-271B-8C3B-C98F5D37C4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57" y="3245529"/>
            <a:ext cx="10911259" cy="32510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6B0CC77D-A31B-F699-0CDC-D817DF05AE4C}"/>
              </a:ext>
            </a:extLst>
          </p:cNvPr>
          <p:cNvGraphicFramePr>
            <a:graphicFrameLocks noGrp="1"/>
          </p:cNvGraphicFramePr>
          <p:nvPr>
            <p:ph idx="1"/>
            <p:extLst>
              <p:ext uri="{D42A27DB-BD31-4B8C-83A1-F6EECF244321}">
                <p14:modId xmlns:p14="http://schemas.microsoft.com/office/powerpoint/2010/main" val="2072953114"/>
              </p:ext>
            </p:extLst>
          </p:nvPr>
        </p:nvGraphicFramePr>
        <p:xfrm>
          <a:off x="633984" y="1778750"/>
          <a:ext cx="10924032" cy="4303490"/>
        </p:xfrm>
        <a:graphic>
          <a:graphicData uri="http://schemas.openxmlformats.org/drawingml/2006/table">
            <a:tbl>
              <a:tblPr firstRow="1" bandRow="1">
                <a:tableStyleId>{7DF18680-E054-41AD-8BC1-D1AEF772440D}</a:tableStyleId>
              </a:tblPr>
              <a:tblGrid>
                <a:gridCol w="3294829">
                  <a:extLst>
                    <a:ext uri="{9D8B030D-6E8A-4147-A177-3AD203B41FA5}">
                      <a16:colId xmlns:a16="http://schemas.microsoft.com/office/drawing/2014/main" val="503308077"/>
                    </a:ext>
                  </a:extLst>
                </a:gridCol>
                <a:gridCol w="3753147">
                  <a:extLst>
                    <a:ext uri="{9D8B030D-6E8A-4147-A177-3AD203B41FA5}">
                      <a16:colId xmlns:a16="http://schemas.microsoft.com/office/drawing/2014/main" val="3927458890"/>
                    </a:ext>
                  </a:extLst>
                </a:gridCol>
                <a:gridCol w="3876056">
                  <a:extLst>
                    <a:ext uri="{9D8B030D-6E8A-4147-A177-3AD203B41FA5}">
                      <a16:colId xmlns:a16="http://schemas.microsoft.com/office/drawing/2014/main" val="3897131024"/>
                    </a:ext>
                  </a:extLst>
                </a:gridCol>
              </a:tblGrid>
              <a:tr h="373396">
                <a:tc>
                  <a:txBody>
                    <a:bodyPr/>
                    <a:lstStyle/>
                    <a:p>
                      <a:r>
                        <a:rPr lang="en-AU" sz="1100"/>
                        <a:t>Evaluation Criterion</a:t>
                      </a:r>
                    </a:p>
                  </a:txBody>
                  <a:tcPr marL="67115" marR="67115" marT="33558" marB="33558"/>
                </a:tc>
                <a:tc>
                  <a:txBody>
                    <a:bodyPr/>
                    <a:lstStyle/>
                    <a:p>
                      <a:r>
                        <a:rPr lang="en-AU" sz="1100"/>
                        <a:t>Efficiency or Effectiveness</a:t>
                      </a:r>
                    </a:p>
                  </a:txBody>
                  <a:tcPr marL="67115" marR="67115" marT="33558" marB="33558"/>
                </a:tc>
                <a:tc>
                  <a:txBody>
                    <a:bodyPr/>
                    <a:lstStyle/>
                    <a:p>
                      <a:r>
                        <a:rPr lang="en-AU" sz="1100"/>
                        <a:t>Method</a:t>
                      </a:r>
                    </a:p>
                  </a:txBody>
                  <a:tcPr marL="67115" marR="67115" marT="33558" marB="33558"/>
                </a:tc>
                <a:extLst>
                  <a:ext uri="{0D108BD9-81ED-4DB2-BD59-A6C34878D82A}">
                    <a16:rowId xmlns:a16="http://schemas.microsoft.com/office/drawing/2014/main" val="3079093291"/>
                  </a:ext>
                </a:extLst>
              </a:tr>
              <a:tr h="463833">
                <a:tc>
                  <a:txBody>
                    <a:bodyPr/>
                    <a:lstStyle/>
                    <a:p>
                      <a:r>
                        <a:rPr lang="en-US" sz="1100"/>
                        <a:t>The user can easily identify where to find instructions to use the probe (30 seconds at most).</a:t>
                      </a:r>
                    </a:p>
                  </a:txBody>
                  <a:tcPr marL="67115" marR="67115" marT="33558" marB="33558"/>
                </a:tc>
                <a:tc>
                  <a:txBody>
                    <a:bodyPr/>
                    <a:lstStyle/>
                    <a:p>
                      <a:r>
                        <a:rPr lang="en-AU" sz="1100"/>
                        <a:t>Efficiency – Objective</a:t>
                      </a:r>
                    </a:p>
                  </a:txBody>
                  <a:tcPr marL="67115" marR="67115" marT="33558" marB="33558"/>
                </a:tc>
                <a:tc>
                  <a:txBody>
                    <a:bodyPr/>
                    <a:lstStyle/>
                    <a:p>
                      <a:r>
                        <a:rPr lang="en-AU" sz="1100"/>
                        <a:t>Start the user on the landing page and time them to see how long it takes to navigate to the instructions page</a:t>
                      </a:r>
                    </a:p>
                  </a:txBody>
                  <a:tcPr marL="67115" marR="67115" marT="33558" marB="33558"/>
                </a:tc>
                <a:extLst>
                  <a:ext uri="{0D108BD9-81ED-4DB2-BD59-A6C34878D82A}">
                    <a16:rowId xmlns:a16="http://schemas.microsoft.com/office/drawing/2014/main" val="3162842260"/>
                  </a:ext>
                </a:extLst>
              </a:tr>
              <a:tr h="954157">
                <a:tc>
                  <a:txBody>
                    <a:bodyPr/>
                    <a:lstStyle/>
                    <a:p>
                      <a:r>
                        <a:rPr lang="en-US" sz="1100"/>
                        <a:t>The instructions are clear and concise enough that the average user can understand how to use the probe and upload a reading within 10 minutes</a:t>
                      </a:r>
                      <a:r>
                        <a:rPr lang="en-AU" sz="1100"/>
                        <a:t>.</a:t>
                      </a:r>
                      <a:endParaRPr lang="en-US" sz="1100"/>
                    </a:p>
                  </a:txBody>
                  <a:tcPr marL="67115" marR="67115" marT="33558" marB="33558"/>
                </a:tc>
                <a:tc>
                  <a:txBody>
                    <a:bodyPr/>
                    <a:lstStyle/>
                    <a:p>
                      <a:r>
                        <a:rPr lang="en-AU" sz="1100"/>
                        <a:t>Efficiency/Effectiveness - Objective</a:t>
                      </a:r>
                    </a:p>
                  </a:txBody>
                  <a:tcPr marL="67115" marR="67115" marT="33558" marB="33558"/>
                </a:tc>
                <a:tc>
                  <a:txBody>
                    <a:bodyPr/>
                    <a:lstStyle/>
                    <a:p>
                      <a:r>
                        <a:rPr lang="en-AU" sz="1100"/>
                        <a:t>Start the user on the instructions page, have them read it, before explaining what they think to you, the observer. Let them read and attempt to explain it back until the 10 minutes is up. End the timer when they successfully explain the instructions</a:t>
                      </a:r>
                    </a:p>
                  </a:txBody>
                  <a:tcPr marL="67115" marR="67115" marT="33558" marB="33558"/>
                </a:tc>
                <a:extLst>
                  <a:ext uri="{0D108BD9-81ED-4DB2-BD59-A6C34878D82A}">
                    <a16:rowId xmlns:a16="http://schemas.microsoft.com/office/drawing/2014/main" val="937070395"/>
                  </a:ext>
                </a:extLst>
              </a:tr>
              <a:tr h="771276">
                <a:tc>
                  <a:txBody>
                    <a:bodyPr/>
                    <a:lstStyle/>
                    <a:p>
                      <a:r>
                        <a:rPr lang="en-US" sz="1100"/>
                        <a:t>The reading interface is clear enough so that the average user can easily analyze and understand the results of a reading (high/low turbidity, dangerous/safe, etc.)</a:t>
                      </a:r>
                    </a:p>
                  </a:txBody>
                  <a:tcPr marL="67115" marR="67115" marT="33558" marB="33558"/>
                </a:tc>
                <a:tc>
                  <a:txBody>
                    <a:bodyPr/>
                    <a:lstStyle/>
                    <a:p>
                      <a:r>
                        <a:rPr lang="en-AU" sz="1100"/>
                        <a:t>Effectiveness - Subjective</a:t>
                      </a:r>
                    </a:p>
                  </a:txBody>
                  <a:tcPr marL="67115" marR="67115" marT="33558" marB="33558"/>
                </a:tc>
                <a:tc>
                  <a:txBody>
                    <a:bodyPr/>
                    <a:lstStyle/>
                    <a:p>
                      <a:r>
                        <a:rPr lang="en-AU" sz="1100"/>
                        <a:t>Start the user on the reading page on a premade reading. Ask the user to explain the use case of each section of the page (average panels, water quality assessment, trends over time, readings, recent uploads)</a:t>
                      </a:r>
                    </a:p>
                  </a:txBody>
                  <a:tcPr marL="67115" marR="67115" marT="33558" marB="33558"/>
                </a:tc>
                <a:extLst>
                  <a:ext uri="{0D108BD9-81ED-4DB2-BD59-A6C34878D82A}">
                    <a16:rowId xmlns:a16="http://schemas.microsoft.com/office/drawing/2014/main" val="3784089063"/>
                  </a:ext>
                </a:extLst>
              </a:tr>
              <a:tr h="510729">
                <a:tc>
                  <a:txBody>
                    <a:bodyPr/>
                    <a:lstStyle/>
                    <a:p>
                      <a:r>
                        <a:rPr lang="en-US" sz="1100"/>
                        <a:t>The user can figure out where to find their previous readings within 30 seconds.</a:t>
                      </a:r>
                    </a:p>
                  </a:txBody>
                  <a:tcPr marL="67115" marR="67115" marT="33558" marB="33558"/>
                </a:tc>
                <a:tc>
                  <a:txBody>
                    <a:bodyPr/>
                    <a:lstStyle/>
                    <a:p>
                      <a:r>
                        <a:rPr lang="en-AU" sz="1100"/>
                        <a:t>Efficiency - Objective</a:t>
                      </a:r>
                    </a:p>
                  </a:txBody>
                  <a:tcPr marL="67115" marR="67115" marT="33558" marB="33558"/>
                </a:tc>
                <a:tc>
                  <a:txBody>
                    <a:bodyPr/>
                    <a:lstStyle/>
                    <a:p>
                      <a:r>
                        <a:rPr lang="en-AU" sz="1100"/>
                        <a:t>Start the user on the landing page and time them to see how long it takes them to navigate to where the user can see previous readings. Upload page and a reading review page works</a:t>
                      </a:r>
                    </a:p>
                  </a:txBody>
                  <a:tcPr marL="67115" marR="67115" marT="33558" marB="33558"/>
                </a:tc>
                <a:extLst>
                  <a:ext uri="{0D108BD9-81ED-4DB2-BD59-A6C34878D82A}">
                    <a16:rowId xmlns:a16="http://schemas.microsoft.com/office/drawing/2014/main" val="3337377998"/>
                  </a:ext>
                </a:extLst>
              </a:tr>
              <a:tr h="1003152">
                <a:tc>
                  <a:txBody>
                    <a:bodyPr/>
                    <a:lstStyle/>
                    <a:p>
                      <a:r>
                        <a:rPr lang="en-US" sz="1100"/>
                        <a:t>The website is intuitive enough that the user is easily aware of which part of the website they are in and how to navigate to other pages</a:t>
                      </a:r>
                    </a:p>
                  </a:txBody>
                  <a:tcPr marL="67115" marR="67115" marT="33558" marB="33558"/>
                </a:tc>
                <a:tc>
                  <a:txBody>
                    <a:bodyPr/>
                    <a:lstStyle/>
                    <a:p>
                      <a:r>
                        <a:rPr lang="en-AU" sz="1100"/>
                        <a:t>Effectiveness - Subjective</a:t>
                      </a:r>
                    </a:p>
                  </a:txBody>
                  <a:tcPr marL="67115" marR="67115" marT="33558" marB="33558"/>
                </a:tc>
                <a:tc>
                  <a:txBody>
                    <a:bodyPr/>
                    <a:lstStyle/>
                    <a:p>
                      <a:r>
                        <a:rPr lang="en-AU" sz="1100"/>
                        <a:t>Turn the laptop away from the user and, as the observer, navigate to a random page on the app. Show the screen to the user and ask them to describe it, and repeat this two more times. If a description is correct or accurate enough, mark it correct. All three need to be marked correct</a:t>
                      </a:r>
                    </a:p>
                  </a:txBody>
                  <a:tcPr marL="67115" marR="67115" marT="33558" marB="33558"/>
                </a:tc>
                <a:extLst>
                  <a:ext uri="{0D108BD9-81ED-4DB2-BD59-A6C34878D82A}">
                    <a16:rowId xmlns:a16="http://schemas.microsoft.com/office/drawing/2014/main" val="793788931"/>
                  </a:ext>
                </a:extLst>
              </a:tr>
            </a:tbl>
          </a:graphicData>
        </a:graphic>
      </p:graphicFrame>
    </p:spTree>
    <p:extLst>
      <p:ext uri="{BB962C8B-B14F-4D97-AF65-F5344CB8AC3E}">
        <p14:creationId xmlns:p14="http://schemas.microsoft.com/office/powerpoint/2010/main" val="7692691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Slide Background Fill">
            <a:extLst>
              <a:ext uri="{FF2B5EF4-FFF2-40B4-BE49-F238E27FC236}">
                <a16:creationId xmlns:a16="http://schemas.microsoft.com/office/drawing/2014/main" id="{C3420C89-0B09-4632-A4AF-3971D08BF7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lor Cover">
            <a:extLst>
              <a:ext uri="{FF2B5EF4-FFF2-40B4-BE49-F238E27FC236}">
                <a16:creationId xmlns:a16="http://schemas.microsoft.com/office/drawing/2014/main" id="{4E5CBA61-BF74-40B4-A3A8-366BBA626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C27E70C-5470-4262-B9CE-AE52C51CF4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2929"/>
            <a:ext cx="12188952" cy="3490956"/>
            <a:chOff x="651279" y="598259"/>
            <a:chExt cx="10889442" cy="5680742"/>
          </a:xfrm>
        </p:grpSpPr>
        <p:sp>
          <p:nvSpPr>
            <p:cNvPr id="21" name="Color">
              <a:extLst>
                <a:ext uri="{FF2B5EF4-FFF2-40B4-BE49-F238E27FC236}">
                  <a16:creationId xmlns:a16="http://schemas.microsoft.com/office/drawing/2014/main" id="{B5C7D35F-738C-47DF-AD6E-859806E46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lor">
              <a:extLst>
                <a:ext uri="{FF2B5EF4-FFF2-40B4-BE49-F238E27FC236}">
                  <a16:creationId xmlns:a16="http://schemas.microsoft.com/office/drawing/2014/main" id="{740F8C8B-E52F-46CF-89C7-51C6A037CF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9A0F5B2-B3B2-4448-F130-E01E44E49D91}"/>
              </a:ext>
            </a:extLst>
          </p:cNvPr>
          <p:cNvPicPr>
            <a:picLocks noChangeAspect="1"/>
          </p:cNvPicPr>
          <p:nvPr/>
        </p:nvPicPr>
        <p:blipFill>
          <a:blip r:embed="rId2"/>
          <a:stretch>
            <a:fillRect/>
          </a:stretch>
        </p:blipFill>
        <p:spPr>
          <a:xfrm>
            <a:off x="6803647" y="2151842"/>
            <a:ext cx="4730214" cy="2554316"/>
          </a:xfrm>
          <a:prstGeom prst="rect">
            <a:avLst/>
          </a:prstGeom>
        </p:spPr>
      </p:pic>
      <p:grpSp>
        <p:nvGrpSpPr>
          <p:cNvPr id="24" name="Group 23">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5" name="Freeform: Shape 24">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5" name="Freeform: Shape 14">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0" name="Freeform: Shape 29">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A2820B42-F2E1-0D4A-CA11-6969E8E37672}"/>
              </a:ext>
            </a:extLst>
          </p:cNvPr>
          <p:cNvSpPr>
            <a:spLocks noGrp="1"/>
          </p:cNvSpPr>
          <p:nvPr>
            <p:ph type="title"/>
          </p:nvPr>
        </p:nvSpPr>
        <p:spPr>
          <a:xfrm>
            <a:off x="786384" y="841249"/>
            <a:ext cx="5692953" cy="2587131"/>
          </a:xfrm>
        </p:spPr>
        <p:txBody>
          <a:bodyPr anchor="b">
            <a:normAutofit/>
          </a:bodyPr>
          <a:lstStyle/>
          <a:p>
            <a:r>
              <a:rPr lang="en-AU" sz="4800">
                <a:solidFill>
                  <a:schemeClr val="bg1"/>
                </a:solidFill>
              </a:rPr>
              <a:t>Version Control</a:t>
            </a:r>
          </a:p>
        </p:txBody>
      </p:sp>
      <p:sp>
        <p:nvSpPr>
          <p:cNvPr id="3" name="Content Placeholder 2">
            <a:extLst>
              <a:ext uri="{FF2B5EF4-FFF2-40B4-BE49-F238E27FC236}">
                <a16:creationId xmlns:a16="http://schemas.microsoft.com/office/drawing/2014/main" id="{78A9B5C1-0D08-E7D6-1604-F4E765D729ED}"/>
              </a:ext>
            </a:extLst>
          </p:cNvPr>
          <p:cNvSpPr>
            <a:spLocks noGrp="1"/>
          </p:cNvSpPr>
          <p:nvPr>
            <p:ph idx="1"/>
          </p:nvPr>
        </p:nvSpPr>
        <p:spPr>
          <a:xfrm>
            <a:off x="786383" y="3566810"/>
            <a:ext cx="5692953" cy="2651110"/>
          </a:xfrm>
        </p:spPr>
        <p:txBody>
          <a:bodyPr anchor="ctr">
            <a:normAutofit/>
          </a:bodyPr>
          <a:lstStyle/>
          <a:p>
            <a:pPr marL="0" indent="0">
              <a:buNone/>
            </a:pPr>
            <a:r>
              <a:rPr lang="en-AU" sz="2000">
                <a:solidFill>
                  <a:schemeClr val="tx2"/>
                </a:solidFill>
              </a:rPr>
              <a:t>The version control is maintained on GitHub primarily by Oscar. It is used to keep track of all versions of the project and who made what changes. If a problem arises the version can be reverted to an older, working version of the project.</a:t>
            </a:r>
            <a:endParaRPr lang="en-US" sz="2000">
              <a:solidFill>
                <a:schemeClr val="tx2"/>
              </a:solidFill>
            </a:endParaRPr>
          </a:p>
        </p:txBody>
      </p:sp>
    </p:spTree>
    <p:extLst>
      <p:ext uri="{BB962C8B-B14F-4D97-AF65-F5344CB8AC3E}">
        <p14:creationId xmlns:p14="http://schemas.microsoft.com/office/powerpoint/2010/main" val="2973244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1F9866A9-B167-4D75-8F7F-360025AD6B4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167"/>
            <a:ext cx="12188952" cy="2469184"/>
            <a:chOff x="651279" y="598259"/>
            <a:chExt cx="10889442" cy="4018039"/>
          </a:xfrm>
        </p:grpSpPr>
        <p:sp>
          <p:nvSpPr>
            <p:cNvPr id="19" name="Color">
              <a:extLst>
                <a:ext uri="{FF2B5EF4-FFF2-40B4-BE49-F238E27FC236}">
                  <a16:creationId xmlns:a16="http://schemas.microsoft.com/office/drawing/2014/main" id="{C2DD07C1-6CFB-48E5-AD0E-AC091042B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398046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lor">
              <a:extLst>
                <a:ext uri="{FF2B5EF4-FFF2-40B4-BE49-F238E27FC236}">
                  <a16:creationId xmlns:a16="http://schemas.microsoft.com/office/drawing/2014/main" id="{F9A8FC0F-BD29-4D9A-ABF1-D75E3A2691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4018039"/>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Content Placeholder 3">
            <a:extLst>
              <a:ext uri="{FF2B5EF4-FFF2-40B4-BE49-F238E27FC236}">
                <a16:creationId xmlns:a16="http://schemas.microsoft.com/office/drawing/2014/main" id="{514C81AC-0D0A-6F04-301A-86FB85CD49D7}"/>
              </a:ext>
              <a:ext uri="{C183D7F6-B498-43B3-948B-1728B52AA6E4}">
                <adec:decorative xmlns:adec="http://schemas.microsoft.com/office/drawing/2017/decorative" val="1"/>
              </a:ext>
            </a:extLst>
          </p:cNvPr>
          <p:cNvPicPr>
            <a:picLocks noChangeAspect="1"/>
          </p:cNvPicPr>
          <p:nvPr/>
        </p:nvPicPr>
        <p:blipFill>
          <a:blip r:embed="rId2"/>
          <a:srcRect b="11166"/>
          <a:stretch>
            <a:fillRect/>
          </a:stretch>
        </p:blipFill>
        <p:spPr>
          <a:xfrm>
            <a:off x="1007829" y="2456709"/>
            <a:ext cx="9723622" cy="4265218"/>
          </a:xfrm>
          <a:prstGeom prst="rect">
            <a:avLst/>
          </a:prstGeom>
        </p:spPr>
      </p:pic>
      <p:grpSp>
        <p:nvGrpSpPr>
          <p:cNvPr id="22" name="Group 21">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3" name="Freeform: Shape 22">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8">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2B862ED3-17C4-55EC-D135-C4D91E30AC99}"/>
              </a:ext>
            </a:extLst>
          </p:cNvPr>
          <p:cNvSpPr>
            <a:spLocks noGrp="1"/>
          </p:cNvSpPr>
          <p:nvPr>
            <p:ph type="title"/>
          </p:nvPr>
        </p:nvSpPr>
        <p:spPr>
          <a:xfrm>
            <a:off x="789708" y="339165"/>
            <a:ext cx="5633531" cy="2226769"/>
          </a:xfrm>
        </p:spPr>
        <p:txBody>
          <a:bodyPr vert="horz" lIns="91440" tIns="45720" rIns="91440" bIns="45720" rtlCol="0" anchor="ctr">
            <a:normAutofit/>
          </a:bodyPr>
          <a:lstStyle/>
          <a:p>
            <a:r>
              <a:rPr lang="en-US" sz="4800" kern="1200">
                <a:solidFill>
                  <a:schemeClr val="bg1"/>
                </a:solidFill>
                <a:latin typeface="+mj-lt"/>
                <a:ea typeface="+mj-ea"/>
                <a:cs typeface="+mj-cs"/>
              </a:rPr>
              <a:t>Gantt Chart</a:t>
            </a:r>
          </a:p>
        </p:txBody>
      </p:sp>
    </p:spTree>
    <p:extLst>
      <p:ext uri="{BB962C8B-B14F-4D97-AF65-F5344CB8AC3E}">
        <p14:creationId xmlns:p14="http://schemas.microsoft.com/office/powerpoint/2010/main" val="14359998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44D65982-4F00-4330-8DAA-DE6A9E4D6D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400A7B37-4458-4745-AA03-7239FAF2D8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2" name="Color">
              <a:extLst>
                <a:ext uri="{FF2B5EF4-FFF2-40B4-BE49-F238E27FC236}">
                  <a16:creationId xmlns:a16="http://schemas.microsoft.com/office/drawing/2014/main" id="{097E1D96-7C8B-400D-A348-5CCBDCAFB7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a:extLst>
                <a:ext uri="{FF2B5EF4-FFF2-40B4-BE49-F238E27FC236}">
                  <a16:creationId xmlns:a16="http://schemas.microsoft.com/office/drawing/2014/main" id="{0E5BB2AC-B50A-43D8-A7F2-1340091989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6" name="Freeform: Shape 15">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A60C07A3-0361-52C0-FF89-FE53253FC367}"/>
              </a:ext>
            </a:extLst>
          </p:cNvPr>
          <p:cNvSpPr>
            <a:spLocks noGrp="1"/>
          </p:cNvSpPr>
          <p:nvPr>
            <p:ph type="title"/>
          </p:nvPr>
        </p:nvSpPr>
        <p:spPr>
          <a:xfrm>
            <a:off x="656708" y="1260497"/>
            <a:ext cx="10901308" cy="1256044"/>
          </a:xfrm>
        </p:spPr>
        <p:txBody>
          <a:bodyPr anchor="b">
            <a:normAutofit/>
          </a:bodyPr>
          <a:lstStyle/>
          <a:p>
            <a:pPr algn="ctr"/>
            <a:r>
              <a:rPr lang="en-AU" sz="4800">
                <a:solidFill>
                  <a:schemeClr val="bg1"/>
                </a:solidFill>
              </a:rPr>
              <a:t>Alpha Testing</a:t>
            </a:r>
          </a:p>
        </p:txBody>
      </p:sp>
      <p:sp>
        <p:nvSpPr>
          <p:cNvPr id="24" name="Rectangle 23">
            <a:extLst>
              <a:ext uri="{FF2B5EF4-FFF2-40B4-BE49-F238E27FC236}">
                <a16:creationId xmlns:a16="http://schemas.microsoft.com/office/drawing/2014/main" id="{D143E7E7-E8B6-4540-9F64-16248A70AA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57" y="3245529"/>
            <a:ext cx="10911259" cy="32510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6955F883-FA0F-A64C-4AB0-6B28D02855B6}"/>
              </a:ext>
            </a:extLst>
          </p:cNvPr>
          <p:cNvGraphicFramePr>
            <a:graphicFrameLocks noGrp="1"/>
          </p:cNvGraphicFramePr>
          <p:nvPr>
            <p:ph idx="1"/>
            <p:extLst>
              <p:ext uri="{D42A27DB-BD31-4B8C-83A1-F6EECF244321}">
                <p14:modId xmlns:p14="http://schemas.microsoft.com/office/powerpoint/2010/main" val="454738180"/>
              </p:ext>
            </p:extLst>
          </p:nvPr>
        </p:nvGraphicFramePr>
        <p:xfrm>
          <a:off x="613016" y="3245529"/>
          <a:ext cx="10978741" cy="3667433"/>
        </p:xfrm>
        <a:graphic>
          <a:graphicData uri="http://schemas.openxmlformats.org/drawingml/2006/table">
            <a:tbl>
              <a:tblPr firstRow="1" bandRow="1">
                <a:tableStyleId>{7DF18680-E054-41AD-8BC1-D1AEF772440D}</a:tableStyleId>
              </a:tblPr>
              <a:tblGrid>
                <a:gridCol w="1646403">
                  <a:extLst>
                    <a:ext uri="{9D8B030D-6E8A-4147-A177-3AD203B41FA5}">
                      <a16:colId xmlns:a16="http://schemas.microsoft.com/office/drawing/2014/main" val="2245322903"/>
                    </a:ext>
                  </a:extLst>
                </a:gridCol>
                <a:gridCol w="1646403">
                  <a:extLst>
                    <a:ext uri="{9D8B030D-6E8A-4147-A177-3AD203B41FA5}">
                      <a16:colId xmlns:a16="http://schemas.microsoft.com/office/drawing/2014/main" val="503308077"/>
                    </a:ext>
                  </a:extLst>
                </a:gridCol>
                <a:gridCol w="1875421">
                  <a:extLst>
                    <a:ext uri="{9D8B030D-6E8A-4147-A177-3AD203B41FA5}">
                      <a16:colId xmlns:a16="http://schemas.microsoft.com/office/drawing/2014/main" val="3927458890"/>
                    </a:ext>
                  </a:extLst>
                </a:gridCol>
                <a:gridCol w="2086295">
                  <a:extLst>
                    <a:ext uri="{9D8B030D-6E8A-4147-A177-3AD203B41FA5}">
                      <a16:colId xmlns:a16="http://schemas.microsoft.com/office/drawing/2014/main" val="3897131024"/>
                    </a:ext>
                  </a:extLst>
                </a:gridCol>
                <a:gridCol w="2207977">
                  <a:extLst>
                    <a:ext uri="{9D8B030D-6E8A-4147-A177-3AD203B41FA5}">
                      <a16:colId xmlns:a16="http://schemas.microsoft.com/office/drawing/2014/main" val="4292947188"/>
                    </a:ext>
                  </a:extLst>
                </a:gridCol>
                <a:gridCol w="1516242">
                  <a:extLst>
                    <a:ext uri="{9D8B030D-6E8A-4147-A177-3AD203B41FA5}">
                      <a16:colId xmlns:a16="http://schemas.microsoft.com/office/drawing/2014/main" val="2530470117"/>
                    </a:ext>
                  </a:extLst>
                </a:gridCol>
              </a:tblGrid>
              <a:tr h="303493">
                <a:tc>
                  <a:txBody>
                    <a:bodyPr/>
                    <a:lstStyle/>
                    <a:p>
                      <a:r>
                        <a:rPr lang="en-AU" sz="1300"/>
                        <a:t>Feature</a:t>
                      </a:r>
                    </a:p>
                  </a:txBody>
                  <a:tcPr marL="67115" marR="67115" marT="33558" marB="33558"/>
                </a:tc>
                <a:tc>
                  <a:txBody>
                    <a:bodyPr/>
                    <a:lstStyle/>
                    <a:p>
                      <a:r>
                        <a:rPr lang="en-AU" sz="1300"/>
                        <a:t>Method</a:t>
                      </a:r>
                    </a:p>
                  </a:txBody>
                  <a:tcPr marL="67115" marR="67115" marT="33558" marB="33558"/>
                </a:tc>
                <a:tc>
                  <a:txBody>
                    <a:bodyPr/>
                    <a:lstStyle/>
                    <a:p>
                      <a:r>
                        <a:rPr lang="en-AU" sz="1300"/>
                        <a:t>Test Data</a:t>
                      </a:r>
                    </a:p>
                  </a:txBody>
                  <a:tcPr marL="67115" marR="67115" marT="33558" marB="33558"/>
                </a:tc>
                <a:tc>
                  <a:txBody>
                    <a:bodyPr/>
                    <a:lstStyle/>
                    <a:p>
                      <a:r>
                        <a:rPr lang="en-AU" sz="1300"/>
                        <a:t>Expected Result</a:t>
                      </a:r>
                    </a:p>
                  </a:txBody>
                  <a:tcPr marL="67115" marR="67115" marT="33558" marB="33558"/>
                </a:tc>
                <a:tc>
                  <a:txBody>
                    <a:bodyPr/>
                    <a:lstStyle/>
                    <a:p>
                      <a:r>
                        <a:rPr lang="en-AU" sz="1300"/>
                        <a:t>Actual Result</a:t>
                      </a:r>
                    </a:p>
                  </a:txBody>
                  <a:tcPr marL="67115" marR="67115" marT="33558" marB="33558"/>
                </a:tc>
                <a:tc>
                  <a:txBody>
                    <a:bodyPr/>
                    <a:lstStyle/>
                    <a:p>
                      <a:r>
                        <a:rPr lang="en-AU" sz="1300"/>
                        <a:t>Passed Testing?</a:t>
                      </a:r>
                    </a:p>
                  </a:txBody>
                  <a:tcPr marL="67115" marR="67115" marT="33558" marB="33558"/>
                </a:tc>
                <a:extLst>
                  <a:ext uri="{0D108BD9-81ED-4DB2-BD59-A6C34878D82A}">
                    <a16:rowId xmlns:a16="http://schemas.microsoft.com/office/drawing/2014/main" val="3079093291"/>
                  </a:ext>
                </a:extLst>
              </a:tr>
              <a:tr h="552942">
                <a:tc>
                  <a:txBody>
                    <a:bodyPr/>
                    <a:lstStyle/>
                    <a:p>
                      <a:r>
                        <a:rPr lang="en-AU" sz="1300" dirty="0"/>
                        <a:t>Analysis tool</a:t>
                      </a:r>
                    </a:p>
                  </a:txBody>
                  <a:tcPr marL="67115" marR="67115" marT="33558" marB="33558"/>
                </a:tc>
                <a:tc>
                  <a:txBody>
                    <a:bodyPr/>
                    <a:lstStyle/>
                    <a:p>
                      <a:r>
                        <a:rPr lang="en-AU" sz="1300" dirty="0"/>
                        <a:t>Upload a .csv file to the tool</a:t>
                      </a:r>
                    </a:p>
                  </a:txBody>
                  <a:tcPr marL="67115" marR="67115" marT="33558" marB="33558"/>
                </a:tc>
                <a:tc>
                  <a:txBody>
                    <a:bodyPr/>
                    <a:lstStyle/>
                    <a:p>
                      <a:r>
                        <a:rPr lang="en-AU" sz="1300" dirty="0"/>
                        <a:t>A data sample that should return an unsafe reading</a:t>
                      </a:r>
                    </a:p>
                  </a:txBody>
                  <a:tcPr marL="67115" marR="67115" marT="33558" marB="33558"/>
                </a:tc>
                <a:tc>
                  <a:txBody>
                    <a:bodyPr/>
                    <a:lstStyle/>
                    <a:p>
                      <a:r>
                        <a:rPr lang="en-AU" sz="1300" dirty="0"/>
                        <a:t>A display telling the user that the water is not safe to drink in its current state.</a:t>
                      </a:r>
                    </a:p>
                  </a:txBody>
                  <a:tcPr marL="67115" marR="67115" marT="33558" marB="33558"/>
                </a:tc>
                <a:tc>
                  <a:txBody>
                    <a:bodyPr/>
                    <a:lstStyle/>
                    <a:p>
                      <a:r>
                        <a:rPr lang="en-AU" sz="1300" dirty="0"/>
                        <a:t>Told the user that it was safe to drink the water.</a:t>
                      </a:r>
                    </a:p>
                  </a:txBody>
                  <a:tcPr marL="67115" marR="67115" marT="33558" marB="33558"/>
                </a:tc>
                <a:tc>
                  <a:txBody>
                    <a:bodyPr/>
                    <a:lstStyle/>
                    <a:p>
                      <a:r>
                        <a:rPr lang="en-AU" sz="1300" dirty="0"/>
                        <a:t>FAIL</a:t>
                      </a:r>
                    </a:p>
                  </a:txBody>
                  <a:tcPr marL="67115" marR="67115" marT="33558" marB="33558"/>
                </a:tc>
                <a:extLst>
                  <a:ext uri="{0D108BD9-81ED-4DB2-BD59-A6C34878D82A}">
                    <a16:rowId xmlns:a16="http://schemas.microsoft.com/office/drawing/2014/main" val="3162842260"/>
                  </a:ext>
                </a:extLst>
              </a:tr>
              <a:tr h="552942">
                <a:tc>
                  <a:txBody>
                    <a:bodyPr/>
                    <a:lstStyle/>
                    <a:p>
                      <a:r>
                        <a:rPr lang="en-AU" sz="1300" dirty="0"/>
                        <a:t>Analysis tool</a:t>
                      </a:r>
                    </a:p>
                  </a:txBody>
                  <a:tcPr marL="67115" marR="67115" marT="33558" marB="33558"/>
                </a:tc>
                <a:tc>
                  <a:txBody>
                    <a:bodyPr/>
                    <a:lstStyle/>
                    <a:p>
                      <a:r>
                        <a:rPr lang="en-AU" sz="1300" dirty="0"/>
                        <a:t>Upload a .csv file to the tool</a:t>
                      </a:r>
                    </a:p>
                  </a:txBody>
                  <a:tcPr marL="67115" marR="67115" marT="33558" marB="33558"/>
                </a:tc>
                <a:tc>
                  <a:txBody>
                    <a:bodyPr/>
                    <a:lstStyle/>
                    <a:p>
                      <a:r>
                        <a:rPr lang="en-AU" sz="1300" dirty="0"/>
                        <a:t>A data sample that should return a safe reading</a:t>
                      </a:r>
                    </a:p>
                  </a:txBody>
                  <a:tcPr marL="67115" marR="67115" marT="33558" marB="33558"/>
                </a:tc>
                <a:tc>
                  <a:txBody>
                    <a:bodyPr/>
                    <a:lstStyle/>
                    <a:p>
                      <a:r>
                        <a:rPr lang="en-AU" sz="1300" dirty="0"/>
                        <a:t>A display telling the user that the water is safe to drink in its current state.</a:t>
                      </a:r>
                    </a:p>
                  </a:txBody>
                  <a:tcPr marL="67115" marR="67115" marT="33558" marB="33558"/>
                </a:tc>
                <a:tc>
                  <a:txBody>
                    <a:bodyPr/>
                    <a:lstStyle/>
                    <a:p>
                      <a:r>
                        <a:rPr lang="en-AU" sz="1300" dirty="0"/>
                        <a:t>Told the user that it was safe to drink the water.</a:t>
                      </a:r>
                    </a:p>
                  </a:txBody>
                  <a:tcPr marL="67115" marR="67115" marT="33558" marB="33558"/>
                </a:tc>
                <a:tc>
                  <a:txBody>
                    <a:bodyPr/>
                    <a:lstStyle/>
                    <a:p>
                      <a:r>
                        <a:rPr lang="en-AU" sz="1300" dirty="0"/>
                        <a:t>PASS</a:t>
                      </a:r>
                    </a:p>
                  </a:txBody>
                  <a:tcPr marL="67115" marR="67115" marT="33558" marB="33558"/>
                </a:tc>
                <a:extLst>
                  <a:ext uri="{0D108BD9-81ED-4DB2-BD59-A6C34878D82A}">
                    <a16:rowId xmlns:a16="http://schemas.microsoft.com/office/drawing/2014/main" val="937070395"/>
                  </a:ext>
                </a:extLst>
              </a:tr>
              <a:tr h="344878">
                <a:tc>
                  <a:txBody>
                    <a:bodyPr/>
                    <a:lstStyle/>
                    <a:p>
                      <a:r>
                        <a:rPr lang="en-AU" sz="1300" dirty="0"/>
                        <a:t>Click on logo</a:t>
                      </a:r>
                    </a:p>
                  </a:txBody>
                  <a:tcPr marL="67115" marR="67115" marT="33558" marB="33558"/>
                </a:tc>
                <a:tc>
                  <a:txBody>
                    <a:bodyPr/>
                    <a:lstStyle/>
                    <a:p>
                      <a:r>
                        <a:rPr lang="en-AU" sz="1300" dirty="0"/>
                        <a:t>Click on the logo when not on the main page</a:t>
                      </a:r>
                    </a:p>
                  </a:txBody>
                  <a:tcPr marL="67115" marR="67115" marT="33558" marB="33558"/>
                </a:tc>
                <a:tc>
                  <a:txBody>
                    <a:bodyPr/>
                    <a:lstStyle/>
                    <a:p>
                      <a:r>
                        <a:rPr lang="en-AU" sz="1300" dirty="0"/>
                        <a:t>N/A</a:t>
                      </a:r>
                    </a:p>
                  </a:txBody>
                  <a:tcPr marL="67115" marR="67115" marT="33558" marB="33558"/>
                </a:tc>
                <a:tc>
                  <a:txBody>
                    <a:bodyPr/>
                    <a:lstStyle/>
                    <a:p>
                      <a:r>
                        <a:rPr lang="en-AU" sz="1300" dirty="0"/>
                        <a:t>Return to the top of the home page</a:t>
                      </a:r>
                    </a:p>
                  </a:txBody>
                  <a:tcPr marL="67115" marR="67115" marT="33558" marB="33558"/>
                </a:tc>
                <a:tc>
                  <a:txBody>
                    <a:bodyPr/>
                    <a:lstStyle/>
                    <a:p>
                      <a:r>
                        <a:rPr lang="en-AU" sz="1300" dirty="0"/>
                        <a:t>Returned the user to the top of the home page.</a:t>
                      </a:r>
                    </a:p>
                  </a:txBody>
                  <a:tcPr marL="67115" marR="67115" marT="33558" marB="33558"/>
                </a:tc>
                <a:tc>
                  <a:txBody>
                    <a:bodyPr/>
                    <a:lstStyle/>
                    <a:p>
                      <a:r>
                        <a:rPr lang="en-AU" sz="1300"/>
                        <a:t>PASS</a:t>
                      </a:r>
                      <a:endParaRPr lang="en-AU" sz="1300" dirty="0"/>
                    </a:p>
                  </a:txBody>
                  <a:tcPr marL="67115" marR="67115" marT="33558" marB="33558"/>
                </a:tc>
                <a:extLst>
                  <a:ext uri="{0D108BD9-81ED-4DB2-BD59-A6C34878D82A}">
                    <a16:rowId xmlns:a16="http://schemas.microsoft.com/office/drawing/2014/main" val="3784089063"/>
                  </a:ext>
                </a:extLst>
              </a:tr>
              <a:tr h="344878">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3337377998"/>
                  </a:ext>
                </a:extLst>
              </a:tr>
              <a:tr h="344878">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793788931"/>
                  </a:ext>
                </a:extLst>
              </a:tr>
              <a:tr h="344878">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1943056583"/>
                  </a:ext>
                </a:extLst>
              </a:tr>
              <a:tr h="344878">
                <a:tc>
                  <a:txBody>
                    <a:bodyPr/>
                    <a:lstStyle/>
                    <a:p>
                      <a:endParaRPr lang="en-AU" sz="1300" dirty="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dirty="0"/>
                    </a:p>
                  </a:txBody>
                  <a:tcPr marL="67115" marR="67115" marT="33558" marB="33558"/>
                </a:tc>
                <a:extLst>
                  <a:ext uri="{0D108BD9-81ED-4DB2-BD59-A6C34878D82A}">
                    <a16:rowId xmlns:a16="http://schemas.microsoft.com/office/drawing/2014/main" val="1822580829"/>
                  </a:ext>
                </a:extLst>
              </a:tr>
            </a:tbl>
          </a:graphicData>
        </a:graphic>
      </p:graphicFrame>
    </p:spTree>
    <p:extLst>
      <p:ext uri="{BB962C8B-B14F-4D97-AF65-F5344CB8AC3E}">
        <p14:creationId xmlns:p14="http://schemas.microsoft.com/office/powerpoint/2010/main" val="10986578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7D8E0-4955-A7F8-13B7-B7F808D1A33D}"/>
              </a:ext>
            </a:extLst>
          </p:cNvPr>
          <p:cNvSpPr>
            <a:spLocks noGrp="1"/>
          </p:cNvSpPr>
          <p:nvPr>
            <p:ph type="title"/>
          </p:nvPr>
        </p:nvSpPr>
        <p:spPr/>
        <p:txBody>
          <a:bodyPr/>
          <a:lstStyle/>
          <a:p>
            <a:r>
              <a:rPr lang="en-AU" dirty="0"/>
              <a:t>EVALUATION STAGE</a:t>
            </a:r>
          </a:p>
        </p:txBody>
      </p:sp>
      <p:sp>
        <p:nvSpPr>
          <p:cNvPr id="3" name="Content Placeholder 2">
            <a:extLst>
              <a:ext uri="{FF2B5EF4-FFF2-40B4-BE49-F238E27FC236}">
                <a16:creationId xmlns:a16="http://schemas.microsoft.com/office/drawing/2014/main" id="{22DD76DA-E704-31CC-1918-7F5F59376BB4}"/>
              </a:ext>
            </a:extLst>
          </p:cNvPr>
          <p:cNvSpPr>
            <a:spLocks noGrp="1"/>
          </p:cNvSpPr>
          <p:nvPr>
            <p:ph idx="1"/>
          </p:nvPr>
        </p:nvSpPr>
        <p:spPr/>
        <p:txBody>
          <a:bodyPr/>
          <a:lstStyle/>
          <a:p>
            <a:endParaRPr lang="en-AU" dirty="0"/>
          </a:p>
        </p:txBody>
      </p:sp>
    </p:spTree>
    <p:extLst>
      <p:ext uri="{BB962C8B-B14F-4D97-AF65-F5344CB8AC3E}">
        <p14:creationId xmlns:p14="http://schemas.microsoft.com/office/powerpoint/2010/main" val="15171590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B41B4C-9F21-0820-8202-089BF5612540}"/>
            </a:ext>
          </a:extLst>
        </p:cNvPr>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39164D4F-DF18-9E49-35D4-C2172AE041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5E151608-F49A-A0AA-2B5B-EAA4770895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2" name="Color">
              <a:extLst>
                <a:ext uri="{FF2B5EF4-FFF2-40B4-BE49-F238E27FC236}">
                  <a16:creationId xmlns:a16="http://schemas.microsoft.com/office/drawing/2014/main" id="{A3D16585-9B0F-2032-8B0E-7E3C40178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a:extLst>
                <a:ext uri="{FF2B5EF4-FFF2-40B4-BE49-F238E27FC236}">
                  <a16:creationId xmlns:a16="http://schemas.microsoft.com/office/drawing/2014/main" id="{7C4BBD7A-E90C-20BB-CED0-EF517513F2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6C6B23B8-ED73-7259-574A-CF6DE2061B3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6" name="Freeform: Shape 15">
              <a:extLst>
                <a:ext uri="{FF2B5EF4-FFF2-40B4-BE49-F238E27FC236}">
                  <a16:creationId xmlns:a16="http://schemas.microsoft.com/office/drawing/2014/main" id="{991F7AA5-5C52-160D-5B85-56BB7591F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E77DF8F3-BD2B-B628-D60A-39B4DF23B1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E01FF5CC-9896-8B08-9B6F-CE6CED053D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4929E91E-7EFD-B956-ACAC-FF47890402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C6E19252-F802-6EF6-14AF-0D84F51F53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B19F06F5-80FA-AFA6-08BB-846AEACC7D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6C375ED5-D43B-3D7D-309A-F81CE493C6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DBC5D76-BCA6-03C1-7417-C300EB486720}"/>
              </a:ext>
            </a:extLst>
          </p:cNvPr>
          <p:cNvSpPr>
            <a:spLocks noGrp="1"/>
          </p:cNvSpPr>
          <p:nvPr>
            <p:ph type="title"/>
          </p:nvPr>
        </p:nvSpPr>
        <p:spPr>
          <a:xfrm>
            <a:off x="790418" y="447104"/>
            <a:ext cx="10545713" cy="1114331"/>
          </a:xfrm>
        </p:spPr>
        <p:txBody>
          <a:bodyPr anchor="b">
            <a:normAutofit/>
          </a:bodyPr>
          <a:lstStyle/>
          <a:p>
            <a:pPr algn="ctr"/>
            <a:r>
              <a:rPr lang="en-AU" sz="4800" dirty="0">
                <a:solidFill>
                  <a:schemeClr val="bg1"/>
                </a:solidFill>
              </a:rPr>
              <a:t>Beta Testing</a:t>
            </a:r>
          </a:p>
        </p:txBody>
      </p:sp>
      <p:sp>
        <p:nvSpPr>
          <p:cNvPr id="24" name="Rectangle 23">
            <a:extLst>
              <a:ext uri="{FF2B5EF4-FFF2-40B4-BE49-F238E27FC236}">
                <a16:creationId xmlns:a16="http://schemas.microsoft.com/office/drawing/2014/main" id="{7630C5F3-EEB3-8217-E32C-AC8C443C2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57" y="3245529"/>
            <a:ext cx="10911259" cy="32510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1811C758-7E39-8188-744E-129292BAA1A3}"/>
              </a:ext>
            </a:extLst>
          </p:cNvPr>
          <p:cNvGraphicFramePr>
            <a:graphicFrameLocks noGrp="1"/>
          </p:cNvGraphicFramePr>
          <p:nvPr>
            <p:ph idx="1"/>
            <p:extLst>
              <p:ext uri="{D42A27DB-BD31-4B8C-83A1-F6EECF244321}">
                <p14:modId xmlns:p14="http://schemas.microsoft.com/office/powerpoint/2010/main" val="3357444503"/>
              </p:ext>
            </p:extLst>
          </p:nvPr>
        </p:nvGraphicFramePr>
        <p:xfrm>
          <a:off x="633984" y="1778749"/>
          <a:ext cx="10924032" cy="4717848"/>
        </p:xfrm>
        <a:graphic>
          <a:graphicData uri="http://schemas.openxmlformats.org/drawingml/2006/table">
            <a:tbl>
              <a:tblPr firstRow="1" bandRow="1">
                <a:tableStyleId>{7DF18680-E054-41AD-8BC1-D1AEF772440D}</a:tableStyleId>
              </a:tblPr>
              <a:tblGrid>
                <a:gridCol w="3294829">
                  <a:extLst>
                    <a:ext uri="{9D8B030D-6E8A-4147-A177-3AD203B41FA5}">
                      <a16:colId xmlns:a16="http://schemas.microsoft.com/office/drawing/2014/main" val="503308077"/>
                    </a:ext>
                  </a:extLst>
                </a:gridCol>
                <a:gridCol w="3753147">
                  <a:extLst>
                    <a:ext uri="{9D8B030D-6E8A-4147-A177-3AD203B41FA5}">
                      <a16:colId xmlns:a16="http://schemas.microsoft.com/office/drawing/2014/main" val="3927458890"/>
                    </a:ext>
                  </a:extLst>
                </a:gridCol>
                <a:gridCol w="3876056">
                  <a:extLst>
                    <a:ext uri="{9D8B030D-6E8A-4147-A177-3AD203B41FA5}">
                      <a16:colId xmlns:a16="http://schemas.microsoft.com/office/drawing/2014/main" val="3897131024"/>
                    </a:ext>
                  </a:extLst>
                </a:gridCol>
              </a:tblGrid>
              <a:tr h="580269">
                <a:tc>
                  <a:txBody>
                    <a:bodyPr/>
                    <a:lstStyle/>
                    <a:p>
                      <a:r>
                        <a:rPr lang="en-AU" sz="1300"/>
                        <a:t>Test</a:t>
                      </a:r>
                    </a:p>
                  </a:txBody>
                  <a:tcPr marL="67115" marR="67115" marT="33558" marB="33558"/>
                </a:tc>
                <a:tc>
                  <a:txBody>
                    <a:bodyPr/>
                    <a:lstStyle/>
                    <a:p>
                      <a:r>
                        <a:rPr lang="en-AU" sz="1300"/>
                        <a:t>Developer time (on phone version)</a:t>
                      </a:r>
                    </a:p>
                  </a:txBody>
                  <a:tcPr marL="67115" marR="67115" marT="33558" marB="33558"/>
                </a:tc>
                <a:tc>
                  <a:txBody>
                    <a:bodyPr/>
                    <a:lstStyle/>
                    <a:p>
                      <a:r>
                        <a:rPr lang="en-AU" sz="1300"/>
                        <a:t>End user time</a:t>
                      </a:r>
                    </a:p>
                  </a:txBody>
                  <a:tcPr marL="67115" marR="67115" marT="33558" marB="33558"/>
                </a:tc>
                <a:extLst>
                  <a:ext uri="{0D108BD9-81ED-4DB2-BD59-A6C34878D82A}">
                    <a16:rowId xmlns:a16="http://schemas.microsoft.com/office/drawing/2014/main" val="3079093291"/>
                  </a:ext>
                </a:extLst>
              </a:tr>
              <a:tr h="1199627">
                <a:tc>
                  <a:txBody>
                    <a:bodyPr/>
                    <a:lstStyle/>
                    <a:p>
                      <a:r>
                        <a:rPr lang="en-US" sz="1300"/>
                        <a:t>How quickly, on average, can a user find the analyze page, and upload a reading – Starting on landing page</a:t>
                      </a:r>
                    </a:p>
                  </a:txBody>
                  <a:tcPr marL="67115" marR="67115" marT="33558" marB="33558"/>
                </a:tc>
                <a:tc>
                  <a:txBody>
                    <a:bodyPr/>
                    <a:lstStyle/>
                    <a:p>
                      <a:r>
                        <a:rPr lang="en-AU" sz="1300"/>
                        <a:t>7 seconds</a:t>
                      </a:r>
                    </a:p>
                  </a:txBody>
                  <a:tcPr marL="67115" marR="67115" marT="33558" marB="33558"/>
                </a:tc>
                <a:tc>
                  <a:txBody>
                    <a:bodyPr/>
                    <a:lstStyle/>
                    <a:p>
                      <a:r>
                        <a:rPr lang="en-AU" sz="1300" dirty="0"/>
                        <a:t>22 seconds on average</a:t>
                      </a:r>
                    </a:p>
                  </a:txBody>
                  <a:tcPr marL="67115" marR="67115" marT="33558" marB="33558"/>
                </a:tc>
                <a:extLst>
                  <a:ext uri="{0D108BD9-81ED-4DB2-BD59-A6C34878D82A}">
                    <a16:rowId xmlns:a16="http://schemas.microsoft.com/office/drawing/2014/main" val="3162842260"/>
                  </a:ext>
                </a:extLst>
              </a:tr>
              <a:tr h="1178465">
                <a:tc>
                  <a:txBody>
                    <a:bodyPr/>
                    <a:lstStyle/>
                    <a:p>
                      <a:r>
                        <a:rPr lang="en-US" sz="1300"/>
                        <a:t>How quickly, on average, can a user find the community page and upload a personal reading – Starting on landing page</a:t>
                      </a:r>
                    </a:p>
                  </a:txBody>
                  <a:tcPr marL="67115" marR="67115" marT="33558" marB="33558"/>
                </a:tc>
                <a:tc>
                  <a:txBody>
                    <a:bodyPr/>
                    <a:lstStyle/>
                    <a:p>
                      <a:r>
                        <a:rPr lang="en-AU" sz="1300"/>
                        <a:t>5 seconds</a:t>
                      </a:r>
                    </a:p>
                  </a:txBody>
                  <a:tcPr marL="67115" marR="67115" marT="33558" marB="33558"/>
                </a:tc>
                <a:tc>
                  <a:txBody>
                    <a:bodyPr/>
                    <a:lstStyle/>
                    <a:p>
                      <a:r>
                        <a:rPr lang="en-AU" sz="1300" dirty="0"/>
                        <a:t>22.25 seconds on average</a:t>
                      </a:r>
                    </a:p>
                  </a:txBody>
                  <a:tcPr marL="67115" marR="67115" marT="33558" marB="33558"/>
                </a:tc>
                <a:extLst>
                  <a:ext uri="{0D108BD9-81ED-4DB2-BD59-A6C34878D82A}">
                    <a16:rowId xmlns:a16="http://schemas.microsoft.com/office/drawing/2014/main" val="937070395"/>
                  </a:ext>
                </a:extLst>
              </a:tr>
              <a:tr h="919163">
                <a:tc>
                  <a:txBody>
                    <a:bodyPr/>
                    <a:lstStyle/>
                    <a:p>
                      <a:r>
                        <a:rPr lang="en-US" sz="1300"/>
                        <a:t>How quickly, on average, can users interpret the data in a reading</a:t>
                      </a:r>
                    </a:p>
                  </a:txBody>
                  <a:tcPr marL="67115" marR="67115" marT="33558" marB="33558"/>
                </a:tc>
                <a:tc>
                  <a:txBody>
                    <a:bodyPr/>
                    <a:lstStyle/>
                    <a:p>
                      <a:r>
                        <a:rPr lang="en-AU" sz="1300"/>
                        <a:t>23 seconds</a:t>
                      </a:r>
                    </a:p>
                  </a:txBody>
                  <a:tcPr marL="67115" marR="67115" marT="33558" marB="33558"/>
                </a:tc>
                <a:tc>
                  <a:txBody>
                    <a:bodyPr/>
                    <a:lstStyle/>
                    <a:p>
                      <a:r>
                        <a:rPr lang="en-AU" sz="1300" dirty="0"/>
                        <a:t>37.25 seconds on average</a:t>
                      </a:r>
                    </a:p>
                  </a:txBody>
                  <a:tcPr marL="67115" marR="67115" marT="33558" marB="33558"/>
                </a:tc>
                <a:extLst>
                  <a:ext uri="{0D108BD9-81ED-4DB2-BD59-A6C34878D82A}">
                    <a16:rowId xmlns:a16="http://schemas.microsoft.com/office/drawing/2014/main" val="3784089063"/>
                  </a:ext>
                </a:extLst>
              </a:tr>
              <a:tr h="840324">
                <a:tc gridSpan="3">
                  <a:txBody>
                    <a:bodyPr/>
                    <a:lstStyle/>
                    <a:p>
                      <a:r>
                        <a:rPr lang="en-US" sz="1300" dirty="0"/>
                        <a:t>GENERAL FEEDBACK: </a:t>
                      </a:r>
                    </a:p>
                  </a:txBody>
                  <a:tcPr marL="67115" marR="67115" marT="33558" marB="33558"/>
                </a:tc>
                <a:tc hMerge="1">
                  <a:txBody>
                    <a:bodyPr/>
                    <a:lstStyle/>
                    <a:p>
                      <a:endParaRPr lang="en-AU" sz="1300"/>
                    </a:p>
                  </a:txBody>
                  <a:tcPr marL="67115" marR="67115" marT="33558" marB="33558"/>
                </a:tc>
                <a:tc hMerge="1">
                  <a:txBody>
                    <a:bodyPr/>
                    <a:lstStyle/>
                    <a:p>
                      <a:endParaRPr lang="en-AU" sz="1300"/>
                    </a:p>
                  </a:txBody>
                  <a:tcPr marL="67115" marR="67115" marT="33558" marB="33558"/>
                </a:tc>
                <a:extLst>
                  <a:ext uri="{0D108BD9-81ED-4DB2-BD59-A6C34878D82A}">
                    <a16:rowId xmlns:a16="http://schemas.microsoft.com/office/drawing/2014/main" val="3337377998"/>
                  </a:ext>
                </a:extLst>
              </a:tr>
            </a:tbl>
          </a:graphicData>
        </a:graphic>
      </p:graphicFrame>
    </p:spTree>
    <p:extLst>
      <p:ext uri="{BB962C8B-B14F-4D97-AF65-F5344CB8AC3E}">
        <p14:creationId xmlns:p14="http://schemas.microsoft.com/office/powerpoint/2010/main" val="27207392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86EF9-CB4D-8BAE-D468-F97150F12CA7}"/>
              </a:ext>
            </a:extLst>
          </p:cNvPr>
          <p:cNvSpPr>
            <a:spLocks noGrp="1"/>
          </p:cNvSpPr>
          <p:nvPr>
            <p:ph type="title"/>
          </p:nvPr>
        </p:nvSpPr>
        <p:spPr/>
        <p:txBody>
          <a:bodyPr/>
          <a:lstStyle/>
          <a:p>
            <a:r>
              <a:rPr lang="en-AU" dirty="0"/>
              <a:t>Our understanding from Beta testing</a:t>
            </a:r>
          </a:p>
        </p:txBody>
      </p:sp>
      <p:sp>
        <p:nvSpPr>
          <p:cNvPr id="3" name="Content Placeholder 2">
            <a:extLst>
              <a:ext uri="{FF2B5EF4-FFF2-40B4-BE49-F238E27FC236}">
                <a16:creationId xmlns:a16="http://schemas.microsoft.com/office/drawing/2014/main" id="{6AEBA632-418A-8A7F-535B-E916DD7EE7D7}"/>
              </a:ext>
            </a:extLst>
          </p:cNvPr>
          <p:cNvSpPr>
            <a:spLocks noGrp="1"/>
          </p:cNvSpPr>
          <p:nvPr>
            <p:ph idx="1"/>
          </p:nvPr>
        </p:nvSpPr>
        <p:spPr/>
        <p:txBody>
          <a:bodyPr>
            <a:normAutofit fontScale="92500" lnSpcReduction="10000"/>
          </a:bodyPr>
          <a:lstStyle/>
          <a:p>
            <a:pPr marL="0" indent="0">
              <a:buNone/>
            </a:pPr>
            <a:r>
              <a:rPr lang="en-US" dirty="0"/>
              <a:t>Beta tests had varying results: Mac users had more struggle</a:t>
            </a:r>
          </a:p>
          <a:p>
            <a:pPr marL="0" indent="0">
              <a:buNone/>
            </a:pPr>
            <a:r>
              <a:rPr lang="en-US" dirty="0"/>
              <a:t>The UI appears different across operating systems</a:t>
            </a:r>
          </a:p>
          <a:p>
            <a:pPr marL="0" indent="0">
              <a:buNone/>
            </a:pPr>
            <a:r>
              <a:rPr lang="en-US" dirty="0"/>
              <a:t>A user struggled to find how to auto upload a community reading</a:t>
            </a:r>
          </a:p>
          <a:p>
            <a:pPr marL="0" indent="0">
              <a:buNone/>
            </a:pPr>
            <a:endParaRPr lang="en-US" dirty="0"/>
          </a:p>
          <a:p>
            <a:pPr marL="0" indent="0">
              <a:buNone/>
            </a:pPr>
            <a:r>
              <a:rPr lang="en-US" dirty="0"/>
              <a:t>The analyser tool refused to upload the given .csv file on one case</a:t>
            </a:r>
          </a:p>
          <a:p>
            <a:pPr marL="0" indent="0">
              <a:buNone/>
            </a:pPr>
            <a:r>
              <a:rPr lang="en-US" dirty="0"/>
              <a:t>One user couldn’t open the website to do the test because a parental control system was in place</a:t>
            </a:r>
          </a:p>
          <a:p>
            <a:pPr marL="0" indent="0">
              <a:buNone/>
            </a:pPr>
            <a:r>
              <a:rPr lang="en-US" dirty="0"/>
              <a:t>On a user’s laptop it the website refused to accept the .csv file that was used for the test with all other testers.</a:t>
            </a:r>
          </a:p>
          <a:p>
            <a:pPr marL="0" indent="0">
              <a:buNone/>
            </a:pPr>
            <a:r>
              <a:rPr lang="en-US" dirty="0"/>
              <a:t>The platform is tested to work on at least 5 different operating systems.</a:t>
            </a:r>
          </a:p>
          <a:p>
            <a:pPr marL="0" indent="0">
              <a:buNone/>
            </a:pPr>
            <a:endParaRPr lang="en-US" dirty="0"/>
          </a:p>
          <a:p>
            <a:pPr marL="0" indent="0">
              <a:buNone/>
            </a:pPr>
            <a:endParaRPr lang="en-AU" dirty="0"/>
          </a:p>
        </p:txBody>
      </p:sp>
    </p:spTree>
    <p:extLst>
      <p:ext uri="{BB962C8B-B14F-4D97-AF65-F5344CB8AC3E}">
        <p14:creationId xmlns:p14="http://schemas.microsoft.com/office/powerpoint/2010/main" val="33614186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575D4-3A38-6080-8F25-C780E83C536C}"/>
              </a:ext>
            </a:extLst>
          </p:cNvPr>
          <p:cNvSpPr>
            <a:spLocks noGrp="1"/>
          </p:cNvSpPr>
          <p:nvPr>
            <p:ph type="title"/>
          </p:nvPr>
        </p:nvSpPr>
        <p:spPr/>
        <p:txBody>
          <a:bodyPr/>
          <a:lstStyle/>
          <a:p>
            <a:r>
              <a:rPr lang="en-AU" dirty="0"/>
              <a:t>Ethical use of Artificial Intelligence</a:t>
            </a:r>
          </a:p>
        </p:txBody>
      </p:sp>
      <p:sp>
        <p:nvSpPr>
          <p:cNvPr id="3" name="Content Placeholder 2">
            <a:extLst>
              <a:ext uri="{FF2B5EF4-FFF2-40B4-BE49-F238E27FC236}">
                <a16:creationId xmlns:a16="http://schemas.microsoft.com/office/drawing/2014/main" id="{4A917AD0-3DCB-3347-F8F2-44C4E8696097}"/>
              </a:ext>
            </a:extLst>
          </p:cNvPr>
          <p:cNvSpPr>
            <a:spLocks noGrp="1"/>
          </p:cNvSpPr>
          <p:nvPr>
            <p:ph idx="1"/>
          </p:nvPr>
        </p:nvSpPr>
        <p:spPr>
          <a:xfrm>
            <a:off x="838200" y="1825625"/>
            <a:ext cx="10515600" cy="5091642"/>
          </a:xfrm>
        </p:spPr>
        <p:txBody>
          <a:bodyPr>
            <a:normAutofit fontScale="92500"/>
          </a:bodyPr>
          <a:lstStyle/>
          <a:p>
            <a:pPr marL="0" indent="0">
              <a:buNone/>
            </a:pPr>
            <a:r>
              <a:rPr lang="en-AU" dirty="0"/>
              <a:t>In our project we used two artificial intelligence tools, Claude AI and Bolt AI. Claude AI was used to generate sample data for testing the website’s features and capabilities. Bolt.AI was used to create the website functions and features. All the information about the project on the website was written by a person and all design choices and colour elements were chosen by a person.</a:t>
            </a:r>
          </a:p>
          <a:p>
            <a:pPr marL="0" indent="0">
              <a:buNone/>
            </a:pPr>
            <a:r>
              <a:rPr lang="en-AU" dirty="0"/>
              <a:t>Neither AI tool had or has access to any personal information of any user at anytime unless a name is submitted on the community upload page of the website. AI was not used to generate any ideas or content that could be easily created by a person.</a:t>
            </a:r>
          </a:p>
          <a:p>
            <a:pPr marL="0" indent="0">
              <a:buNone/>
            </a:pPr>
            <a:r>
              <a:rPr lang="en-AU" dirty="0"/>
              <a:t>All the code for the probe was in written in C++ by Oscar compiled from code examples from GitHub pages, YouTube videos, and libraries on Arduino forums. Also some of it came from within his head.</a:t>
            </a:r>
          </a:p>
        </p:txBody>
      </p:sp>
    </p:spTree>
    <p:extLst>
      <p:ext uri="{BB962C8B-B14F-4D97-AF65-F5344CB8AC3E}">
        <p14:creationId xmlns:p14="http://schemas.microsoft.com/office/powerpoint/2010/main" val="22209277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88DA0-F124-68EE-E74B-501527A0443C}"/>
              </a:ext>
            </a:extLst>
          </p:cNvPr>
          <p:cNvSpPr>
            <a:spLocks noGrp="1"/>
          </p:cNvSpPr>
          <p:nvPr>
            <p:ph type="title"/>
          </p:nvPr>
        </p:nvSpPr>
        <p:spPr/>
        <p:txBody>
          <a:bodyPr/>
          <a:lstStyle/>
          <a:p>
            <a:r>
              <a:rPr lang="en-AU" dirty="0"/>
              <a:t>Was scope achieved?</a:t>
            </a:r>
          </a:p>
        </p:txBody>
      </p:sp>
      <p:sp>
        <p:nvSpPr>
          <p:cNvPr id="3" name="Content Placeholder 2">
            <a:extLst>
              <a:ext uri="{FF2B5EF4-FFF2-40B4-BE49-F238E27FC236}">
                <a16:creationId xmlns:a16="http://schemas.microsoft.com/office/drawing/2014/main" id="{7CCAE051-567F-B78B-10DC-3FC2CD9D576A}"/>
              </a:ext>
            </a:extLst>
          </p:cNvPr>
          <p:cNvSpPr>
            <a:spLocks noGrp="1"/>
          </p:cNvSpPr>
          <p:nvPr>
            <p:ph idx="1"/>
          </p:nvPr>
        </p:nvSpPr>
        <p:spPr/>
        <p:txBody>
          <a:bodyPr>
            <a:normAutofit lnSpcReduction="10000"/>
          </a:bodyPr>
          <a:lstStyle/>
          <a:p>
            <a:pPr marL="0" indent="0">
              <a:buNone/>
            </a:pPr>
            <a:r>
              <a:rPr lang="en-AU" dirty="0"/>
              <a:t>The full scope of having a functional website with an analysis tool and a community readings tab alongside a fully functioning submersible water quality surveyance probe was not met. The website is fully functional with an about page and analysis function with a community upload page does meet the scope of the project, but the probe was not able to become fully functional by the deadline of September 14 because with a hardware element the constraints and timeline blew out past the expected development time. The probe and developer also fell into the trap of integration hell where systems can be made functional when isolated but then when systems are brought together, they impede with each other or don’t work properly when integrated into a larger system.</a:t>
            </a:r>
          </a:p>
        </p:txBody>
      </p:sp>
    </p:spTree>
    <p:extLst>
      <p:ext uri="{BB962C8B-B14F-4D97-AF65-F5344CB8AC3E}">
        <p14:creationId xmlns:p14="http://schemas.microsoft.com/office/powerpoint/2010/main" val="30709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D016-C226-FA79-E450-F21EFABF252A}"/>
              </a:ext>
            </a:extLst>
          </p:cNvPr>
          <p:cNvSpPr>
            <a:spLocks noGrp="1"/>
          </p:cNvSpPr>
          <p:nvPr>
            <p:ph type="title"/>
          </p:nvPr>
        </p:nvSpPr>
        <p:spPr/>
        <p:txBody>
          <a:bodyPr/>
          <a:lstStyle/>
          <a:p>
            <a:r>
              <a:rPr lang="en-AU" dirty="0"/>
              <a:t>Constraints</a:t>
            </a:r>
          </a:p>
        </p:txBody>
      </p:sp>
      <p:sp>
        <p:nvSpPr>
          <p:cNvPr id="3" name="Content Placeholder 2">
            <a:extLst>
              <a:ext uri="{FF2B5EF4-FFF2-40B4-BE49-F238E27FC236}">
                <a16:creationId xmlns:a16="http://schemas.microsoft.com/office/drawing/2014/main" id="{102D829E-4243-A1EA-C31E-781F0A80FDA7}"/>
              </a:ext>
            </a:extLst>
          </p:cNvPr>
          <p:cNvSpPr>
            <a:spLocks noGrp="1"/>
          </p:cNvSpPr>
          <p:nvPr>
            <p:ph idx="1"/>
          </p:nvPr>
        </p:nvSpPr>
        <p:spPr/>
        <p:txBody>
          <a:bodyPr>
            <a:normAutofit lnSpcReduction="10000"/>
          </a:bodyPr>
          <a:lstStyle/>
          <a:p>
            <a:r>
              <a:rPr lang="en-AU" dirty="0"/>
              <a:t>Legal – Software libraries usage had to be carefully chosen to make sure the code was not in breach of any of the licensing required.</a:t>
            </a:r>
          </a:p>
          <a:p>
            <a:r>
              <a:rPr lang="en-AU" dirty="0"/>
              <a:t>AI Ethical – The usage of AI had to be regulated and only used where deemed necessary</a:t>
            </a:r>
          </a:p>
          <a:p>
            <a:r>
              <a:rPr lang="en-AU" dirty="0"/>
              <a:t>Time – A deadline of ten weeks from analysis to presentation is a short period of time to analyse a problem, design a solution, develop said solution, and evaluate the solution.</a:t>
            </a:r>
          </a:p>
          <a:p>
            <a:r>
              <a:rPr lang="en-AU" dirty="0"/>
              <a:t>Money – Developing the project with very minimal funds proved difficult resulting in some days work had to be cut short because we ran out of tokens with Bolt.AI </a:t>
            </a:r>
          </a:p>
          <a:p>
            <a:endParaRPr lang="en-AU" dirty="0"/>
          </a:p>
        </p:txBody>
      </p:sp>
    </p:spTree>
    <p:extLst>
      <p:ext uri="{BB962C8B-B14F-4D97-AF65-F5344CB8AC3E}">
        <p14:creationId xmlns:p14="http://schemas.microsoft.com/office/powerpoint/2010/main" val="9518263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EA682-B5A6-794D-D881-31541374F850}"/>
              </a:ext>
            </a:extLst>
          </p:cNvPr>
          <p:cNvSpPr>
            <a:spLocks noGrp="1"/>
          </p:cNvSpPr>
          <p:nvPr>
            <p:ph type="title"/>
          </p:nvPr>
        </p:nvSpPr>
        <p:spPr/>
        <p:txBody>
          <a:bodyPr/>
          <a:lstStyle/>
          <a:p>
            <a:r>
              <a:rPr lang="en-AU" dirty="0"/>
              <a:t>Future upgrades</a:t>
            </a:r>
          </a:p>
        </p:txBody>
      </p:sp>
      <p:sp>
        <p:nvSpPr>
          <p:cNvPr id="3" name="Content Placeholder 2">
            <a:extLst>
              <a:ext uri="{FF2B5EF4-FFF2-40B4-BE49-F238E27FC236}">
                <a16:creationId xmlns:a16="http://schemas.microsoft.com/office/drawing/2014/main" id="{E5E8D75A-7452-957C-337D-675D0D558B7F}"/>
              </a:ext>
            </a:extLst>
          </p:cNvPr>
          <p:cNvSpPr>
            <a:spLocks noGrp="1"/>
          </p:cNvSpPr>
          <p:nvPr>
            <p:ph idx="1"/>
          </p:nvPr>
        </p:nvSpPr>
        <p:spPr/>
        <p:txBody>
          <a:bodyPr>
            <a:normAutofit lnSpcReduction="10000"/>
          </a:bodyPr>
          <a:lstStyle/>
          <a:p>
            <a:pPr marL="0" indent="0">
              <a:buNone/>
            </a:pPr>
            <a:r>
              <a:rPr lang="en-AU" dirty="0"/>
              <a:t>Fully operational probe</a:t>
            </a:r>
          </a:p>
          <a:p>
            <a:pPr marL="0" indent="0">
              <a:buNone/>
            </a:pPr>
            <a:r>
              <a:rPr lang="en-AU" dirty="0"/>
              <a:t>PH detection</a:t>
            </a:r>
          </a:p>
          <a:p>
            <a:pPr marL="0" indent="0">
              <a:buNone/>
            </a:pPr>
            <a:r>
              <a:rPr lang="en-AU" dirty="0"/>
              <a:t>Being able to detect PFAS or “Forever Chemicals”</a:t>
            </a:r>
          </a:p>
          <a:p>
            <a:pPr marL="0" indent="0">
              <a:buNone/>
            </a:pPr>
            <a:r>
              <a:rPr lang="en-AU" dirty="0"/>
              <a:t>Use a cheaper board that can take less power and space meaning the probe can be smaller.</a:t>
            </a:r>
          </a:p>
          <a:p>
            <a:pPr marL="0" indent="0">
              <a:buNone/>
            </a:pPr>
            <a:r>
              <a:rPr lang="en-AU" dirty="0"/>
              <a:t>A proper PCB or Arduino shield developed to decrease building time of the probe for end users if they choose to build it our way.</a:t>
            </a:r>
          </a:p>
          <a:p>
            <a:pPr marL="0" indent="0">
              <a:buNone/>
            </a:pPr>
            <a:endParaRPr lang="en-AU" dirty="0"/>
          </a:p>
          <a:p>
            <a:pPr marL="0" indent="0">
              <a:buNone/>
            </a:pPr>
            <a:r>
              <a:rPr lang="en-AU" dirty="0"/>
              <a:t>This project will be a continued effort for a minimum of until the first operational probe is built and tested as working.</a:t>
            </a:r>
          </a:p>
        </p:txBody>
      </p:sp>
    </p:spTree>
    <p:extLst>
      <p:ext uri="{BB962C8B-B14F-4D97-AF65-F5344CB8AC3E}">
        <p14:creationId xmlns:p14="http://schemas.microsoft.com/office/powerpoint/2010/main" val="38767263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27</TotalTime>
  <Words>2069</Words>
  <Application>Microsoft Office PowerPoint</Application>
  <PresentationFormat>Widescreen</PresentationFormat>
  <Paragraphs>175</Paragraphs>
  <Slides>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Arial,Sans-Serif</vt:lpstr>
      <vt:lpstr>Office Theme</vt:lpstr>
      <vt:lpstr>S.W.Q.S.</vt:lpstr>
      <vt:lpstr>Analysis stage</vt:lpstr>
      <vt:lpstr>Empathy map</vt:lpstr>
      <vt:lpstr>Ideate</vt:lpstr>
      <vt:lpstr>Filter </vt:lpstr>
      <vt:lpstr>Final decision </vt:lpstr>
      <vt:lpstr>Design Stage</vt:lpstr>
      <vt:lpstr>Oscar's 3d Mockup</vt:lpstr>
      <vt:lpstr>Zef's 3D mockup</vt:lpstr>
      <vt:lpstr>Taliahs 3d Mockup</vt:lpstr>
      <vt:lpstr>Zef's Website Mockup</vt:lpstr>
      <vt:lpstr>Oscar's Website Mockup</vt:lpstr>
      <vt:lpstr>Taliahs Website Mockup</vt:lpstr>
      <vt:lpstr>Zef's Logo Mockup</vt:lpstr>
      <vt:lpstr>Oscar's Logo Mockup</vt:lpstr>
      <vt:lpstr>Taliah's logo Mockup</vt:lpstr>
      <vt:lpstr>Design Overview</vt:lpstr>
      <vt:lpstr>Probe parts used (Prototype)</vt:lpstr>
      <vt:lpstr>Evaluation Criteria</vt:lpstr>
      <vt:lpstr>Version Control</vt:lpstr>
      <vt:lpstr>Gantt Chart</vt:lpstr>
      <vt:lpstr>Alpha Testing</vt:lpstr>
      <vt:lpstr>EVALUATION STAGE</vt:lpstr>
      <vt:lpstr>Beta Testing</vt:lpstr>
      <vt:lpstr>Our understanding from Beta testing</vt:lpstr>
      <vt:lpstr>Ethical use of Artificial Intelligence</vt:lpstr>
      <vt:lpstr>Was scope achieved?</vt:lpstr>
      <vt:lpstr>Constraints</vt:lpstr>
      <vt:lpstr>Future upgrades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2026-09-13T15:39:54Z</dcterms:modified>
</cp:coreProperties>
</file>