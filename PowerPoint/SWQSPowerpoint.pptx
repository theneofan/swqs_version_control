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5"/>
    <p:sldId id="259" r:id="rId6"/>
    <p:sldId id="261" r:id="rId7"/>
    <p:sldId id="262" r:id="rId8"/>
    <p:sldId id="263" r:id="rId9"/>
    <p:sldId id="269" r:id="rId10"/>
    <p:sldId id="272" r:id="rId11"/>
    <p:sldId id="264" r:id="rId12"/>
    <p:sldId id="265" r:id="rId13"/>
    <p:sldId id="271" r:id="rId14"/>
    <p:sldId id="266" r:id="rId15"/>
    <p:sldId id="267" r:id="rId16"/>
    <p:sldId id="268" r:id="rId17"/>
    <p:sldId id="27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53" dt="2026-08-13T23:24:58.025"/>
    <p1510:client id="{99C1DE80-53CF-4A72-884A-7A8152EF750D}" v="36" dt="2026-08-13T22:54:53.508"/>
    <p1510:client id="{F06FBC25-D5A1-B4B9-830D-DD9FA3322021}" v="614" dt="2026-08-13T23:16:32.5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00000000-0000-0000-0000-000000000000}"/>
    <pc:docChg chg="addSld modSld">
      <pc:chgData name="Taliah Kassaby" userId="S::kas0005@wantirnacollege.vic.edu.au::23d269d0-e02c-425d-bfba-881a989e0172" providerId="AD" clId="Web-{00000000-0000-0000-0000-000000000000}" dt="2026-08-13T23:24:58.025" v="129" actId="20577"/>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pc:chgData name="Taliah Kassaby" userId="S::kas0005@wantirnacollege.vic.edu.au::23d269d0-e02c-425d-bfba-881a989e0172" providerId="AD" clId="Web-{00000000-0000-0000-0000-000000000000}" dt="2026-08-13T23:12:41.526" v="98"/>
        <pc:sldMkLst>
          <pc:docMk/>
          <pc:sldMk cId="2149723290" sldId="271"/>
        </pc:sldMkLst>
        <pc:spChg chg="mod">
          <ac:chgData name="Taliah Kassaby" userId="S::kas0005@wantirnacollege.vic.edu.au::23d269d0-e02c-425d-bfba-881a989e0172" providerId="AD" clId="Web-{00000000-0000-0000-0000-000000000000}" dt="2026-08-13T22:58:31.459" v="32" actId="14100"/>
          <ac:spMkLst>
            <pc:docMk/>
            <pc:sldMk cId="2149723290" sldId="271"/>
            <ac:spMk id="2" creationId="{9E00B712-F478-3D2F-6FB3-DFD07B0CE486}"/>
          </ac:spMkLst>
        </pc:spChg>
        <pc:spChg chg="del mod">
          <ac:chgData name="Taliah Kassaby" userId="S::kas0005@wantirnacollege.vic.edu.au::23d269d0-e02c-425d-bfba-881a989e0172" providerId="AD" clId="Web-{00000000-0000-0000-0000-000000000000}" dt="2026-08-13T22:57:58.863" v="22"/>
          <ac:spMkLst>
            <pc:docMk/>
            <pc:sldMk cId="2149723290" sldId="271"/>
            <ac:spMk id="3" creationId="{47FA518E-B491-DD91-6346-283F34B1CFDF}"/>
          </ac:spMkLst>
        </pc:spChg>
        <pc:spChg chg="add del mod">
          <ac:chgData name="Taliah Kassaby" userId="S::kas0005@wantirnacollege.vic.edu.au::23d269d0-e02c-425d-bfba-881a989e0172" providerId="AD" clId="Web-{00000000-0000-0000-0000-000000000000}" dt="2026-08-13T23:12:26.979" v="89"/>
          <ac:spMkLst>
            <pc:docMk/>
            <pc:sldMk cId="2149723290" sldId="271"/>
            <ac:spMk id="14" creationId="{C82DFA16-6D59-839B-214A-56E1EAB1EE48}"/>
          </ac:spMkLst>
        </pc:spChg>
        <pc:spChg chg="add del mod">
          <ac:chgData name="Taliah Kassaby" userId="S::kas0005@wantirnacollege.vic.edu.au::23d269d0-e02c-425d-bfba-881a989e0172" providerId="AD" clId="Web-{00000000-0000-0000-0000-000000000000}" dt="2026-08-13T23:12:41.526" v="97"/>
          <ac:spMkLst>
            <pc:docMk/>
            <pc:sldMk cId="2149723290" sldId="271"/>
            <ac:spMk id="21" creationId="{1233737B-6477-D0B8-28ED-86136C922596}"/>
          </ac:spMkLst>
        </pc:spChg>
        <pc:picChg chg="add del mod ord">
          <ac:chgData name="Taliah Kassaby" userId="S::kas0005@wantirnacollege.vic.edu.au::23d269d0-e02c-425d-bfba-881a989e0172" providerId="AD" clId="Web-{00000000-0000-0000-0000-000000000000}" dt="2026-08-13T23:12:27.104" v="96"/>
          <ac:picMkLst>
            <pc:docMk/>
            <pc:sldMk cId="2149723290" sldId="271"/>
            <ac:picMk id="4" creationId="{59130259-D938-6075-4E29-BA20C36A30B9}"/>
          </ac:picMkLst>
        </pc:picChg>
        <pc:inkChg chg="add del">
          <ac:chgData name="Taliah Kassaby" userId="S::kas0005@wantirnacollege.vic.edu.au::23d269d0-e02c-425d-bfba-881a989e0172" providerId="AD" clId="Web-{00000000-0000-0000-0000-000000000000}" dt="2026-08-13T23:09:44.312" v="54"/>
          <ac:inkMkLst>
            <pc:docMk/>
            <pc:sldMk cId="2149723290" sldId="271"/>
            <ac:inkMk id="5" creationId="{B0A9AA42-8207-FD95-1B3F-90D470866E11}"/>
          </ac:inkMkLst>
        </pc:inkChg>
        <pc:inkChg chg="add del">
          <ac:chgData name="Taliah Kassaby" userId="S::kas0005@wantirnacollege.vic.edu.au::23d269d0-e02c-425d-bfba-881a989e0172" providerId="AD" clId="Web-{00000000-0000-0000-0000-000000000000}" dt="2026-08-13T23:09:43.906" v="53"/>
          <ac:inkMkLst>
            <pc:docMk/>
            <pc:sldMk cId="2149723290" sldId="271"/>
            <ac:inkMk id="6" creationId="{F22C6F7F-B241-C647-4300-813D4DF2C062}"/>
          </ac:inkMkLst>
        </pc:inkChg>
        <pc:inkChg chg="add del">
          <ac:chgData name="Taliah Kassaby" userId="S::kas0005@wantirnacollege.vic.edu.au::23d269d0-e02c-425d-bfba-881a989e0172" providerId="AD" clId="Web-{00000000-0000-0000-0000-000000000000}" dt="2026-08-13T23:12:26.979" v="95"/>
          <ac:inkMkLst>
            <pc:docMk/>
            <pc:sldMk cId="2149723290" sldId="271"/>
            <ac:inkMk id="7" creationId="{11F76EE9-3BFE-34F7-5633-EBE6FD7D23AD}"/>
          </ac:inkMkLst>
        </pc:inkChg>
        <pc:inkChg chg="add del">
          <ac:chgData name="Taliah Kassaby" userId="S::kas0005@wantirnacollege.vic.edu.au::23d269d0-e02c-425d-bfba-881a989e0172" providerId="AD" clId="Web-{00000000-0000-0000-0000-000000000000}" dt="2026-08-13T23:12:26.979" v="94"/>
          <ac:inkMkLst>
            <pc:docMk/>
            <pc:sldMk cId="2149723290" sldId="271"/>
            <ac:inkMk id="8" creationId="{C447016D-9AA6-C113-2883-DD1B7A954B45}"/>
          </ac:inkMkLst>
        </pc:inkChg>
        <pc:inkChg chg="add del">
          <ac:chgData name="Taliah Kassaby" userId="S::kas0005@wantirnacollege.vic.edu.au::23d269d0-e02c-425d-bfba-881a989e0172" providerId="AD" clId="Web-{00000000-0000-0000-0000-000000000000}" dt="2026-08-13T23:12:26.979" v="93"/>
          <ac:inkMkLst>
            <pc:docMk/>
            <pc:sldMk cId="2149723290" sldId="271"/>
            <ac:inkMk id="9" creationId="{B214E9DC-791B-44BA-8E97-6EAE95065A72}"/>
          </ac:inkMkLst>
        </pc:inkChg>
        <pc:inkChg chg="add del">
          <ac:chgData name="Taliah Kassaby" userId="S::kas0005@wantirnacollege.vic.edu.au::23d269d0-e02c-425d-bfba-881a989e0172" providerId="AD" clId="Web-{00000000-0000-0000-0000-000000000000}" dt="2026-08-13T23:12:26.979" v="92"/>
          <ac:inkMkLst>
            <pc:docMk/>
            <pc:sldMk cId="2149723290" sldId="271"/>
            <ac:inkMk id="10" creationId="{1F81570E-204E-B3C9-E272-BE4A3D9FDE34}"/>
          </ac:inkMkLst>
        </pc:inkChg>
        <pc:inkChg chg="add del">
          <ac:chgData name="Taliah Kassaby" userId="S::kas0005@wantirnacollege.vic.edu.au::23d269d0-e02c-425d-bfba-881a989e0172" providerId="AD" clId="Web-{00000000-0000-0000-0000-000000000000}" dt="2026-08-13T23:12:26.979" v="91"/>
          <ac:inkMkLst>
            <pc:docMk/>
            <pc:sldMk cId="2149723290" sldId="271"/>
            <ac:inkMk id="11" creationId="{D7465578-B992-9C07-7BC9-3B9CF3419FCF}"/>
          </ac:inkMkLst>
        </pc:inkChg>
        <pc:inkChg chg="add del">
          <ac:chgData name="Taliah Kassaby" userId="S::kas0005@wantirnacollege.vic.edu.au::23d269d0-e02c-425d-bfba-881a989e0172" providerId="AD" clId="Web-{00000000-0000-0000-0000-000000000000}" dt="2026-08-13T23:12:41.526" v="98"/>
          <ac:inkMkLst>
            <pc:docMk/>
            <pc:sldMk cId="2149723290" sldId="271"/>
            <ac:inkMk id="12" creationId="{3CE0E098-0DE0-C075-1412-AAEAF69E06A3}"/>
          </ac:inkMkLst>
        </pc:inkChg>
        <pc:inkChg chg="add del">
          <ac:chgData name="Taliah Kassaby" userId="S::kas0005@wantirnacollege.vic.edu.au::23d269d0-e02c-425d-bfba-881a989e0172" providerId="AD" clId="Web-{00000000-0000-0000-0000-000000000000}" dt="2026-08-13T23:12:26.979" v="90"/>
          <ac:inkMkLst>
            <pc:docMk/>
            <pc:sldMk cId="2149723290" sldId="271"/>
            <ac:inkMk id="13" creationId="{749EE8FF-67C7-3C4C-5B1C-A258AB7F3E97}"/>
          </ac:inkMkLst>
        </pc:ink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del">
          <ac:chgData name="Taliah Kassaby" userId="S::kas0005@wantirnacollege.vic.edu.au::23d269d0-e02c-425d-bfba-881a989e0172" providerId="AD" clId="Web-{00000000-0000-0000-0000-000000000000}" dt="2026-08-13T23:12:26.979" v="88"/>
          <ac:inkMkLst>
            <pc:docMk/>
            <pc:sldMk cId="2149723290" sldId="271"/>
            <ac:inkMk id="16" creationId="{3C3BB21F-3684-A0D0-E2AA-CB2504BBD1ED}"/>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inkChg chg="add del">
          <ac:chgData name="Taliah Kassaby" userId="S::kas0005@wantirnacollege.vic.edu.au::23d269d0-e02c-425d-bfba-881a989e0172" providerId="AD" clId="Web-{00000000-0000-0000-0000-000000000000}" dt="2026-08-13T23:12:26.979" v="87"/>
          <ac:inkMkLst>
            <pc:docMk/>
            <pc:sldMk cId="2149723290" sldId="271"/>
            <ac:inkMk id="19" creationId="{75C8A32D-F5F6-AD52-4B49-A978FB463138}"/>
          </ac:inkMkLst>
        </pc:inkChg>
      </pc:sldChg>
      <pc:sldChg chg="addSp delSp modSp new">
        <pc:chgData name="Taliah Kassaby" userId="S::kas0005@wantirnacollege.vic.edu.au::23d269d0-e02c-425d-bfba-881a989e0172" providerId="AD" clId="Web-{00000000-0000-0000-0000-000000000000}" dt="2026-08-13T23:24:58.025" v="129" actId="20577"/>
        <pc:sldMkLst>
          <pc:docMk/>
          <pc:sldMk cId="4196453157" sldId="272"/>
        </pc:sldMkLst>
        <pc:spChg chg="mod">
          <ac:chgData name="Taliah Kassaby" userId="S::kas0005@wantirnacollege.vic.edu.au::23d269d0-e02c-425d-bfba-881a989e0172" providerId="AD" clId="Web-{00000000-0000-0000-0000-000000000000}" dt="2026-08-13T22:59:12.289" v="50" actId="20577"/>
          <ac:spMkLst>
            <pc:docMk/>
            <pc:sldMk cId="4196453157" sldId="272"/>
            <ac:spMk id="2" creationId="{DECC06B4-3A01-A656-443F-0A54FBECDA36}"/>
          </ac:spMkLst>
        </pc:spChg>
        <pc:spChg chg="del">
          <ac:chgData name="Taliah Kassaby" userId="S::kas0005@wantirnacollege.vic.edu.au::23d269d0-e02c-425d-bfba-881a989e0172" providerId="AD" clId="Web-{00000000-0000-0000-0000-000000000000}" dt="2026-08-13T23:23:13.471" v="99"/>
          <ac:spMkLst>
            <pc:docMk/>
            <pc:sldMk cId="4196453157" sldId="272"/>
            <ac:spMk id="3" creationId="{EA5F4118-6B41-479F-27D0-A501D382EB59}"/>
          </ac:spMkLst>
        </pc:spChg>
        <pc:spChg chg="add mod">
          <ac:chgData name="Taliah Kassaby" userId="S::kas0005@wantirnacollege.vic.edu.au::23d269d0-e02c-425d-bfba-881a989e0172" providerId="AD" clId="Web-{00000000-0000-0000-0000-000000000000}" dt="2026-08-13T23:24:58.025" v="129" actId="20577"/>
          <ac:spMkLst>
            <pc:docMk/>
            <pc:sldMk cId="4196453157" sldId="272"/>
            <ac:spMk id="16" creationId="{24FEF3ED-F281-D4E7-22C3-88CFF0405EB0}"/>
          </ac:spMkLst>
        </pc:spChg>
        <pc:picChg chg="add mod ord">
          <ac:chgData name="Taliah Kassaby" userId="S::kas0005@wantirnacollege.vic.edu.au::23d269d0-e02c-425d-bfba-881a989e0172" providerId="AD" clId="Web-{00000000-0000-0000-0000-000000000000}" dt="2026-08-13T23:23:57.771" v="106" actId="1076"/>
          <ac:picMkLst>
            <pc:docMk/>
            <pc:sldMk cId="4196453157" sldId="272"/>
            <ac:picMk id="4" creationId="{6EB7D4B0-5233-EF46-C5FB-4067893490FB}"/>
          </ac:picMkLst>
        </pc:picChg>
        <pc:inkChg chg="add">
          <ac:chgData name="Taliah Kassaby" userId="S::kas0005@wantirnacollege.vic.edu.au::23d269d0-e02c-425d-bfba-881a989e0172" providerId="AD" clId="Web-{00000000-0000-0000-0000-000000000000}" dt="2026-08-13T23:24:05.927" v="107"/>
          <ac:inkMkLst>
            <pc:docMk/>
            <pc:sldMk cId="4196453157" sldId="272"/>
            <ac:inkMk id="5" creationId="{291E65B1-4420-81D5-05F8-C0FF12741F77}"/>
          </ac:inkMkLst>
        </pc:inkChg>
        <pc:inkChg chg="add del">
          <ac:chgData name="Taliah Kassaby" userId="S::kas0005@wantirnacollege.vic.edu.au::23d269d0-e02c-425d-bfba-881a989e0172" providerId="AD" clId="Web-{00000000-0000-0000-0000-000000000000}" dt="2026-08-13T23:24:12.006" v="109"/>
          <ac:inkMkLst>
            <pc:docMk/>
            <pc:sldMk cId="4196453157" sldId="272"/>
            <ac:inkMk id="6" creationId="{4E71EA53-A3FC-3B87-31D7-DDBD6A54F270}"/>
          </ac:inkMkLst>
        </pc:inkChg>
        <pc:inkChg chg="add del">
          <ac:chgData name="Taliah Kassaby" userId="S::kas0005@wantirnacollege.vic.edu.au::23d269d0-e02c-425d-bfba-881a989e0172" providerId="AD" clId="Web-{00000000-0000-0000-0000-000000000000}" dt="2026-08-13T23:24:27.319" v="117"/>
          <ac:inkMkLst>
            <pc:docMk/>
            <pc:sldMk cId="4196453157" sldId="272"/>
            <ac:inkMk id="7" creationId="{97F6AB6B-52BE-AEDE-7749-8089954F1645}"/>
          </ac:inkMkLst>
        </pc:inkChg>
        <pc:inkChg chg="add del">
          <ac:chgData name="Taliah Kassaby" userId="S::kas0005@wantirnacollege.vic.edu.au::23d269d0-e02c-425d-bfba-881a989e0172" providerId="AD" clId="Web-{00000000-0000-0000-0000-000000000000}" dt="2026-08-13T23:24:26.991" v="116"/>
          <ac:inkMkLst>
            <pc:docMk/>
            <pc:sldMk cId="4196453157" sldId="272"/>
            <ac:inkMk id="8" creationId="{FA528D55-F199-2CFD-9D2D-04F3EDC3C379}"/>
          </ac:inkMkLst>
        </pc:inkChg>
        <pc:inkChg chg="add del">
          <ac:chgData name="Taliah Kassaby" userId="S::kas0005@wantirnacollege.vic.edu.au::23d269d0-e02c-425d-bfba-881a989e0172" providerId="AD" clId="Web-{00000000-0000-0000-0000-000000000000}" dt="2026-08-13T23:24:26.616" v="115"/>
          <ac:inkMkLst>
            <pc:docMk/>
            <pc:sldMk cId="4196453157" sldId="272"/>
            <ac:inkMk id="9" creationId="{EFC37512-E7D3-81B6-727B-9C39C1C8027C}"/>
          </ac:inkMkLst>
        </pc:inkChg>
        <pc:inkChg chg="add del">
          <ac:chgData name="Taliah Kassaby" userId="S::kas0005@wantirnacollege.vic.edu.au::23d269d0-e02c-425d-bfba-881a989e0172" providerId="AD" clId="Web-{00000000-0000-0000-0000-000000000000}" dt="2026-08-13T23:24:26.179" v="114"/>
          <ac:inkMkLst>
            <pc:docMk/>
            <pc:sldMk cId="4196453157" sldId="272"/>
            <ac:inkMk id="10" creationId="{33AFACD1-4C03-4F0F-465F-E8A7BF7ED75F}"/>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spChg chg="del">
          <ac:chgData name="Zef Ewart" userId="S::ewa0005@wantirnacollege.vic.edu.au::d55df615-e487-427e-b122-1eec8308b830" providerId="AD" clId="Web-{DD54F4F6-CB6F-99C7-4943-F812185C5B62}" dt="2026-08-11T02:52:36.625" v="11"/>
          <ac:spMkLst>
            <pc:docMk/>
            <pc:sldMk cId="4147191571" sldId="269"/>
            <ac:spMk id="3" creationId="{B6CF88D6-2783-E09C-7E6D-E36DE7DE1D14}"/>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del">
          <ac:chgData name="Zef Ewart" userId="S::ewa0005@wantirnacollege.vic.edu.au::d55df615-e487-427e-b122-1eec8308b830" providerId="AD" clId="Web-{DD54F4F6-CB6F-99C7-4943-F812185C5B62}" dt="2026-08-11T02:52:53.610" v="13"/>
          <ac:inkMkLst>
            <pc:docMk/>
            <pc:sldMk cId="4147191571" sldId="269"/>
            <ac:inkMk id="5" creationId="{76FB5FCC-E466-60B7-704E-02911C47565E}"/>
          </ac:inkMkLst>
        </pc:inkChg>
        <pc:inkChg chg="add del">
          <ac:chgData name="Zef Ewart" userId="S::ewa0005@wantirnacollege.vic.edu.au::d55df615-e487-427e-b122-1eec8308b830" providerId="AD" clId="Web-{DD54F4F6-CB6F-99C7-4943-F812185C5B62}" dt="2026-08-11T02:52:57.875" v="15"/>
          <ac:inkMkLst>
            <pc:docMk/>
            <pc:sldMk cId="4147191571" sldId="269"/>
            <ac:inkMk id="6" creationId="{49ADFCBF-34F7-D1DF-D142-D259FDEE95C2}"/>
          </ac:inkMkLst>
        </pc:ink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del">
          <ac:chgData name="Zef Ewart" userId="S::ewa0005@wantirnacollege.vic.edu.au::d55df615-e487-427e-b122-1eec8308b830" providerId="AD" clId="Web-{DD54F4F6-CB6F-99C7-4943-F812185C5B62}" dt="2026-08-11T02:53:09.329" v="24"/>
          <ac:inkMkLst>
            <pc:docMk/>
            <pc:sldMk cId="4147191571" sldId="269"/>
            <ac:inkMk id="12" creationId="{87807D8F-CCDB-E9F4-23E8-EE29614737E3}"/>
          </ac:inkMkLst>
        </pc:inkChg>
        <pc:inkChg chg="add del">
          <ac:chgData name="Zef Ewart" userId="S::ewa0005@wantirnacollege.vic.edu.au::d55df615-e487-427e-b122-1eec8308b830" providerId="AD" clId="Web-{DD54F4F6-CB6F-99C7-4943-F812185C5B62}" dt="2026-08-11T02:53:09.016" v="23"/>
          <ac:inkMkLst>
            <pc:docMk/>
            <pc:sldMk cId="4147191571" sldId="269"/>
            <ac:inkMk id="13" creationId="{50D10EEB-CABB-23E6-84EA-DB9F67120F74}"/>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del">
          <ac:chgData name="Zef Ewart" userId="S::ewa0005@wantirnacollege.vic.edu.au::d55df615-e487-427e-b122-1eec8308b830" providerId="AD" clId="Web-{DD54F4F6-CB6F-99C7-4943-F812185C5B62}" dt="2026-08-11T02:53:16.282" v="27"/>
          <ac:inkMkLst>
            <pc:docMk/>
            <pc:sldMk cId="4147191571" sldId="269"/>
            <ac:inkMk id="15" creationId="{9037BBAC-D3A3-5952-A22A-2691DFDD15F5}"/>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del">
          <ac:chgData name="Zef Ewart" userId="S::ewa0005@wantirnacollege.vic.edu.au::d55df615-e487-427e-b122-1eec8308b830" providerId="AD" clId="Web-{DD54F4F6-CB6F-99C7-4943-F812185C5B62}" dt="2026-08-11T02:53:26.220" v="32"/>
          <ac:inkMkLst>
            <pc:docMk/>
            <pc:sldMk cId="4147191571" sldId="269"/>
            <ac:inkMk id="19" creationId="{57DD97A8-CDE6-15EF-931F-47ADF691ED6C}"/>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Oscar Glaister" userId="e6f16566-ea0c-4df4-8ebb-5765e438d351" providerId="ADAL" clId="{252C8254-46BD-4598-B285-E6EC582ADBF0}"/>
    <pc:docChg chg="custSel addSld modSld">
      <pc:chgData name="Oscar Glaister" userId="e6f16566-ea0c-4df4-8ebb-5765e438d351" providerId="ADAL" clId="{252C8254-46BD-4598-B285-E6EC582ADBF0}" dt="2026-08-13T22:54:53.507" v="35" actId="207"/>
      <pc:docMkLst>
        <pc:docMk/>
      </pc:docMkLst>
      <pc:sldChg chg="modSp mod">
        <pc:chgData name="Oscar Glaister" userId="e6f16566-ea0c-4df4-8ebb-5765e438d351" providerId="ADAL" clId="{252C8254-46BD-4598-B285-E6EC582ADBF0}" dt="2026-08-13T22:53:44.218" v="33" actId="20577"/>
        <pc:sldMkLst>
          <pc:docMk/>
          <pc:sldMk cId="1388250180" sldId="256"/>
        </pc:sldMkLst>
        <pc:spChg chg="mod">
          <ac:chgData name="Oscar Glaister" userId="e6f16566-ea0c-4df4-8ebb-5765e438d351" providerId="ADAL" clId="{252C8254-46BD-4598-B285-E6EC582ADBF0}" dt="2026-08-11T02:48:30.023" v="1"/>
          <ac:spMkLst>
            <pc:docMk/>
            <pc:sldMk cId="1388250180" sldId="256"/>
            <ac:spMk id="2" creationId="{6DB75583-8F97-757A-3D9C-B459F698BB0E}"/>
          </ac:spMkLst>
        </pc:spChg>
        <pc:spChg chg="mod">
          <ac:chgData name="Oscar Glaister" userId="e6f16566-ea0c-4df4-8ebb-5765e438d351" providerId="ADAL" clId="{252C8254-46BD-4598-B285-E6EC582ADBF0}" dt="2026-08-13T22:53:44.218" v="33" actId="20577"/>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modSp add">
        <pc:chgData name="Oscar Glaister" userId="e6f16566-ea0c-4df4-8ebb-5765e438d351" providerId="ADAL" clId="{252C8254-46BD-4598-B285-E6EC582ADBF0}" dt="2026-08-11T02:48:30.023" v="1"/>
        <pc:sldMkLst>
          <pc:docMk/>
          <pc:sldMk cId="2596983293" sldId="258"/>
        </pc:sldMkLst>
        <pc:spChg chg="mod">
          <ac:chgData name="Oscar Glaister" userId="e6f16566-ea0c-4df4-8ebb-5765e438d351" providerId="ADAL" clId="{252C8254-46BD-4598-B285-E6EC582ADBF0}" dt="2026-08-11T02:48:30.023" v="1"/>
          <ac:spMkLst>
            <pc:docMk/>
            <pc:sldMk cId="2596983293" sldId="258"/>
            <ac:spMk id="2" creationId="{2AA11678-84F7-92FE-126E-23DE7FB8F1F9}"/>
          </ac:spMkLst>
        </pc:spChg>
      </pc:sldChg>
      <pc:sldChg chg="add">
        <pc:chgData name="Oscar Glaister" userId="e6f16566-ea0c-4df4-8ebb-5765e438d351" providerId="ADAL" clId="{252C8254-46BD-4598-B285-E6EC582ADBF0}" dt="2026-08-11T02:47:52.888" v="0"/>
        <pc:sldMkLst>
          <pc:docMk/>
          <pc:sldMk cId="3022893737" sldId="259"/>
        </pc:sldMkLst>
      </pc:sldChg>
      <pc:sldChg chg="delSp add setBg">
        <pc:chgData name="Oscar Glaister" userId="e6f16566-ea0c-4df4-8ebb-5765e438d351" providerId="ADAL" clId="{252C8254-46BD-4598-B285-E6EC582ADBF0}" dt="2026-08-11T02:47:52.888" v="0"/>
        <pc:sldMkLst>
          <pc:docMk/>
          <pc:sldMk cId="2897359550" sldId="260"/>
        </pc:sldMkLst>
      </pc:sldChg>
      <pc:sldChg chg="delSp modSp add mod setBg">
        <pc:chgData name="Oscar Glaister" userId="e6f16566-ea0c-4df4-8ebb-5765e438d351" providerId="ADAL" clId="{252C8254-46BD-4598-B285-E6EC582ADBF0}" dt="2026-08-13T22:54:53.507" v="35" actId="207"/>
        <pc:sldMkLst>
          <pc:docMk/>
          <pc:sldMk cId="4094592511" sldId="261"/>
        </pc:sldMkLst>
        <pc:spChg chg="mod">
          <ac:chgData name="Oscar Glaister" userId="e6f16566-ea0c-4df4-8ebb-5765e438d351" providerId="ADAL" clId="{252C8254-46BD-4598-B285-E6EC582ADBF0}" dt="2026-08-13T22:54:53.507" v="35" actId="207"/>
          <ac:spMkLst>
            <pc:docMk/>
            <pc:sldMk cId="4094592511" sldId="261"/>
            <ac:spMk id="8" creationId="{E5BE8265-4C5F-67BB-6A15-D068CDB22A3C}"/>
          </ac:spMkLst>
        </pc:spChg>
      </pc:sldChg>
      <pc:sldChg chg="add">
        <pc:chgData name="Oscar Glaister" userId="e6f16566-ea0c-4df4-8ebb-5765e438d351" providerId="ADAL" clId="{252C8254-46BD-4598-B285-E6EC582ADBF0}" dt="2026-08-11T02:48:55.025" v="2"/>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29"/>
    </inkml:context>
    <inkml:brush xml:id="br0">
      <inkml:brushProperty name="width" value="0.1" units="cm"/>
      <inkml:brushProperty name="height" value="0.1" units="cm"/>
    </inkml:brush>
  </inkml:definitions>
  <inkml:trace contextRef="#ctx0" brushRef="#br0">17517 7862 16383 0 0,'-2'0'0'0'0,"-13"0"0"0"0,-70-17 0 0 0,-149-30 0 0 0,-224-33 0 0 0,-269-34 0 0 0,-245-25 0 0 0,-175-15 0 0 0,-84-4 0 0 0,20 6 0 0 0,96 13 0 0 0,115 11 0 0 0,120 5 0 0 0,111 2 0 0 0,105-4 0 0 0,98-3 0 0 0,99 2 0 0 0,92 9 0 0 0,79 10 0 0 0,66 12 0 0 0,53 13 0 0 0,39 13 0 0 0,28 9 0 0 0,21 10 0 0 0,16 10 0 0 0,14 9 0 0 0,13 9 0 0 0,11 8 0 0 0,10 7 0 0 0,9 4 0 0 0,12 4 0 0 0,14 4 0 0 0,11 5-16383 0 0,3 0 16383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3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33"/>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34"/>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35"/>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36"/>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63"/>
    </inkml:context>
    <inkml:brush xml:id="br0">
      <inkml:brushProperty name="width" value="0.1" units="cm"/>
      <inkml:brushProperty name="height" value="0.1" units="cm"/>
    </inkml:brush>
  </inkml:definitions>
  <inkml:trace contextRef="#ctx0" brushRef="#br0">12673 4912 16383 0 0,'0'0'0'0'0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64"/>
    </inkml:context>
    <inkml:brush xml:id="br0">
      <inkml:brushProperty name="width" value="0.1" units="cm"/>
      <inkml:brushProperty name="height" value="0.1" units="cm"/>
    </inkml:brush>
  </inkml:definitions>
  <inkml:trace contextRef="#ctx0" brushRef="#br0">16651 5074 16383 0 0,'0'0'0'0'0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5:20.566"/>
    </inkml:context>
    <inkml:brush xml:id="br0">
      <inkml:brushProperty name="width" value="0.1" units="cm"/>
      <inkml:brushProperty name="height" value="0.1" units="cm"/>
    </inkml:brush>
  </inkml:definitions>
  <inkml:trace contextRef="#ctx0" brushRef="#br0">16986 4495 16383 0 0,'2'4'0'0'0,"1"1"0"0"0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8" Type="http://schemas.openxmlformats.org/officeDocument/2006/relationships/image" Target="../media/image117.png"/><Relationship Id="rId13" Type="http://schemas.openxmlformats.org/officeDocument/2006/relationships/customXml" Target="../ink/ink115.xml"/><Relationship Id="rId3" Type="http://schemas.openxmlformats.org/officeDocument/2006/relationships/customXml" Target="../ink/ink110.xml"/><Relationship Id="rId7" Type="http://schemas.openxmlformats.org/officeDocument/2006/relationships/customXml" Target="../ink/ink112.xml"/><Relationship Id="rId12"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2.xml"/><Relationship Id="rId6" Type="http://schemas.openxmlformats.org/officeDocument/2006/relationships/image" Target="../media/image116.png"/><Relationship Id="rId11" Type="http://schemas.openxmlformats.org/officeDocument/2006/relationships/customXml" Target="../ink/ink114.xml"/><Relationship Id="rId5" Type="http://schemas.openxmlformats.org/officeDocument/2006/relationships/customXml" Target="../ink/ink111.xml"/><Relationship Id="rId10" Type="http://schemas.openxmlformats.org/officeDocument/2006/relationships/image" Target="../media/image118.png"/><Relationship Id="rId4" Type="http://schemas.openxmlformats.org/officeDocument/2006/relationships/image" Target="../media/image115.png"/><Relationship Id="rId9" Type="http://schemas.openxmlformats.org/officeDocument/2006/relationships/customXml" Target="../ink/ink113.xml"/><Relationship Id="rId14" Type="http://schemas.openxmlformats.org/officeDocument/2006/relationships/image" Target="../media/image120.png"/></Relationships>
</file>

<file path=ppt/slides/_rels/slide1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customXml" Target="../ink/ink116.xml"/><Relationship Id="rId1" Type="http://schemas.openxmlformats.org/officeDocument/2006/relationships/slideLayout" Target="../slideLayouts/slideLayout2.xml"/><Relationship Id="rId6" Type="http://schemas.openxmlformats.org/officeDocument/2006/relationships/image" Target="../media/image123.png"/><Relationship Id="rId5" Type="http://schemas.openxmlformats.org/officeDocument/2006/relationships/customXml" Target="../ink/ink118.xml"/><Relationship Id="rId4" Type="http://schemas.openxmlformats.org/officeDocument/2006/relationships/customXml" Target="../ink/ink117.xml"/></Relationships>
</file>

<file path=ppt/slides/_rels/slide1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p:txBody>
          <a:bodyPr/>
          <a:lstStyle/>
          <a:p>
            <a:r>
              <a:rPr lang="en-AU"/>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p:txBody>
          <a:bodyPr/>
          <a:lstStyle/>
          <a:p>
            <a:r>
              <a:rPr lang="en-AU"/>
              <a:t>Zef, Taliah, and Oscar</a:t>
            </a:r>
          </a:p>
        </p:txBody>
      </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285241" y="1008993"/>
            <a:ext cx="9231410" cy="3542045"/>
          </a:xfrm>
        </p:spPr>
        <p:txBody>
          <a:bodyPr anchor="b">
            <a:normAutofit/>
          </a:bodyPr>
          <a:lstStyle/>
          <a:p>
            <a:pPr algn="l"/>
            <a:r>
              <a:rPr lang="en-US" sz="11500"/>
              <a:t>Analysis stage</a:t>
            </a:r>
          </a:p>
        </p:txBody>
      </p:sp>
      <p:sp>
        <p:nvSpPr>
          <p:cNvPr id="3" name="Subtitle 2">
            <a:extLst>
              <a:ext uri="{FF2B5EF4-FFF2-40B4-BE49-F238E27FC236}">
                <a16:creationId xmlns:a16="http://schemas.microsoft.com/office/drawing/2014/main" id="{7DA0C8D1-30FF-CA11-C6A3-5312A2BF0038}"/>
              </a:ext>
            </a:extLst>
          </p:cNvPr>
          <p:cNvSpPr>
            <a:spLocks noGrp="1"/>
          </p:cNvSpPr>
          <p:nvPr>
            <p:ph type="subTitle" idx="1"/>
          </p:nvPr>
        </p:nvSpPr>
        <p:spPr>
          <a:xfrm>
            <a:off x="1285241" y="4582814"/>
            <a:ext cx="7132335" cy="1312657"/>
          </a:xfrm>
        </p:spPr>
        <p:txBody>
          <a:bodyPr anchor="t">
            <a:normAutofit/>
          </a:bodyPr>
          <a:lstStyle/>
          <a:p>
            <a:pPr algn="l"/>
            <a:endParaRPr lang="en-US"/>
          </a:p>
        </p:txBody>
      </p: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11678-84F7-92FE-126E-23DE7FB8F1F9}"/>
              </a:ext>
            </a:extLst>
          </p:cNvPr>
          <p:cNvSpPr>
            <a:spLocks noGrp="1"/>
          </p:cNvSpPr>
          <p:nvPr>
            <p:ph type="title"/>
          </p:nvPr>
        </p:nvSpPr>
        <p:spPr/>
        <p:txBody>
          <a:bodyPr/>
          <a:lstStyle/>
          <a:p>
            <a:pPr algn="ctr"/>
            <a:r>
              <a:rPr lang="en-US"/>
              <a:t>Empathy map</a:t>
            </a:r>
          </a:p>
        </p:txBody>
      </p:sp>
      <p:graphicFrame>
        <p:nvGraphicFramePr>
          <p:cNvPr id="4" name="Content Placeholder 3">
            <a:extLst>
              <a:ext uri="{FF2B5EF4-FFF2-40B4-BE49-F238E27FC236}">
                <a16:creationId xmlns:a16="http://schemas.microsoft.com/office/drawing/2014/main" id="{B4E32D4C-3AF5-423B-B98B-54221626BC17}"/>
              </a:ext>
            </a:extLst>
          </p:cNvPr>
          <p:cNvGraphicFramePr>
            <a:graphicFrameLocks noGrp="1"/>
          </p:cNvGraphicFramePr>
          <p:nvPr>
            <p:ph idx="1"/>
          </p:nvPr>
        </p:nvGraphicFramePr>
        <p:xfrm>
          <a:off x="725658" y="2319613"/>
          <a:ext cx="10515600" cy="2164080"/>
        </p:xfrm>
        <a:graphic>
          <a:graphicData uri="http://schemas.openxmlformats.org/drawingml/2006/table">
            <a:tbl>
              <a:tblPr/>
              <a:tblGrid>
                <a:gridCol w="5257800">
                  <a:extLst>
                    <a:ext uri="{9D8B030D-6E8A-4147-A177-3AD203B41FA5}">
                      <a16:colId xmlns:a16="http://schemas.microsoft.com/office/drawing/2014/main" val="1929922298"/>
                    </a:ext>
                  </a:extLst>
                </a:gridCol>
                <a:gridCol w="5257800">
                  <a:extLst>
                    <a:ext uri="{9D8B030D-6E8A-4147-A177-3AD203B41FA5}">
                      <a16:colId xmlns:a16="http://schemas.microsoft.com/office/drawing/2014/main" val="1992437001"/>
                    </a:ext>
                  </a:extLst>
                </a:gridCol>
              </a:tblGrid>
              <a:tr h="0">
                <a:tc>
                  <a:txBody>
                    <a:bodyPr/>
                    <a:lstStyle/>
                    <a:p>
                      <a:pPr>
                        <a:buNone/>
                      </a:pPr>
                      <a:r>
                        <a:rPr lang="en-AU" sz="1600" b="1"/>
                        <a:t>SAYS</a:t>
                      </a:r>
                      <a:endParaRPr lang="en-AU" sz="1600"/>
                    </a:p>
                  </a:txBody>
                  <a:tcPr anchor="ctr">
                    <a:lnL>
                      <a:noFill/>
                    </a:lnL>
                    <a:lnR>
                      <a:noFill/>
                    </a:lnR>
                    <a:lnT>
                      <a:noFill/>
                    </a:lnT>
                    <a:lnB>
                      <a:noFill/>
                    </a:lnB>
                    <a:noFill/>
                  </a:tcPr>
                </a:tc>
                <a:tc>
                  <a:txBody>
                    <a:bodyPr/>
                    <a:lstStyle/>
                    <a:p>
                      <a:pPr>
                        <a:buNone/>
                      </a:pPr>
                      <a:r>
                        <a:rPr lang="en-AU" sz="1600" b="1"/>
                        <a:t>THINKS</a:t>
                      </a:r>
                      <a:endParaRPr lang="en-AU" sz="1600"/>
                    </a:p>
                  </a:txBody>
                  <a:tcPr anchor="ctr">
                    <a:lnL>
                      <a:noFill/>
                    </a:lnL>
                    <a:lnR>
                      <a:noFill/>
                    </a:lnR>
                    <a:lnT>
                      <a:noFill/>
                    </a:lnT>
                    <a:lnB>
                      <a:noFill/>
                    </a:lnB>
                    <a:noFill/>
                  </a:tcPr>
                </a:tc>
                <a:extLst>
                  <a:ext uri="{0D108BD9-81ED-4DB2-BD59-A6C34878D82A}">
                    <a16:rowId xmlns:a16="http://schemas.microsoft.com/office/drawing/2014/main" val="4055772235"/>
                  </a:ext>
                </a:extLst>
              </a:tr>
              <a:tr h="0">
                <a:tc>
                  <a:txBody>
                    <a:bodyPr/>
                    <a:lstStyle/>
                    <a:p>
                      <a:pPr>
                        <a:buNone/>
                      </a:pPr>
                      <a:r>
                        <a:rPr lang="en-AU" sz="1600"/>
                        <a:t>"Is this tap water actually safe?"</a:t>
                      </a:r>
                    </a:p>
                  </a:txBody>
                  <a:tcPr anchor="ctr">
                    <a:lnL>
                      <a:noFill/>
                    </a:lnL>
                    <a:lnR>
                      <a:noFill/>
                    </a:lnR>
                    <a:lnT>
                      <a:noFill/>
                    </a:lnT>
                    <a:lnB>
                      <a:noFill/>
                    </a:lnB>
                    <a:noFill/>
                  </a:tcPr>
                </a:tc>
                <a:tc>
                  <a:txBody>
                    <a:bodyPr/>
                    <a:lstStyle/>
                    <a:p>
                      <a:pPr>
                        <a:buNone/>
                      </a:pPr>
                      <a:r>
                        <a:rPr lang="en-AU" sz="1600"/>
                        <a:t>"I don't want to ruin my trip by getting sick."</a:t>
                      </a:r>
                    </a:p>
                  </a:txBody>
                  <a:tcPr anchor="ctr">
                    <a:lnL>
                      <a:noFill/>
                    </a:lnL>
                    <a:lnR>
                      <a:noFill/>
                    </a:lnR>
                    <a:lnT>
                      <a:noFill/>
                    </a:lnT>
                    <a:lnB>
                      <a:noFill/>
                    </a:lnB>
                    <a:noFill/>
                  </a:tcPr>
                </a:tc>
                <a:extLst>
                  <a:ext uri="{0D108BD9-81ED-4DB2-BD59-A6C34878D82A}">
                    <a16:rowId xmlns:a16="http://schemas.microsoft.com/office/drawing/2014/main" val="1517148282"/>
                  </a:ext>
                </a:extLst>
              </a:tr>
              <a:tr h="0">
                <a:tc>
                  <a:txBody>
                    <a:bodyPr/>
                    <a:lstStyle/>
                    <a:p>
                      <a:pPr>
                        <a:buNone/>
                      </a:pPr>
                      <a:r>
                        <a:rPr lang="en-AU" sz="1600"/>
                        <a:t>"Should I buy bottled water instead?"</a:t>
                      </a:r>
                    </a:p>
                  </a:txBody>
                  <a:tcPr anchor="ctr">
                    <a:lnL>
                      <a:noFill/>
                    </a:lnL>
                    <a:lnR>
                      <a:noFill/>
                    </a:lnR>
                    <a:lnT>
                      <a:noFill/>
                    </a:lnT>
                    <a:lnB>
                      <a:noFill/>
                    </a:lnB>
                    <a:noFill/>
                  </a:tcPr>
                </a:tc>
                <a:tc>
                  <a:txBody>
                    <a:bodyPr/>
                    <a:lstStyle/>
                    <a:p>
                      <a:pPr>
                        <a:buNone/>
                      </a:pPr>
                      <a:r>
                        <a:rPr lang="en-AU" sz="1600"/>
                        <a:t>"I wish there was an easy way to know if this water is clean."</a:t>
                      </a:r>
                    </a:p>
                  </a:txBody>
                  <a:tcPr anchor="ctr">
                    <a:lnL>
                      <a:noFill/>
                    </a:lnL>
                    <a:lnR>
                      <a:noFill/>
                    </a:lnR>
                    <a:lnT>
                      <a:noFill/>
                    </a:lnT>
                    <a:lnB>
                      <a:noFill/>
                    </a:lnB>
                    <a:noFill/>
                  </a:tcPr>
                </a:tc>
                <a:extLst>
                  <a:ext uri="{0D108BD9-81ED-4DB2-BD59-A6C34878D82A}">
                    <a16:rowId xmlns:a16="http://schemas.microsoft.com/office/drawing/2014/main" val="1657141894"/>
                  </a:ext>
                </a:extLst>
              </a:tr>
              <a:tr h="0">
                <a:tc>
                  <a:txBody>
                    <a:bodyPr/>
                    <a:lstStyle/>
                    <a:p>
                      <a:pPr>
                        <a:buNone/>
                      </a:pPr>
                      <a:r>
                        <a:rPr lang="en-AU" sz="1600"/>
                        <a:t>"The locals drink it, but can I?"</a:t>
                      </a:r>
                    </a:p>
                  </a:txBody>
                  <a:tcPr anchor="ctr">
                    <a:lnL>
                      <a:noFill/>
                    </a:lnL>
                    <a:lnR>
                      <a:noFill/>
                    </a:lnR>
                    <a:lnT>
                      <a:noFill/>
                    </a:lnT>
                    <a:lnB>
                      <a:noFill/>
                    </a:lnB>
                    <a:noFill/>
                  </a:tcPr>
                </a:tc>
                <a:tc>
                  <a:txBody>
                    <a:bodyPr/>
                    <a:lstStyle/>
                    <a:p>
                      <a:pPr>
                        <a:buNone/>
                      </a:pPr>
                      <a:r>
                        <a:rPr lang="en-AU" sz="1600"/>
                        <a:t>"Can I trust what people are telling me?"</a:t>
                      </a:r>
                    </a:p>
                  </a:txBody>
                  <a:tcPr anchor="ctr">
                    <a:lnL>
                      <a:noFill/>
                    </a:lnL>
                    <a:lnR>
                      <a:noFill/>
                    </a:lnR>
                    <a:lnT>
                      <a:noFill/>
                    </a:lnT>
                    <a:lnB>
                      <a:noFill/>
                    </a:lnB>
                    <a:noFill/>
                  </a:tcPr>
                </a:tc>
                <a:extLst>
                  <a:ext uri="{0D108BD9-81ED-4DB2-BD59-A6C34878D82A}">
                    <a16:rowId xmlns:a16="http://schemas.microsoft.com/office/drawing/2014/main" val="971163828"/>
                  </a:ext>
                </a:extLst>
              </a:tr>
              <a:tr h="0">
                <a:tc>
                  <a:txBody>
                    <a:bodyPr/>
                    <a:lstStyle/>
                    <a:p>
                      <a:pPr>
                        <a:buNone/>
                      </a:pPr>
                      <a:r>
                        <a:rPr lang="en-AU" sz="1600"/>
                        <a:t>"I don't want to waste money on bottled water if I don't have to."</a:t>
                      </a:r>
                    </a:p>
                  </a:txBody>
                  <a:tcPr anchor="ctr">
                    <a:lnL>
                      <a:noFill/>
                    </a:lnL>
                    <a:lnR>
                      <a:noFill/>
                    </a:lnR>
                    <a:lnT>
                      <a:noFill/>
                    </a:lnT>
                    <a:lnB>
                      <a:noFill/>
                    </a:lnB>
                    <a:noFill/>
                  </a:tcPr>
                </a:tc>
                <a:tc>
                  <a:txBody>
                    <a:bodyPr/>
                    <a:lstStyle/>
                    <a:p>
                      <a:pPr>
                        <a:buNone/>
                      </a:pPr>
                      <a:r>
                        <a:rPr lang="en-AU" sz="1600"/>
                        <a:t>"What if the water looks clean but still has harmful bacteria?"</a:t>
                      </a:r>
                    </a:p>
                  </a:txBody>
                  <a:tcPr anchor="ctr">
                    <a:lnL>
                      <a:noFill/>
                    </a:lnL>
                    <a:lnR>
                      <a:noFill/>
                    </a:lnR>
                    <a:lnT>
                      <a:noFill/>
                    </a:lnT>
                    <a:lnB>
                      <a:noFill/>
                    </a:lnB>
                    <a:noFill/>
                  </a:tcPr>
                </a:tc>
                <a:extLst>
                  <a:ext uri="{0D108BD9-81ED-4DB2-BD59-A6C34878D82A}">
                    <a16:rowId xmlns:a16="http://schemas.microsoft.com/office/drawing/2014/main" val="2371277635"/>
                  </a:ext>
                </a:extLst>
              </a:tr>
            </a:tbl>
          </a:graphicData>
        </a:graphic>
      </p:graphicFrame>
      <p:graphicFrame>
        <p:nvGraphicFramePr>
          <p:cNvPr id="5" name="Table 4">
            <a:extLst>
              <a:ext uri="{FF2B5EF4-FFF2-40B4-BE49-F238E27FC236}">
                <a16:creationId xmlns:a16="http://schemas.microsoft.com/office/drawing/2014/main" id="{6B30A68A-6D32-2387-F1F6-EA03EC8D51B1}"/>
              </a:ext>
            </a:extLst>
          </p:cNvPr>
          <p:cNvGraphicFramePr>
            <a:graphicFrameLocks noGrp="1"/>
          </p:cNvGraphicFramePr>
          <p:nvPr/>
        </p:nvGraphicFramePr>
        <p:xfrm>
          <a:off x="725658" y="4521995"/>
          <a:ext cx="10515600" cy="2011680"/>
        </p:xfrm>
        <a:graphic>
          <a:graphicData uri="http://schemas.openxmlformats.org/drawingml/2006/table">
            <a:tbl>
              <a:tblPr/>
              <a:tblGrid>
                <a:gridCol w="5257800">
                  <a:extLst>
                    <a:ext uri="{9D8B030D-6E8A-4147-A177-3AD203B41FA5}">
                      <a16:colId xmlns:a16="http://schemas.microsoft.com/office/drawing/2014/main" val="2483616483"/>
                    </a:ext>
                  </a:extLst>
                </a:gridCol>
                <a:gridCol w="5257800">
                  <a:extLst>
                    <a:ext uri="{9D8B030D-6E8A-4147-A177-3AD203B41FA5}">
                      <a16:colId xmlns:a16="http://schemas.microsoft.com/office/drawing/2014/main" val="3883998508"/>
                    </a:ext>
                  </a:extLst>
                </a:gridCol>
              </a:tblGrid>
              <a:tr h="0">
                <a:tc>
                  <a:txBody>
                    <a:bodyPr/>
                    <a:lstStyle/>
                    <a:p>
                      <a:pPr>
                        <a:buNone/>
                      </a:pPr>
                      <a:r>
                        <a:rPr lang="en-AU" sz="1600" b="1"/>
                        <a:t>DOES</a:t>
                      </a:r>
                      <a:endParaRPr lang="en-AU" sz="1600"/>
                    </a:p>
                  </a:txBody>
                  <a:tcPr anchor="ctr">
                    <a:lnL>
                      <a:noFill/>
                    </a:lnL>
                    <a:lnR>
                      <a:noFill/>
                    </a:lnR>
                    <a:lnT>
                      <a:noFill/>
                    </a:lnT>
                    <a:lnB>
                      <a:noFill/>
                    </a:lnB>
                    <a:noFill/>
                  </a:tcPr>
                </a:tc>
                <a:tc>
                  <a:txBody>
                    <a:bodyPr/>
                    <a:lstStyle/>
                    <a:p>
                      <a:pPr>
                        <a:buNone/>
                      </a:pPr>
                      <a:r>
                        <a:rPr lang="en-AU" sz="1600" b="1"/>
                        <a:t>FEELS</a:t>
                      </a:r>
                      <a:endParaRPr lang="en-AU" sz="1600"/>
                    </a:p>
                  </a:txBody>
                  <a:tcPr anchor="ctr">
                    <a:lnL>
                      <a:noFill/>
                    </a:lnL>
                    <a:lnR>
                      <a:noFill/>
                    </a:lnR>
                    <a:lnT>
                      <a:noFill/>
                    </a:lnT>
                    <a:lnB>
                      <a:noFill/>
                    </a:lnB>
                    <a:noFill/>
                  </a:tcPr>
                </a:tc>
                <a:extLst>
                  <a:ext uri="{0D108BD9-81ED-4DB2-BD59-A6C34878D82A}">
                    <a16:rowId xmlns:a16="http://schemas.microsoft.com/office/drawing/2014/main" val="2993197264"/>
                  </a:ext>
                </a:extLst>
              </a:tr>
              <a:tr h="0">
                <a:tc>
                  <a:txBody>
                    <a:bodyPr/>
                    <a:lstStyle/>
                    <a:p>
                      <a:pPr>
                        <a:buNone/>
                      </a:pPr>
                      <a:r>
                        <a:rPr lang="en-AU" sz="1600"/>
                        <a:t>Buys bottled water whenever possible.</a:t>
                      </a:r>
                    </a:p>
                  </a:txBody>
                  <a:tcPr anchor="ctr">
                    <a:lnL>
                      <a:noFill/>
                    </a:lnL>
                    <a:lnR>
                      <a:noFill/>
                    </a:lnR>
                    <a:lnT>
                      <a:noFill/>
                    </a:lnT>
                    <a:lnB>
                      <a:noFill/>
                    </a:lnB>
                    <a:noFill/>
                  </a:tcPr>
                </a:tc>
                <a:tc>
                  <a:txBody>
                    <a:bodyPr/>
                    <a:lstStyle/>
                    <a:p>
                      <a:pPr>
                        <a:buNone/>
                      </a:pPr>
                      <a:r>
                        <a:rPr lang="en-AU" sz="1600"/>
                        <a:t>Anxious about drinking unfamiliar water.</a:t>
                      </a:r>
                    </a:p>
                  </a:txBody>
                  <a:tcPr anchor="ctr">
                    <a:lnL>
                      <a:noFill/>
                    </a:lnL>
                    <a:lnR>
                      <a:noFill/>
                    </a:lnR>
                    <a:lnT>
                      <a:noFill/>
                    </a:lnT>
                    <a:lnB>
                      <a:noFill/>
                    </a:lnB>
                    <a:noFill/>
                  </a:tcPr>
                </a:tc>
                <a:extLst>
                  <a:ext uri="{0D108BD9-81ED-4DB2-BD59-A6C34878D82A}">
                    <a16:rowId xmlns:a16="http://schemas.microsoft.com/office/drawing/2014/main" val="235529131"/>
                  </a:ext>
                </a:extLst>
              </a:tr>
              <a:tr h="0">
                <a:tc>
                  <a:txBody>
                    <a:bodyPr/>
                    <a:lstStyle/>
                    <a:p>
                      <a:pPr>
                        <a:buNone/>
                      </a:pPr>
                      <a:r>
                        <a:rPr lang="en-AU" sz="1600"/>
                        <a:t>Asks locals or hotel staff if the water is safe.</a:t>
                      </a:r>
                    </a:p>
                  </a:txBody>
                  <a:tcPr anchor="ctr">
                    <a:lnL>
                      <a:noFill/>
                    </a:lnL>
                    <a:lnR>
                      <a:noFill/>
                    </a:lnR>
                    <a:lnT>
                      <a:noFill/>
                    </a:lnT>
                    <a:lnB>
                      <a:noFill/>
                    </a:lnB>
                    <a:noFill/>
                  </a:tcPr>
                </a:tc>
                <a:tc>
                  <a:txBody>
                    <a:bodyPr/>
                    <a:lstStyle/>
                    <a:p>
                      <a:pPr>
                        <a:buNone/>
                      </a:pPr>
                      <a:r>
                        <a:rPr lang="en-AU" sz="1600"/>
                        <a:t>Uncertain because there is no clear evidence.</a:t>
                      </a:r>
                    </a:p>
                  </a:txBody>
                  <a:tcPr anchor="ctr">
                    <a:lnL>
                      <a:noFill/>
                    </a:lnL>
                    <a:lnR>
                      <a:noFill/>
                    </a:lnR>
                    <a:lnT>
                      <a:noFill/>
                    </a:lnT>
                    <a:lnB>
                      <a:noFill/>
                    </a:lnB>
                    <a:noFill/>
                  </a:tcPr>
                </a:tc>
                <a:extLst>
                  <a:ext uri="{0D108BD9-81ED-4DB2-BD59-A6C34878D82A}">
                    <a16:rowId xmlns:a16="http://schemas.microsoft.com/office/drawing/2014/main" val="3092885551"/>
                  </a:ext>
                </a:extLst>
              </a:tr>
              <a:tr h="0">
                <a:tc>
                  <a:txBody>
                    <a:bodyPr/>
                    <a:lstStyle/>
                    <a:p>
                      <a:pPr>
                        <a:buNone/>
                      </a:pPr>
                      <a:r>
                        <a:rPr lang="en-AU" sz="1600"/>
                        <a:t>Boils water before drinking when possible.</a:t>
                      </a:r>
                    </a:p>
                  </a:txBody>
                  <a:tcPr anchor="ctr">
                    <a:lnL>
                      <a:noFill/>
                    </a:lnL>
                    <a:lnR>
                      <a:noFill/>
                    </a:lnR>
                    <a:lnT>
                      <a:noFill/>
                    </a:lnT>
                    <a:lnB>
                      <a:noFill/>
                    </a:lnB>
                    <a:noFill/>
                  </a:tcPr>
                </a:tc>
                <a:tc>
                  <a:txBody>
                    <a:bodyPr/>
                    <a:lstStyle/>
                    <a:p>
                      <a:pPr>
                        <a:buNone/>
                      </a:pPr>
                      <a:r>
                        <a:rPr lang="en-AU" sz="1600"/>
                        <a:t>Frustrated by conflicting advice.</a:t>
                      </a:r>
                    </a:p>
                  </a:txBody>
                  <a:tcPr anchor="ctr">
                    <a:lnL>
                      <a:noFill/>
                    </a:lnL>
                    <a:lnR>
                      <a:noFill/>
                    </a:lnR>
                    <a:lnT>
                      <a:noFill/>
                    </a:lnT>
                    <a:lnB>
                      <a:noFill/>
                    </a:lnB>
                    <a:noFill/>
                  </a:tcPr>
                </a:tc>
                <a:extLst>
                  <a:ext uri="{0D108BD9-81ED-4DB2-BD59-A6C34878D82A}">
                    <a16:rowId xmlns:a16="http://schemas.microsoft.com/office/drawing/2014/main" val="2156582930"/>
                  </a:ext>
                </a:extLst>
              </a:tr>
              <a:tr h="0">
                <a:tc>
                  <a:txBody>
                    <a:bodyPr/>
                    <a:lstStyle/>
                    <a:p>
                      <a:pPr>
                        <a:buNone/>
                      </a:pPr>
                      <a:r>
                        <a:rPr lang="en-AU" sz="1600"/>
                        <a:t>Avoids drinking as much water as possible.</a:t>
                      </a:r>
                    </a:p>
                  </a:txBody>
                  <a:tcPr anchor="ctr">
                    <a:lnL>
                      <a:noFill/>
                    </a:lnL>
                    <a:lnR>
                      <a:noFill/>
                    </a:lnR>
                    <a:lnT>
                      <a:noFill/>
                    </a:lnT>
                    <a:lnB>
                      <a:noFill/>
                    </a:lnB>
                    <a:noFill/>
                  </a:tcPr>
                </a:tc>
                <a:tc>
                  <a:txBody>
                    <a:bodyPr/>
                    <a:lstStyle/>
                    <a:p>
                      <a:pPr>
                        <a:buNone/>
                      </a:pPr>
                      <a:r>
                        <a:rPr lang="en-AU" sz="1600"/>
                        <a:t>Relieved when they know the water is safe.</a:t>
                      </a:r>
                    </a:p>
                  </a:txBody>
                  <a:tcPr anchor="ctr">
                    <a:lnL>
                      <a:noFill/>
                    </a:lnL>
                    <a:lnR>
                      <a:noFill/>
                    </a:lnR>
                    <a:lnT>
                      <a:noFill/>
                    </a:lnT>
                    <a:lnB>
                      <a:noFill/>
                    </a:lnB>
                    <a:noFill/>
                  </a:tcPr>
                </a:tc>
                <a:extLst>
                  <a:ext uri="{0D108BD9-81ED-4DB2-BD59-A6C34878D82A}">
                    <a16:rowId xmlns:a16="http://schemas.microsoft.com/office/drawing/2014/main" val="3261220261"/>
                  </a:ext>
                </a:extLst>
              </a:tr>
              <a:tr h="0">
                <a:tc>
                  <a:txBody>
                    <a:bodyPr/>
                    <a:lstStyle/>
                    <a:p>
                      <a:pPr>
                        <a:buNone/>
                      </a:pPr>
                      <a:r>
                        <a:rPr lang="en-AU" sz="1600"/>
                        <a:t>Avoids drinking tap water in unfamiliar places.</a:t>
                      </a:r>
                    </a:p>
                  </a:txBody>
                  <a:tcPr anchor="ctr">
                    <a:lnL>
                      <a:noFill/>
                    </a:lnL>
                    <a:lnR>
                      <a:noFill/>
                    </a:lnR>
                    <a:lnT>
                      <a:noFill/>
                    </a:lnT>
                    <a:lnB>
                      <a:noFill/>
                    </a:lnB>
                    <a:noFill/>
                  </a:tcPr>
                </a:tc>
                <a:tc>
                  <a:txBody>
                    <a:bodyPr/>
                    <a:lstStyle/>
                    <a:p>
                      <a:pPr>
                        <a:buNone/>
                      </a:pPr>
                      <a:r>
                        <a:rPr lang="en-AU" sz="1600"/>
                        <a:t>Worried about food poisoning or stomach illnesses.</a:t>
                      </a:r>
                    </a:p>
                  </a:txBody>
                  <a:tcPr anchor="ctr">
                    <a:lnL>
                      <a:noFill/>
                    </a:lnL>
                    <a:lnR>
                      <a:noFill/>
                    </a:lnR>
                    <a:lnT>
                      <a:noFill/>
                    </a:lnT>
                    <a:lnB>
                      <a:noFill/>
                    </a:lnB>
                    <a:noFill/>
                  </a:tcPr>
                </a:tc>
                <a:extLst>
                  <a:ext uri="{0D108BD9-81ED-4DB2-BD59-A6C34878D82A}">
                    <a16:rowId xmlns:a16="http://schemas.microsoft.com/office/drawing/2014/main" val="783062090"/>
                  </a:ext>
                </a:extLst>
              </a:tr>
            </a:tbl>
          </a:graphicData>
        </a:graphic>
      </p:graphicFrame>
    </p:spTree>
    <p:extLst>
      <p:ext uri="{BB962C8B-B14F-4D97-AF65-F5344CB8AC3E}">
        <p14:creationId xmlns:p14="http://schemas.microsoft.com/office/powerpoint/2010/main" val="2596983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649976" y="3739568"/>
            <a:ext cx="10893094" cy="1915940"/>
          </a:xfrm>
        </p:spPr>
        <p:txBody>
          <a:bodyPr vert="horz" lIns="91440" tIns="45720" rIns="91440" bIns="45720" rtlCol="0" anchor="b">
            <a:normAutofit/>
          </a:bodyPr>
          <a:lstStyle/>
          <a:p>
            <a:pPr algn="ctr"/>
            <a:r>
              <a:rPr lang="en-US" sz="6600" b="0" i="0" kern="1200">
                <a:solidFill>
                  <a:srgbClr val="EBEBEB"/>
                </a:solidFill>
                <a:latin typeface="+mj-lt"/>
                <a:ea typeface="+mj-ea"/>
                <a:cs typeface="+mj-cs"/>
              </a:rPr>
              <a:t>Ideate</a:t>
            </a:r>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826857" y="1746852"/>
            <a:ext cx="10538285" cy="2476497"/>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506437" y="973668"/>
            <a:ext cx="11197883" cy="706964"/>
          </a:xfrm>
        </p:spPr>
        <p:txBody>
          <a:bodyPr/>
          <a:lstStyle/>
          <a:p>
            <a:pPr algn="ctr"/>
            <a:r>
              <a:rPr lang="en-US"/>
              <a:t>Filter </a:t>
            </a:r>
          </a:p>
        </p:txBody>
      </p:sp>
      <p:sp>
        <p:nvSpPr>
          <p:cNvPr id="3" name="Content Placeholder 2">
            <a:extLst>
              <a:ext uri="{FF2B5EF4-FFF2-40B4-BE49-F238E27FC236}">
                <a16:creationId xmlns:a16="http://schemas.microsoft.com/office/drawing/2014/main" id="{A93FD72C-62C1-8E0C-CE00-C81D7304C1AC}"/>
              </a:ext>
            </a:extLst>
          </p:cNvPr>
          <p:cNvSpPr>
            <a:spLocks noGrp="1"/>
          </p:cNvSpPr>
          <p:nvPr>
            <p:ph idx="1"/>
          </p:nvPr>
        </p:nvSpPr>
        <p:spPr>
          <a:xfrm>
            <a:off x="1154954" y="2278966"/>
            <a:ext cx="9803778" cy="4037428"/>
          </a:xfrm>
        </p:spPr>
        <p:txBody>
          <a:bodyPr>
            <a:normAutofit/>
          </a:bodyPr>
          <a:lstStyle/>
          <a:p>
            <a:r>
              <a:rPr lang="en-US" sz="2800" b="1"/>
              <a:t>Our choices </a:t>
            </a:r>
          </a:p>
          <a:p>
            <a:r>
              <a:rPr lang="en-US" sz="1600" b="1"/>
              <a:t>Creating a device that detects the cleanliness of bodies of water </a:t>
            </a:r>
          </a:p>
          <a:p>
            <a:pPr>
              <a:buFontTx/>
              <a:buChar char="-"/>
            </a:pPr>
            <a:r>
              <a:rPr lang="en-AU" sz="1400"/>
              <a:t>It directly addresses the concerns people have about water  safety.</a:t>
            </a:r>
          </a:p>
          <a:p>
            <a:pPr>
              <a:buFontTx/>
              <a:buChar char="-"/>
            </a:pPr>
            <a:r>
              <a:rPr lang="en-AU" sz="1400"/>
              <a:t>It helps reduce the risk of drinking contaminated water.</a:t>
            </a:r>
          </a:p>
          <a:p>
            <a:pPr>
              <a:buFontTx/>
              <a:buChar char="-"/>
            </a:pPr>
            <a:r>
              <a:rPr lang="en-AU" sz="1400"/>
              <a:t>The device can detect contamination that cannot be seen with the naked eye.</a:t>
            </a:r>
            <a:endParaRPr lang="en-US" sz="1400"/>
          </a:p>
          <a:p>
            <a:r>
              <a:rPr lang="en-US" sz="1600" b="1"/>
              <a:t>Creating a portable </a:t>
            </a:r>
            <a:r>
              <a:rPr lang="en-AU" sz="1600" b="1"/>
              <a:t>submersible water quality surveyance probe.</a:t>
            </a:r>
          </a:p>
          <a:p>
            <a:pPr>
              <a:buFontTx/>
              <a:buChar char="-"/>
            </a:pPr>
            <a:r>
              <a:rPr lang="en-AU" sz="1400"/>
              <a:t>It allows people to test water quickly and accurately wherever they are.</a:t>
            </a:r>
          </a:p>
          <a:p>
            <a:pPr>
              <a:buFontTx/>
              <a:buChar char="-"/>
            </a:pPr>
            <a:r>
              <a:rPr lang="en-AU" sz="1400"/>
              <a:t>Because it is portable, it is ideal for travellers, campers, hikers, emergency workers, and people living in areas where water quality is uncertain.</a:t>
            </a:r>
          </a:p>
          <a:p>
            <a:pPr>
              <a:buFontTx/>
              <a:buChar char="-"/>
            </a:pPr>
            <a:r>
              <a:rPr lang="en-AU" sz="1400"/>
              <a:t>Overall, the probe improves health and safety, provides reliable information, and helps people make informed decisions about the water they use.</a:t>
            </a:r>
          </a:p>
          <a:p>
            <a:pPr marL="0" indent="0">
              <a:buNone/>
            </a:pPr>
            <a:endParaRPr lang="en-US" sz="1600"/>
          </a:p>
        </p:txBody>
      </p:sp>
    </p:spTree>
    <p:extLst>
      <p:ext uri="{BB962C8B-B14F-4D97-AF65-F5344CB8AC3E}">
        <p14:creationId xmlns:p14="http://schemas.microsoft.com/office/powerpoint/2010/main" val="3022893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31028" y="331839"/>
            <a:ext cx="5132438" cy="1622322"/>
          </a:xfrm>
        </p:spPr>
        <p:txBody>
          <a:bodyPr vert="horz" lIns="91440" tIns="45720" rIns="91440" bIns="45720" rtlCol="0" anchor="ctr">
            <a:normAutofit/>
          </a:bodyPr>
          <a:lstStyle/>
          <a:p>
            <a:r>
              <a:rPr lang="en-US" b="0" i="0" kern="1200">
                <a:solidFill>
                  <a:srgbClr val="EBEBEB"/>
                </a:solidFill>
                <a:latin typeface="+mj-lt"/>
                <a:ea typeface="+mj-ea"/>
                <a:cs typeface="+mj-cs"/>
              </a:rPr>
              <a:t>Final decision </a:t>
            </a:r>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6714836" y="2013322"/>
            <a:ext cx="4828707" cy="2848936"/>
          </a:xfrm>
          <a:prstGeom prst="rect">
            <a:avLst/>
          </a:prstGeom>
        </p:spPr>
      </p:pic>
      <p:sp>
        <p:nvSpPr>
          <p:cNvPr id="8" name="TextBox 7">
            <a:extLst>
              <a:ext uri="{FF2B5EF4-FFF2-40B4-BE49-F238E27FC236}">
                <a16:creationId xmlns:a16="http://schemas.microsoft.com/office/drawing/2014/main" id="{E5BE8265-4C5F-67BB-6A15-D068CDB22A3C}"/>
              </a:ext>
            </a:extLst>
          </p:cNvPr>
          <p:cNvSpPr txBox="1"/>
          <p:nvPr/>
        </p:nvSpPr>
        <p:spPr>
          <a:xfrm>
            <a:off x="648457" y="1469572"/>
            <a:ext cx="5132439" cy="5143675"/>
          </a:xfrm>
          <a:prstGeom prst="rect">
            <a:avLst/>
          </a:prstGeom>
        </p:spPr>
        <p:txBody>
          <a:bodyPr vert="horz" lIns="91440" tIns="45720" rIns="91440" bIns="45720" rtlCol="0" anchor="ctr">
            <a:normAutofit/>
          </a:bodyPr>
          <a:lstStyle/>
          <a:p>
            <a:pPr>
              <a:lnSpc>
                <a:spcPct val="90000"/>
              </a:lnSpc>
              <a:spcBef>
                <a:spcPts val="1000"/>
              </a:spcBef>
              <a:buClr>
                <a:schemeClr val="accent1"/>
              </a:buClr>
              <a:buSzPct val="80000"/>
            </a:pPr>
            <a:r>
              <a:rPr lang="en-US" sz="100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a:lnSpc>
                <a:spcPct val="90000"/>
              </a:lnSpc>
              <a:spcBef>
                <a:spcPts val="1000"/>
              </a:spcBef>
              <a:buClr>
                <a:schemeClr val="accent1"/>
              </a:buClr>
              <a:buSzPct val="80000"/>
            </a:pPr>
            <a:r>
              <a:rPr lang="en-US" sz="100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a:lnSpc>
                <a:spcPct val="90000"/>
              </a:lnSpc>
              <a:spcBef>
                <a:spcPts val="1000"/>
              </a:spcBef>
              <a:buClr>
                <a:schemeClr val="accent1"/>
              </a:buClr>
              <a:buSzPct val="80000"/>
            </a:pPr>
            <a:r>
              <a:rPr lang="en-US" sz="1000" b="1"/>
              <a:t>Functional Requirements:</a:t>
            </a:r>
          </a:p>
          <a:p>
            <a:pPr marL="171450" indent="-171450">
              <a:lnSpc>
                <a:spcPct val="90000"/>
              </a:lnSpc>
              <a:spcBef>
                <a:spcPts val="1000"/>
              </a:spcBef>
              <a:buClr>
                <a:schemeClr val="accent1"/>
              </a:buClr>
              <a:buSzPct val="80000"/>
              <a:buFont typeface="Wingdings 3" charset="2"/>
              <a:buChar char=""/>
            </a:pPr>
            <a:r>
              <a:rPr lang="en-US" sz="1000"/>
              <a:t>Detect Water Purity </a:t>
            </a:r>
          </a:p>
          <a:p>
            <a:pPr marL="171450" indent="-171450">
              <a:lnSpc>
                <a:spcPct val="90000"/>
              </a:lnSpc>
              <a:spcBef>
                <a:spcPts val="1000"/>
              </a:spcBef>
              <a:buClr>
                <a:schemeClr val="accent1"/>
              </a:buClr>
              <a:buSzPct val="80000"/>
              <a:buFont typeface="Wingdings 3" charset="2"/>
              <a:buChar char=""/>
            </a:pPr>
            <a:r>
              <a:rPr lang="en-US" sz="1000"/>
              <a:t>Detect Water Temperature</a:t>
            </a:r>
          </a:p>
          <a:p>
            <a:pPr marL="171450" indent="-171450">
              <a:lnSpc>
                <a:spcPct val="90000"/>
              </a:lnSpc>
              <a:spcBef>
                <a:spcPts val="1000"/>
              </a:spcBef>
              <a:buClr>
                <a:schemeClr val="accent1"/>
              </a:buClr>
              <a:buSzPct val="80000"/>
              <a:buFont typeface="Wingdings 3" charset="2"/>
              <a:buChar char=""/>
            </a:pPr>
            <a:r>
              <a:rPr lang="en-US" sz="1000"/>
              <a:t>Dashboard</a:t>
            </a:r>
          </a:p>
          <a:p>
            <a:pPr marL="171450" indent="-171450">
              <a:lnSpc>
                <a:spcPct val="90000"/>
              </a:lnSpc>
              <a:spcBef>
                <a:spcPts val="1000"/>
              </a:spcBef>
              <a:buClr>
                <a:schemeClr val="accent1"/>
              </a:buClr>
              <a:buSzPct val="80000"/>
              <a:buFont typeface="Wingdings 3" charset="2"/>
              <a:buChar char=""/>
            </a:pPr>
            <a:r>
              <a:rPr lang="en-US" sz="1000"/>
              <a:t>Be able to function in remote communities</a:t>
            </a:r>
          </a:p>
          <a:p>
            <a:pPr marL="171450" indent="-171450">
              <a:lnSpc>
                <a:spcPct val="90000"/>
              </a:lnSpc>
              <a:spcBef>
                <a:spcPts val="1000"/>
              </a:spcBef>
              <a:buClr>
                <a:schemeClr val="accent1"/>
              </a:buClr>
              <a:buSzPct val="80000"/>
              <a:buFont typeface="Wingdings 3" charset="2"/>
              <a:buChar char=""/>
            </a:pPr>
            <a:r>
              <a:rPr lang="en-US" sz="1000"/>
              <a:t>Waterproof</a:t>
            </a:r>
          </a:p>
          <a:p>
            <a:pPr marL="171450" indent="-171450">
              <a:lnSpc>
                <a:spcPct val="90000"/>
              </a:lnSpc>
              <a:spcBef>
                <a:spcPts val="1000"/>
              </a:spcBef>
              <a:buClr>
                <a:schemeClr val="accent1"/>
              </a:buClr>
              <a:buSzPct val="80000"/>
              <a:buFont typeface="Wingdings 3" charset="2"/>
              <a:buChar char=""/>
            </a:pPr>
            <a:r>
              <a:rPr lang="en-US" sz="1000"/>
              <a:t>Must record all data to a </a:t>
            </a:r>
            <a:r>
              <a:rPr lang="en-US" sz="1000" err="1"/>
              <a:t>sd</a:t>
            </a:r>
            <a:r>
              <a:rPr lang="en-US" sz="1000"/>
              <a:t> card</a:t>
            </a:r>
          </a:p>
          <a:p>
            <a:pPr marL="171450" indent="-171450">
              <a:lnSpc>
                <a:spcPct val="90000"/>
              </a:lnSpc>
              <a:spcBef>
                <a:spcPts val="1000"/>
              </a:spcBef>
              <a:buClr>
                <a:schemeClr val="accent1"/>
              </a:buClr>
              <a:buSzPct val="80000"/>
              <a:buFont typeface="Wingdings 3" charset="2"/>
              <a:buChar char=""/>
            </a:pPr>
            <a:r>
              <a:rPr lang="en-US" sz="1000"/>
              <a:t>Water safety ranking system</a:t>
            </a:r>
          </a:p>
          <a:p>
            <a:pPr>
              <a:lnSpc>
                <a:spcPct val="90000"/>
              </a:lnSpc>
              <a:spcBef>
                <a:spcPts val="1000"/>
              </a:spcBef>
              <a:buClr>
                <a:schemeClr val="accent1"/>
              </a:buClr>
              <a:buSzPct val="80000"/>
            </a:pPr>
            <a:r>
              <a:rPr lang="en-US" sz="1000" b="1"/>
              <a:t>Non-Functional Requirements:</a:t>
            </a:r>
          </a:p>
          <a:p>
            <a:pPr marL="171450" indent="-171450">
              <a:lnSpc>
                <a:spcPct val="90000"/>
              </a:lnSpc>
              <a:spcBef>
                <a:spcPts val="1000"/>
              </a:spcBef>
              <a:buClr>
                <a:schemeClr val="accent1"/>
              </a:buClr>
              <a:buSzPct val="80000"/>
              <a:buFont typeface="Wingdings 3" charset="2"/>
              <a:buChar char=""/>
            </a:pPr>
            <a:r>
              <a:rPr lang="en-US" sz="1000"/>
              <a:t>Work Online and Offline</a:t>
            </a:r>
          </a:p>
          <a:p>
            <a:pPr marL="171450" indent="-171450">
              <a:lnSpc>
                <a:spcPct val="90000"/>
              </a:lnSpc>
              <a:spcBef>
                <a:spcPts val="1000"/>
              </a:spcBef>
              <a:buClr>
                <a:schemeClr val="accent1"/>
              </a:buClr>
              <a:buSzPct val="80000"/>
              <a:buFont typeface="Wingdings 3" charset="2"/>
              <a:buChar char=""/>
            </a:pPr>
            <a:r>
              <a:rPr lang="en-US" sz="1000"/>
              <a:t>Wireless Communication</a:t>
            </a:r>
          </a:p>
          <a:p>
            <a:pPr marL="171450" indent="-171450">
              <a:lnSpc>
                <a:spcPct val="90000"/>
              </a:lnSpc>
              <a:spcBef>
                <a:spcPts val="1000"/>
              </a:spcBef>
              <a:buClr>
                <a:schemeClr val="accent1"/>
              </a:buClr>
              <a:buSzPct val="80000"/>
              <a:buFont typeface="Wingdings 3" charset="2"/>
              <a:buChar char=""/>
            </a:pPr>
            <a:r>
              <a:rPr lang="en-US" sz="1000"/>
              <a:t>Long battery life</a:t>
            </a:r>
          </a:p>
          <a:p>
            <a:pPr marL="171450" indent="-171450">
              <a:lnSpc>
                <a:spcPct val="90000"/>
              </a:lnSpc>
              <a:spcBef>
                <a:spcPts val="1000"/>
              </a:spcBef>
              <a:buClr>
                <a:schemeClr val="accent1"/>
              </a:buClr>
              <a:buSzPct val="80000"/>
              <a:buFont typeface="Wingdings 3" charset="2"/>
              <a:buChar char=""/>
            </a:pPr>
            <a:endParaRPr lang="en-US" sz="90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p:txBody>
          <a:bodyPr/>
          <a:lstStyle/>
          <a:p>
            <a:r>
              <a:rPr lang="en-US"/>
              <a:t>Design</a:t>
            </a:r>
          </a:p>
        </p:txBody>
      </p:sp>
      <p:sp>
        <p:nvSpPr>
          <p:cNvPr id="3" name="Subtitle 2">
            <a:extLst>
              <a:ext uri="{FF2B5EF4-FFF2-40B4-BE49-F238E27FC236}">
                <a16:creationId xmlns:a16="http://schemas.microsoft.com/office/drawing/2014/main" id="{64BF9F3F-08EA-51AC-D121-EB79EA68277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p:txBody>
          <a:bodyPr/>
          <a:lstStyle/>
          <a:p>
            <a:r>
              <a:rPr lang="en-US"/>
              <a:t>Oscar's 3d Mockup</a:t>
            </a:r>
          </a:p>
        </p:txBody>
      </p:sp>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p:txBody>
          <a:bodyPr/>
          <a:lstStyle/>
          <a:p>
            <a:r>
              <a:rPr lang="en-US"/>
              <a:t>Zef's 3D mockup</a:t>
            </a:r>
          </a:p>
        </p:txBody>
      </p:sp>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p:txBody>
          <a:bodyPr/>
          <a:lstStyle/>
          <a:p>
            <a:r>
              <a:rPr lang="en-US"/>
              <a:t>Taliahs 3d Mockup</a:t>
            </a:r>
          </a:p>
        </p:txBody>
      </p:sp>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24544" y="1716831"/>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1931699" y="1681121"/>
              <a:ext cx="4757763" cy="881265"/>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1913700" y="1663129"/>
                <a:ext cx="4793400" cy="91689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47641" y="3333181"/>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29643" y="3315201"/>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481088" y="3361042"/>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63089" y="3343049"/>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28844" y="3321265"/>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10847" y="3303273"/>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490378" y="3328758"/>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72382" y="3310769"/>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54048" y="4758481"/>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36050" y="4740490"/>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695417" y="1612776"/>
            <a:ext cx="125766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Tree>
    <p:extLst>
      <p:ext uri="{BB962C8B-B14F-4D97-AF65-F5344CB8AC3E}">
        <p14:creationId xmlns:p14="http://schemas.microsoft.com/office/powerpoint/2010/main" val="41964531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p:txBody>
          <a:bodyPr/>
          <a:lstStyle/>
          <a:p>
            <a:r>
              <a:rPr lang="en-US"/>
              <a:t>Zef's Website Mockup</a:t>
            </a:r>
          </a:p>
        </p:txBody>
      </p:sp>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p:txBody>
          <a:bodyPr/>
          <a:lstStyle/>
          <a:p>
            <a:r>
              <a:rPr lang="en-US"/>
              <a:t>Oscar's Website Mockup</a:t>
            </a:r>
          </a:p>
        </p:txBody>
      </p:sp>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838200" y="365125"/>
            <a:ext cx="5869620" cy="1332961"/>
          </a:xfrm>
        </p:spPr>
        <p:txBody>
          <a:bodyPr/>
          <a:lstStyle/>
          <a:p>
            <a:r>
              <a:rPr lang="en-US"/>
              <a:t>Taliahs Website Mockup</a:t>
            </a:r>
          </a:p>
        </p:txBody>
      </p:sp>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p:txBody>
          <a:bodyPr/>
          <a:lstStyle/>
          <a:p>
            <a:r>
              <a:rPr lang="en-US"/>
              <a:t>Zef's Logo Mockup</a:t>
            </a:r>
          </a:p>
        </p:txBody>
      </p:sp>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p:txBody>
          <a:bodyPr/>
          <a:lstStyle/>
          <a:p>
            <a:r>
              <a:rPr lang="en-US"/>
              <a:t>Oscar's Logo Mockup</a:t>
            </a:r>
          </a:p>
        </p:txBody>
      </p:sp>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p:txBody>
          <a:bodyPr/>
          <a:lstStyle/>
          <a:p>
            <a:r>
              <a:rPr lang="en-US"/>
              <a:t>Taliah's logo Mockup</a:t>
            </a:r>
          </a:p>
        </p:txBody>
      </p:sp>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p:txBody>
          <a:bodyPr/>
          <a:lstStyle/>
          <a:p>
            <a:r>
              <a:rPr lang="en-US"/>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p:txBody>
          <a:bodyPr vert="horz" lIns="91440" tIns="45720" rIns="91440" bIns="45720" rtlCol="0" anchor="t">
            <a:normAutofit/>
          </a:bodyPr>
          <a:lstStyle/>
          <a:p>
            <a:r>
              <a:rPr lang="en-US" sz="2000"/>
              <a:t>The device is able to record water turbidity</a:t>
            </a:r>
          </a:p>
          <a:p>
            <a:pPr marL="0" indent="0">
              <a:buNone/>
            </a:pPr>
            <a:r>
              <a:rPr lang="en-US" sz="1400"/>
              <a:t>This is the main function of the product</a:t>
            </a:r>
          </a:p>
          <a:p>
            <a:r>
              <a:rPr lang="en-US" sz="2000"/>
              <a:t>Users are shown water turbidity</a:t>
            </a:r>
          </a:p>
          <a:p>
            <a:pPr marL="0" indent="0">
              <a:buNone/>
            </a:pPr>
            <a:r>
              <a:rPr lang="en-US" sz="1400"/>
              <a:t>The water turbidity provides the user with information that will signify how, and how much the water needs to be treated</a:t>
            </a:r>
          </a:p>
          <a:p>
            <a:r>
              <a:rPr lang="en-US" sz="2000"/>
              <a:t>The website has an interpretable dashboard and summary</a:t>
            </a:r>
          </a:p>
          <a:p>
            <a:pPr marL="0" indent="0">
              <a:buNone/>
            </a:pPr>
            <a:r>
              <a:rPr lang="en-US" sz="1400"/>
              <a:t>Most users would not have the education necessary to interpret raw data from a reading</a:t>
            </a:r>
          </a:p>
          <a:p>
            <a:r>
              <a:rPr lang="en-US" sz="2000"/>
              <a:t>Users can determine whether water is safe or not for consumption</a:t>
            </a:r>
          </a:p>
          <a:p>
            <a:pPr marL="0" indent="0">
              <a:buNone/>
            </a:pPr>
            <a:endParaRPr lang="en-US" sz="1400"/>
          </a:p>
          <a:p>
            <a:r>
              <a:rPr lang="en-US" sz="2000"/>
              <a:t>Records of readings and locations are saved and are reviewable</a:t>
            </a:r>
          </a:p>
          <a:p>
            <a:pPr marL="0" indent="0">
              <a:buNone/>
            </a:pPr>
            <a:endParaRPr lang="en-US" sz="1400"/>
          </a:p>
        </p:txBody>
      </p:sp>
    </p:spTree>
    <p:extLst>
      <p:ext uri="{BB962C8B-B14F-4D97-AF65-F5344CB8AC3E}">
        <p14:creationId xmlns:p14="http://schemas.microsoft.com/office/powerpoint/2010/main" val="34576929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605</Words>
  <Application>Microsoft Office PowerPoint</Application>
  <PresentationFormat>Widescreen</PresentationFormat>
  <Paragraphs>73</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Wingdings 3</vt:lpstr>
      <vt:lpstr>Office Theme</vt:lpstr>
      <vt:lpstr>SWQS</vt:lpstr>
      <vt:lpstr>Analysis stage</vt:lpstr>
      <vt:lpstr>Empathy map</vt:lpstr>
      <vt:lpstr>Ideate</vt:lpstr>
      <vt:lpstr>Filter </vt:lpstr>
      <vt:lpstr>Final decision </vt:lpstr>
      <vt:lpstr>Design</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Evaluation Criteria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2026-08-13T23:25:22Z</dcterms:modified>
</cp:coreProperties>
</file>