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0" r:id="rId5"/>
    <p:sldId id="276" r:id="rId6"/>
    <p:sldId id="261" r:id="rId7"/>
    <p:sldId id="262" r:id="rId8"/>
    <p:sldId id="263" r:id="rId9"/>
    <p:sldId id="269" r:id="rId10"/>
    <p:sldId id="271" r:id="rId11"/>
    <p:sldId id="264" r:id="rId12"/>
    <p:sldId id="265" r:id="rId13"/>
    <p:sldId id="272" r:id="rId14"/>
    <p:sldId id="266" r:id="rId15"/>
    <p:sldId id="267" r:id="rId16"/>
    <p:sldId id="268" r:id="rId17"/>
    <p:sldId id="270" r:id="rId18"/>
    <p:sldId id="273" r:id="rId19"/>
    <p:sldId id="274" r:id="rId20"/>
    <p:sldId id="27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57ACAD-9E3B-FF41-A5C1-B474DC49A7AD}" v="12" dt="2026-08-20T23:32:19.279"/>
    <p1510:client id="{99C1DE80-53CF-4A72-884A-7A8152EF750D}" v="1" dt="2026-08-17T02:16:49.821"/>
    <p1510:client id="{D19DF884-7728-4B50-9CFA-D64B76504FB0}" v="62" dt="2026-08-20T23:32:44.4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liah Kassaby" userId="S::kas0005@wantirnacollege.vic.edu.au::23d269d0-e02c-425d-bfba-881a989e0172" providerId="AD" clId="Web-{00000000-0000-0000-0000-000000000000}"/>
    <pc:docChg chg="addSld modSld sldOrd">
      <pc:chgData name="Taliah Kassaby" userId="S::kas0005@wantirnacollege.vic.edu.au::23d269d0-e02c-425d-bfba-881a989e0172" providerId="AD" clId="Web-{00000000-0000-0000-0000-000000000000}" dt="2026-08-13T23:34:51.436" v="429" actId="1076"/>
      <pc:docMkLst>
        <pc:docMk/>
      </pc:docMkLst>
      <pc:sldChg chg="modSp">
        <pc:chgData name="Taliah Kassaby" userId="S::kas0005@wantirnacollege.vic.edu.au::23d269d0-e02c-425d-bfba-881a989e0172" providerId="AD" clId="Web-{00000000-0000-0000-0000-000000000000}" dt="2026-08-13T22:58:50.429" v="35" actId="1076"/>
        <pc:sldMkLst>
          <pc:docMk/>
          <pc:sldMk cId="1318932797" sldId="268"/>
        </pc:sldMkLst>
        <pc:picChg chg="mod">
          <ac:chgData name="Taliah Kassaby" userId="S::kas0005@wantirnacollege.vic.edu.au::23d269d0-e02c-425d-bfba-881a989e0172" providerId="AD" clId="Web-{00000000-0000-0000-0000-000000000000}" dt="2026-08-13T22:58:50.429" v="35" actId="1076"/>
          <ac:picMkLst>
            <pc:docMk/>
            <pc:sldMk cId="1318932797" sldId="268"/>
            <ac:picMk id="5" creationId="{E5450514-D7F2-2BB6-89C5-113A6524D56D}"/>
          </ac:picMkLst>
        </pc:picChg>
      </pc:sldChg>
      <pc:sldChg chg="addSp delSp modSp new ord">
        <pc:chgData name="Taliah Kassaby" userId="S::kas0005@wantirnacollege.vic.edu.au::23d269d0-e02c-425d-bfba-881a989e0172" providerId="AD" clId="Web-{00000000-0000-0000-0000-000000000000}" dt="2026-08-13T23:34:51.436" v="429" actId="1076"/>
        <pc:sldMkLst>
          <pc:docMk/>
          <pc:sldMk cId="2149723290" sldId="271"/>
        </pc:sldMkLst>
        <pc:spChg chg="mod">
          <ac:chgData name="Taliah Kassaby" userId="S::kas0005@wantirnacollege.vic.edu.au::23d269d0-e02c-425d-bfba-881a989e0172" providerId="AD" clId="Web-{00000000-0000-0000-0000-000000000000}" dt="2026-08-13T23:29:06.399" v="351" actId="20577"/>
          <ac:spMkLst>
            <pc:docMk/>
            <pc:sldMk cId="2149723290" sldId="271"/>
            <ac:spMk id="2" creationId="{9E00B712-F478-3D2F-6FB3-DFD07B0CE486}"/>
          </ac:spMkLst>
        </pc:spChg>
        <pc:spChg chg="add mod">
          <ac:chgData name="Taliah Kassaby" userId="S::kas0005@wantirnacollege.vic.edu.au::23d269d0-e02c-425d-bfba-881a989e0172" providerId="AD" clId="Web-{00000000-0000-0000-0000-000000000000}" dt="2026-08-13T23:33:51.963" v="374" actId="1076"/>
          <ac:spMkLst>
            <pc:docMk/>
            <pc:sldMk cId="2149723290" sldId="271"/>
            <ac:spMk id="28" creationId="{8C9A14B5-788B-221F-12D5-709CF3500FD7}"/>
          </ac:spMkLst>
        </pc:spChg>
        <pc:spChg chg="add mod">
          <ac:chgData name="Taliah Kassaby" userId="S::kas0005@wantirnacollege.vic.edu.au::23d269d0-e02c-425d-bfba-881a989e0172" providerId="AD" clId="Web-{00000000-0000-0000-0000-000000000000}" dt="2026-08-13T23:34:14.527" v="402" actId="20577"/>
          <ac:spMkLst>
            <pc:docMk/>
            <pc:sldMk cId="2149723290" sldId="271"/>
            <ac:spMk id="29" creationId="{227F652D-B0AC-B1DD-3150-D818EBAACA94}"/>
          </ac:spMkLst>
        </pc:spChg>
        <pc:spChg chg="add mod">
          <ac:chgData name="Taliah Kassaby" userId="S::kas0005@wantirnacollege.vic.edu.au::23d269d0-e02c-425d-bfba-881a989e0172" providerId="AD" clId="Web-{00000000-0000-0000-0000-000000000000}" dt="2026-08-13T23:34:51.436" v="429" actId="1076"/>
          <ac:spMkLst>
            <pc:docMk/>
            <pc:sldMk cId="2149723290" sldId="271"/>
            <ac:spMk id="30" creationId="{E3F63929-B519-BC47-0876-AEC72E415CD6}"/>
          </ac:spMkLst>
        </pc:spChg>
        <pc:spChg chg="add mod">
          <ac:chgData name="Taliah Kassaby" userId="S::kas0005@wantirnacollege.vic.edu.au::23d269d0-e02c-425d-bfba-881a989e0172" providerId="AD" clId="Web-{00000000-0000-0000-0000-000000000000}" dt="2026-08-13T23:34:41.982" v="427" actId="20577"/>
          <ac:spMkLst>
            <pc:docMk/>
            <pc:sldMk cId="2149723290" sldId="271"/>
            <ac:spMk id="31" creationId="{FCA63AC3-8831-EB6C-322F-BFEFB1947719}"/>
          </ac:spMkLst>
        </pc:spChg>
        <pc:picChg chg="add mod">
          <ac:chgData name="Taliah Kassaby" userId="S::kas0005@wantirnacollege.vic.edu.au::23d269d0-e02c-425d-bfba-881a989e0172" providerId="AD" clId="Web-{00000000-0000-0000-0000-000000000000}" dt="2026-08-13T23:31:54.566" v="356" actId="1076"/>
          <ac:picMkLst>
            <pc:docMk/>
            <pc:sldMk cId="2149723290" sldId="271"/>
            <ac:picMk id="22" creationId="{A31A787D-A890-5EAD-46FA-26AC0E9C12AE}"/>
          </ac:picMkLst>
        </pc:picChg>
        <pc:inkChg chg="add">
          <ac:chgData name="Taliah Kassaby" userId="S::kas0005@wantirnacollege.vic.edu.au::23d269d0-e02c-425d-bfba-881a989e0172" providerId="AD" clId="Web-{00000000-0000-0000-0000-000000000000}" dt="2026-08-13T23:10:45.894" v="82"/>
          <ac:inkMkLst>
            <pc:docMk/>
            <pc:sldMk cId="2149723290" sldId="271"/>
            <ac:inkMk id="15" creationId="{909F68AC-4533-5933-236C-3E8C64B7139B}"/>
          </ac:inkMkLst>
        </pc:inkChg>
        <pc:inkChg chg="add">
          <ac:chgData name="Taliah Kassaby" userId="S::kas0005@wantirnacollege.vic.edu.au::23d269d0-e02c-425d-bfba-881a989e0172" providerId="AD" clId="Web-{00000000-0000-0000-0000-000000000000}" dt="2026-08-13T23:12:10.056" v="84"/>
          <ac:inkMkLst>
            <pc:docMk/>
            <pc:sldMk cId="2149723290" sldId="271"/>
            <ac:inkMk id="17" creationId="{9D4E803E-C957-72AB-1BA1-FB3A08757C8F}"/>
          </ac:inkMkLst>
        </pc:inkChg>
        <pc:inkChg chg="add">
          <ac:chgData name="Taliah Kassaby" userId="S::kas0005@wantirnacollege.vic.edu.au::23d269d0-e02c-425d-bfba-881a989e0172" providerId="AD" clId="Web-{00000000-0000-0000-0000-000000000000}" dt="2026-08-13T23:12:10.759" v="85"/>
          <ac:inkMkLst>
            <pc:docMk/>
            <pc:sldMk cId="2149723290" sldId="271"/>
            <ac:inkMk id="18" creationId="{D845F142-7145-4B13-0DF0-D0D519116F4C}"/>
          </ac:inkMkLst>
        </pc:inkChg>
      </pc:sldChg>
      <pc:sldChg chg="addSp delSp modSp new ord">
        <pc:chgData name="Taliah Kassaby" userId="S::kas0005@wantirnacollege.vic.edu.au::23d269d0-e02c-425d-bfba-881a989e0172" providerId="AD" clId="Web-{00000000-0000-0000-0000-000000000000}" dt="2026-08-13T23:28:58.243" v="345"/>
        <pc:sldMkLst>
          <pc:docMk/>
          <pc:sldMk cId="4196453157" sldId="272"/>
        </pc:sldMkLst>
        <pc:spChg chg="mod">
          <ac:chgData name="Taliah Kassaby" userId="S::kas0005@wantirnacollege.vic.edu.au::23d269d0-e02c-425d-bfba-881a989e0172" providerId="AD" clId="Web-{00000000-0000-0000-0000-000000000000}" dt="2026-08-13T23:28:55.477" v="344" actId="20577"/>
          <ac:spMkLst>
            <pc:docMk/>
            <pc:sldMk cId="4196453157" sldId="272"/>
            <ac:spMk id="2" creationId="{DECC06B4-3A01-A656-443F-0A54FBECDA36}"/>
          </ac:spMkLst>
        </pc:spChg>
        <pc:spChg chg="add mod">
          <ac:chgData name="Taliah Kassaby" userId="S::kas0005@wantirnacollege.vic.edu.au::23d269d0-e02c-425d-bfba-881a989e0172" providerId="AD" clId="Web-{00000000-0000-0000-0000-000000000000}" dt="2026-08-13T23:27:10.736" v="196" actId="1076"/>
          <ac:spMkLst>
            <pc:docMk/>
            <pc:sldMk cId="4196453157" sldId="272"/>
            <ac:spMk id="16" creationId="{24FEF3ED-F281-D4E7-22C3-88CFF0405EB0}"/>
          </ac:spMkLst>
        </pc:spChg>
        <pc:spChg chg="add mod">
          <ac:chgData name="Taliah Kassaby" userId="S::kas0005@wantirnacollege.vic.edu.au::23d269d0-e02c-425d-bfba-881a989e0172" providerId="AD" clId="Web-{00000000-0000-0000-0000-000000000000}" dt="2026-08-13T23:27:44.426" v="237" actId="1076"/>
          <ac:spMkLst>
            <pc:docMk/>
            <pc:sldMk cId="4196453157" sldId="272"/>
            <ac:spMk id="22" creationId="{50409287-EF5B-CF5B-A14E-2C5D39440B15}"/>
          </ac:spMkLst>
        </pc:spChg>
        <pc:spChg chg="add mod">
          <ac:chgData name="Taliah Kassaby" userId="S::kas0005@wantirnacollege.vic.edu.au::23d269d0-e02c-425d-bfba-881a989e0172" providerId="AD" clId="Web-{00000000-0000-0000-0000-000000000000}" dt="2026-08-13T23:28:28.116" v="315" actId="1076"/>
          <ac:spMkLst>
            <pc:docMk/>
            <pc:sldMk cId="4196453157" sldId="272"/>
            <ac:spMk id="23" creationId="{4FF51D3C-6667-07BD-0EBF-46440DDD405A}"/>
          </ac:spMkLst>
        </pc:spChg>
        <pc:picChg chg="add mod ord">
          <ac:chgData name="Taliah Kassaby" userId="S::kas0005@wantirnacollege.vic.edu.au::23d269d0-e02c-425d-bfba-881a989e0172" providerId="AD" clId="Web-{00000000-0000-0000-0000-000000000000}" dt="2026-08-13T23:26:42.703" v="189" actId="1076"/>
          <ac:picMkLst>
            <pc:docMk/>
            <pc:sldMk cId="4196453157" sldId="272"/>
            <ac:picMk id="4" creationId="{6EB7D4B0-5233-EF46-C5FB-4067893490FB}"/>
          </ac:picMkLst>
        </pc:picChg>
        <pc:inkChg chg="add mod">
          <ac:chgData name="Taliah Kassaby" userId="S::kas0005@wantirnacollege.vic.edu.au::23d269d0-e02c-425d-bfba-881a989e0172" providerId="AD" clId="Web-{00000000-0000-0000-0000-000000000000}" dt="2026-08-13T23:26:50.750" v="192" actId="14100"/>
          <ac:inkMkLst>
            <pc:docMk/>
            <pc:sldMk cId="4196453157" sldId="272"/>
            <ac:inkMk id="5" creationId="{291E65B1-4420-81D5-05F8-C0FF12741F77}"/>
          </ac:inkMkLst>
        </pc:inkChg>
        <pc:inkChg chg="add">
          <ac:chgData name="Taliah Kassaby" userId="S::kas0005@wantirnacollege.vic.edu.au::23d269d0-e02c-425d-bfba-881a989e0172" providerId="AD" clId="Web-{00000000-0000-0000-0000-000000000000}" dt="2026-08-13T23:24:31.242" v="118"/>
          <ac:inkMkLst>
            <pc:docMk/>
            <pc:sldMk cId="4196453157" sldId="272"/>
            <ac:inkMk id="11" creationId="{53A11908-C8F3-228A-2A42-64DCE78996A9}"/>
          </ac:inkMkLst>
        </pc:inkChg>
        <pc:inkChg chg="add">
          <ac:chgData name="Taliah Kassaby" userId="S::kas0005@wantirnacollege.vic.edu.au::23d269d0-e02c-425d-bfba-881a989e0172" providerId="AD" clId="Web-{00000000-0000-0000-0000-000000000000}" dt="2026-08-13T23:24:35.804" v="119"/>
          <ac:inkMkLst>
            <pc:docMk/>
            <pc:sldMk cId="4196453157" sldId="272"/>
            <ac:inkMk id="12" creationId="{AB26A816-7054-250C-2DD5-14C1B01A714F}"/>
          </ac:inkMkLst>
        </pc:inkChg>
        <pc:inkChg chg="add">
          <ac:chgData name="Taliah Kassaby" userId="S::kas0005@wantirnacollege.vic.edu.au::23d269d0-e02c-425d-bfba-881a989e0172" providerId="AD" clId="Web-{00000000-0000-0000-0000-000000000000}" dt="2026-08-13T23:24:37.992" v="120"/>
          <ac:inkMkLst>
            <pc:docMk/>
            <pc:sldMk cId="4196453157" sldId="272"/>
            <ac:inkMk id="13" creationId="{0D5BF425-7455-5047-8B5B-95729688C396}"/>
          </ac:inkMkLst>
        </pc:inkChg>
        <pc:inkChg chg="add">
          <ac:chgData name="Taliah Kassaby" userId="S::kas0005@wantirnacollege.vic.edu.au::23d269d0-e02c-425d-bfba-881a989e0172" providerId="AD" clId="Web-{00000000-0000-0000-0000-000000000000}" dt="2026-08-13T23:24:41.648" v="121"/>
          <ac:inkMkLst>
            <pc:docMk/>
            <pc:sldMk cId="4196453157" sldId="272"/>
            <ac:inkMk id="14" creationId="{2221E05B-8385-4427-59AE-C55D3918076B}"/>
          </ac:inkMkLst>
        </pc:inkChg>
        <pc:inkChg chg="add">
          <ac:chgData name="Taliah Kassaby" userId="S::kas0005@wantirnacollege.vic.edu.au::23d269d0-e02c-425d-bfba-881a989e0172" providerId="AD" clId="Web-{00000000-0000-0000-0000-000000000000}" dt="2026-08-13T23:24:46.602" v="122"/>
          <ac:inkMkLst>
            <pc:docMk/>
            <pc:sldMk cId="4196453157" sldId="272"/>
            <ac:inkMk id="15" creationId="{E139891A-B456-ABC2-8311-60B3B4D12537}"/>
          </ac:inkMkLst>
        </pc:inkChg>
      </pc:sldChg>
    </pc:docChg>
  </pc:docChgLst>
  <pc:docChgLst>
    <pc:chgData name="Zef Ewart" userId="d55df615-e487-427e-b122-1eec8308b830" providerId="ADAL" clId="{D15140D9-557F-41C2-BE64-520539F8E8F3}"/>
    <pc:docChg chg="undo custSel addSld modSld">
      <pc:chgData name="Zef Ewart" userId="d55df615-e487-427e-b122-1eec8308b830" providerId="ADAL" clId="{D15140D9-557F-41C2-BE64-520539F8E8F3}" dt="2026-08-20T23:32:44.457" v="61" actId="20577"/>
      <pc:docMkLst>
        <pc:docMk/>
      </pc:docMkLst>
      <pc:sldChg chg="modSp mod">
        <pc:chgData name="Zef Ewart" userId="d55df615-e487-427e-b122-1eec8308b830" providerId="ADAL" clId="{D15140D9-557F-41C2-BE64-520539F8E8F3}" dt="2026-08-18T02:33:01.702" v="21" actId="1076"/>
        <pc:sldMkLst>
          <pc:docMk/>
          <pc:sldMk cId="4094592511" sldId="261"/>
        </pc:sldMkLst>
        <pc:spChg chg="mod">
          <ac:chgData name="Zef Ewart" userId="d55df615-e487-427e-b122-1eec8308b830" providerId="ADAL" clId="{D15140D9-557F-41C2-BE64-520539F8E8F3}" dt="2026-08-18T02:33:01.702" v="21" actId="1076"/>
          <ac:spMkLst>
            <pc:docMk/>
            <pc:sldMk cId="4094592511" sldId="261"/>
            <ac:spMk id="3" creationId="{69689C90-6221-A1FF-3431-0941A890942C}"/>
          </ac:spMkLst>
        </pc:spChg>
        <pc:spChg chg="mod">
          <ac:chgData name="Zef Ewart" userId="d55df615-e487-427e-b122-1eec8308b830" providerId="ADAL" clId="{D15140D9-557F-41C2-BE64-520539F8E8F3}" dt="2026-08-18T02:32:42.551" v="18" actId="1076"/>
          <ac:spMkLst>
            <pc:docMk/>
            <pc:sldMk cId="4094592511" sldId="261"/>
            <ac:spMk id="8" creationId="{E5BE8265-4C5F-67BB-6A15-D068CDB22A3C}"/>
          </ac:spMkLst>
        </pc:spChg>
      </pc:sldChg>
      <pc:sldChg chg="modSp mod">
        <pc:chgData name="Zef Ewart" userId="d55df615-e487-427e-b122-1eec8308b830" providerId="ADAL" clId="{D15140D9-557F-41C2-BE64-520539F8E8F3}" dt="2026-08-20T23:32:44.457" v="61" actId="20577"/>
        <pc:sldMkLst>
          <pc:docMk/>
          <pc:sldMk cId="3457692963" sldId="270"/>
        </pc:sldMkLst>
        <pc:spChg chg="mod">
          <ac:chgData name="Zef Ewart" userId="d55df615-e487-427e-b122-1eec8308b830" providerId="ADAL" clId="{D15140D9-557F-41C2-BE64-520539F8E8F3}" dt="2026-08-20T23:32:44.457" v="61" actId="20577"/>
          <ac:spMkLst>
            <pc:docMk/>
            <pc:sldMk cId="3457692963" sldId="270"/>
            <ac:spMk id="3" creationId="{C999C599-B8CA-EE81-4840-2B23F0BFE06D}"/>
          </ac:spMkLst>
        </pc:spChg>
      </pc:sldChg>
      <pc:sldChg chg="modSp new mod">
        <pc:chgData name="Zef Ewart" userId="d55df615-e487-427e-b122-1eec8308b830" providerId="ADAL" clId="{D15140D9-557F-41C2-BE64-520539F8E8F3}" dt="2026-08-18T02:43:57.221" v="36" actId="20577"/>
        <pc:sldMkLst>
          <pc:docMk/>
          <pc:sldMk cId="1098657898" sldId="277"/>
        </pc:sldMkLst>
        <pc:spChg chg="mod">
          <ac:chgData name="Zef Ewart" userId="d55df615-e487-427e-b122-1eec8308b830" providerId="ADAL" clId="{D15140D9-557F-41C2-BE64-520539F8E8F3}" dt="2026-08-18T02:36:34.273" v="34" actId="20577"/>
          <ac:spMkLst>
            <pc:docMk/>
            <pc:sldMk cId="1098657898" sldId="277"/>
            <ac:spMk id="2" creationId="{A60C07A3-0361-52C0-FF89-FE53253FC367}"/>
          </ac:spMkLst>
        </pc:spChg>
        <pc:spChg chg="mod">
          <ac:chgData name="Zef Ewart" userId="d55df615-e487-427e-b122-1eec8308b830" providerId="ADAL" clId="{D15140D9-557F-41C2-BE64-520539F8E8F3}" dt="2026-08-18T02:43:57.221" v="36" actId="20577"/>
          <ac:spMkLst>
            <pc:docMk/>
            <pc:sldMk cId="1098657898" sldId="277"/>
            <ac:spMk id="3" creationId="{FBDB3519-0AA1-2B1E-B871-936C4F975A08}"/>
          </ac:spMkLst>
        </pc:spChg>
      </pc:sldChg>
    </pc:docChg>
  </pc:docChgLst>
  <pc:docChgLst>
    <pc:chgData name="Zef Ewart" userId="S::ewa0005@wantirnacollege.vic.edu.au::d55df615-e487-427e-b122-1eec8308b830" providerId="AD" clId="Web-{F06FBC25-D5A1-B4B9-830D-DD9FA3322021}"/>
    <pc:docChg chg="addSld modSld">
      <pc:chgData name="Zef Ewart" userId="S::ewa0005@wantirnacollege.vic.edu.au::d55df615-e487-427e-b122-1eec8308b830" providerId="AD" clId="Web-{F06FBC25-D5A1-B4B9-830D-DD9FA3322021}" dt="2026-08-13T23:16:32.548" v="614" actId="20577"/>
      <pc:docMkLst>
        <pc:docMk/>
      </pc:docMkLst>
      <pc:sldChg chg="modSp new">
        <pc:chgData name="Zef Ewart" userId="S::ewa0005@wantirnacollege.vic.edu.au::d55df615-e487-427e-b122-1eec8308b830" providerId="AD" clId="Web-{F06FBC25-D5A1-B4B9-830D-DD9FA3322021}" dt="2026-08-13T23:16:32.548" v="614" actId="20577"/>
        <pc:sldMkLst>
          <pc:docMk/>
          <pc:sldMk cId="3457692963" sldId="270"/>
        </pc:sldMkLst>
        <pc:spChg chg="mod">
          <ac:chgData name="Zef Ewart" userId="S::ewa0005@wantirnacollege.vic.edu.au::d55df615-e487-427e-b122-1eec8308b830" providerId="AD" clId="Web-{F06FBC25-D5A1-B4B9-830D-DD9FA3322021}" dt="2026-08-13T22:54:38.886" v="23" actId="20577"/>
          <ac:spMkLst>
            <pc:docMk/>
            <pc:sldMk cId="3457692963" sldId="270"/>
            <ac:spMk id="2" creationId="{9A6D4E23-7F5E-FFF1-E437-7D524E9B201B}"/>
          </ac:spMkLst>
        </pc:spChg>
        <pc:spChg chg="mod">
          <ac:chgData name="Zef Ewart" userId="S::ewa0005@wantirnacollege.vic.edu.au::d55df615-e487-427e-b122-1eec8308b830" providerId="AD" clId="Web-{F06FBC25-D5A1-B4B9-830D-DD9FA3322021}" dt="2026-08-13T23:16:32.548" v="614" actId="20577"/>
          <ac:spMkLst>
            <pc:docMk/>
            <pc:sldMk cId="3457692963" sldId="270"/>
            <ac:spMk id="3" creationId="{C999C599-B8CA-EE81-4840-2B23F0BFE06D}"/>
          </ac:spMkLst>
        </pc:spChg>
      </pc:sldChg>
    </pc:docChg>
  </pc:docChgLst>
  <pc:docChgLst>
    <pc:chgData name="Zef Ewart" userId="S::ewa0005@wantirnacollege.vic.edu.au::d55df615-e487-427e-b122-1eec8308b830" providerId="AD" clId="Web-{8C8B2183-FF6F-EF0C-B057-6277FEC65D75}"/>
    <pc:docChg chg="modSld">
      <pc:chgData name="Zef Ewart" userId="S::ewa0005@wantirnacollege.vic.edu.au::d55df615-e487-427e-b122-1eec8308b830" providerId="AD" clId="Web-{8C8B2183-FF6F-EF0C-B057-6277FEC65D75}" dt="2026-08-18T02:23:45.756" v="613" actId="1076"/>
      <pc:docMkLst>
        <pc:docMk/>
      </pc:docMkLst>
      <pc:sldChg chg="addSp modSp">
        <pc:chgData name="Zef Ewart" userId="S::ewa0005@wantirnacollege.vic.edu.au::d55df615-e487-427e-b122-1eec8308b830" providerId="AD" clId="Web-{8C8B2183-FF6F-EF0C-B057-6277FEC65D75}" dt="2026-08-18T02:23:45.756" v="613" actId="1076"/>
        <pc:sldMkLst>
          <pc:docMk/>
          <pc:sldMk cId="4094592511" sldId="261"/>
        </pc:sldMkLst>
        <pc:spChg chg="add mod">
          <ac:chgData name="Zef Ewart" userId="S::ewa0005@wantirnacollege.vic.edu.au::d55df615-e487-427e-b122-1eec8308b830" providerId="AD" clId="Web-{8C8B2183-FF6F-EF0C-B057-6277FEC65D75}" dt="2026-08-18T02:23:45.756" v="613" actId="1076"/>
          <ac:spMkLst>
            <pc:docMk/>
            <pc:sldMk cId="4094592511" sldId="261"/>
            <ac:spMk id="3" creationId="{69689C90-6221-A1FF-3431-0941A890942C}"/>
          </ac:spMkLst>
        </pc:spChg>
        <pc:spChg chg="mod">
          <ac:chgData name="Zef Ewart" userId="S::ewa0005@wantirnacollege.vic.edu.au::d55df615-e487-427e-b122-1eec8308b830" providerId="AD" clId="Web-{8C8B2183-FF6F-EF0C-B057-6277FEC65D75}" dt="2026-08-18T02:23:25.114" v="610" actId="20577"/>
          <ac:spMkLst>
            <pc:docMk/>
            <pc:sldMk cId="4094592511" sldId="261"/>
            <ac:spMk id="8" creationId="{E5BE8265-4C5F-67BB-6A15-D068CDB22A3C}"/>
          </ac:spMkLst>
        </pc:spChg>
        <pc:spChg chg="mod">
          <ac:chgData name="Zef Ewart" userId="S::ewa0005@wantirnacollege.vic.edu.au::d55df615-e487-427e-b122-1eec8308b830" providerId="AD" clId="Web-{8C8B2183-FF6F-EF0C-B057-6277FEC65D75}" dt="2026-08-18T02:21:09.085" v="518" actId="20577"/>
          <ac:spMkLst>
            <pc:docMk/>
            <pc:sldMk cId="4094592511" sldId="261"/>
            <ac:spMk id="13" creationId="{DBC6133C-0615-4CE4-9132-37E609A9BDFA}"/>
          </ac:spMkLst>
        </pc:spChg>
      </pc:sldChg>
      <pc:sldChg chg="modSp">
        <pc:chgData name="Zef Ewart" userId="S::ewa0005@wantirnacollege.vic.edu.au::d55df615-e487-427e-b122-1eec8308b830" providerId="AD" clId="Web-{8C8B2183-FF6F-EF0C-B057-6277FEC65D75}" dt="2026-08-18T02:18:34.720" v="503" actId="20577"/>
        <pc:sldMkLst>
          <pc:docMk/>
          <pc:sldMk cId="3457692963" sldId="270"/>
        </pc:sldMkLst>
        <pc:spChg chg="mod">
          <ac:chgData name="Zef Ewart" userId="S::ewa0005@wantirnacollege.vic.edu.au::d55df615-e487-427e-b122-1eec8308b830" providerId="AD" clId="Web-{8C8B2183-FF6F-EF0C-B057-6277FEC65D75}" dt="2026-08-18T02:18:34.720" v="503" actId="20577"/>
          <ac:spMkLst>
            <pc:docMk/>
            <pc:sldMk cId="3457692963" sldId="270"/>
            <ac:spMk id="3" creationId="{C999C599-B8CA-EE81-4840-2B23F0BFE06D}"/>
          </ac:spMkLst>
        </pc:spChg>
      </pc:sldChg>
    </pc:docChg>
  </pc:docChgLst>
  <pc:docChgLst>
    <pc:chgData name="Taliah Kassaby" userId="S::kas0005@wantirnacollege.vic.edu.au::23d269d0-e02c-425d-bfba-881a989e0172" providerId="AD" clId="Web-{A2F432F4-37D5-A3D0-114A-1D305E73D865}"/>
    <pc:docChg chg="addSld delSld modSld sldOrd">
      <pc:chgData name="Taliah Kassaby" userId="S::kas0005@wantirnacollege.vic.edu.au::23d269d0-e02c-425d-bfba-881a989e0172" providerId="AD" clId="Web-{A2F432F4-37D5-A3D0-114A-1D305E73D865}" dt="2026-08-18T02:58:59.388" v="539" actId="1076"/>
      <pc:docMkLst>
        <pc:docMk/>
      </pc:docMkLst>
      <pc:sldChg chg="addSp delSp modSp mod setBg">
        <pc:chgData name="Taliah Kassaby" userId="S::kas0005@wantirnacollege.vic.edu.au::23d269d0-e02c-425d-bfba-881a989e0172" providerId="AD" clId="Web-{A2F432F4-37D5-A3D0-114A-1D305E73D865}" dt="2026-08-18T02:30:46.010" v="399"/>
        <pc:sldMkLst>
          <pc:docMk/>
          <pc:sldMk cId="1388250180" sldId="256"/>
        </pc:sldMkLst>
        <pc:spChg chg="mod">
          <ac:chgData name="Taliah Kassaby" userId="S::kas0005@wantirnacollege.vic.edu.au::23d269d0-e02c-425d-bfba-881a989e0172" providerId="AD" clId="Web-{A2F432F4-37D5-A3D0-114A-1D305E73D865}" dt="2026-08-18T02:30:46.010" v="399"/>
          <ac:spMkLst>
            <pc:docMk/>
            <pc:sldMk cId="1388250180" sldId="256"/>
            <ac:spMk id="2" creationId="{6DB75583-8F97-757A-3D9C-B459F698BB0E}"/>
          </ac:spMkLst>
        </pc:spChg>
        <pc:spChg chg="mod">
          <ac:chgData name="Taliah Kassaby" userId="S::kas0005@wantirnacollege.vic.edu.au::23d269d0-e02c-425d-bfba-881a989e0172" providerId="AD" clId="Web-{A2F432F4-37D5-A3D0-114A-1D305E73D865}" dt="2026-08-18T02:30:46.010" v="399"/>
          <ac:spMkLst>
            <pc:docMk/>
            <pc:sldMk cId="1388250180" sldId="256"/>
            <ac:spMk id="3" creationId="{D6761061-F77B-C890-18C0-41105821CB02}"/>
          </ac:spMkLst>
        </pc:spChg>
        <pc:spChg chg="add del">
          <ac:chgData name="Taliah Kassaby" userId="S::kas0005@wantirnacollege.vic.edu.au::23d269d0-e02c-425d-bfba-881a989e0172" providerId="AD" clId="Web-{A2F432F4-37D5-A3D0-114A-1D305E73D865}" dt="2026-08-17T02:54:31.672" v="82"/>
          <ac:spMkLst>
            <pc:docMk/>
            <pc:sldMk cId="1388250180" sldId="256"/>
            <ac:spMk id="8" creationId="{C7D023E4-8DE1-436E-9847-ED6A4B4B04FD}"/>
          </ac:spMkLst>
        </pc:spChg>
        <pc:spChg chg="add del">
          <ac:chgData name="Taliah Kassaby" userId="S::kas0005@wantirnacollege.vic.edu.au::23d269d0-e02c-425d-bfba-881a989e0172" providerId="AD" clId="Web-{A2F432F4-37D5-A3D0-114A-1D305E73D865}" dt="2026-08-17T02:54:24.578" v="77"/>
          <ac:spMkLst>
            <pc:docMk/>
            <pc:sldMk cId="1388250180" sldId="256"/>
            <ac:spMk id="26" creationId="{3677BAFB-3BD3-41BB-9107-FAE224AE21C4}"/>
          </ac:spMkLst>
        </pc:spChg>
        <pc:spChg chg="add del">
          <ac:chgData name="Taliah Kassaby" userId="S::kas0005@wantirnacollege.vic.edu.au::23d269d0-e02c-425d-bfba-881a989e0172" providerId="AD" clId="Web-{A2F432F4-37D5-A3D0-114A-1D305E73D865}" dt="2026-08-17T02:54:24.578" v="77"/>
          <ac:spMkLst>
            <pc:docMk/>
            <pc:sldMk cId="1388250180" sldId="256"/>
            <ac:spMk id="30" creationId="{34B557F3-1A0C-4749-A6DB-EAC082DF390B}"/>
          </ac:spMkLst>
        </pc:spChg>
        <pc:spChg chg="add del">
          <ac:chgData name="Taliah Kassaby" userId="S::kas0005@wantirnacollege.vic.edu.au::23d269d0-e02c-425d-bfba-881a989e0172" providerId="AD" clId="Web-{A2F432F4-37D5-A3D0-114A-1D305E73D865}" dt="2026-08-17T02:54:24.578" v="77"/>
          <ac:spMkLst>
            <pc:docMk/>
            <pc:sldMk cId="1388250180" sldId="256"/>
            <ac:spMk id="32" creationId="{55D55AA6-3751-494F-868A-DCEDC5CE82BF}"/>
          </ac:spMkLst>
        </pc:spChg>
        <pc:spChg chg="add del">
          <ac:chgData name="Taliah Kassaby" userId="S::kas0005@wantirnacollege.vic.edu.au::23d269d0-e02c-425d-bfba-881a989e0172" providerId="AD" clId="Web-{A2F432F4-37D5-A3D0-114A-1D305E73D865}" dt="2026-08-17T02:54:24.578" v="77"/>
          <ac:spMkLst>
            <pc:docMk/>
            <pc:sldMk cId="1388250180" sldId="256"/>
            <ac:spMk id="34" creationId="{4D4C00DC-4DC6-4CD2-9E31-F17E6CEBC5A6}"/>
          </ac:spMkLst>
        </pc:spChg>
        <pc:spChg chg="add del">
          <ac:chgData name="Taliah Kassaby" userId="S::kas0005@wantirnacollege.vic.edu.au::23d269d0-e02c-425d-bfba-881a989e0172" providerId="AD" clId="Web-{A2F432F4-37D5-A3D0-114A-1D305E73D865}" dt="2026-08-17T02:54:24.578" v="77"/>
          <ac:spMkLst>
            <pc:docMk/>
            <pc:sldMk cId="1388250180" sldId="256"/>
            <ac:spMk id="36" creationId="{D82AB1B2-7970-42CF-8BF5-567C69E9FFFB}"/>
          </ac:spMkLst>
        </pc:spChg>
        <pc:spChg chg="add del">
          <ac:chgData name="Taliah Kassaby" userId="S::kas0005@wantirnacollege.vic.edu.au::23d269d0-e02c-425d-bfba-881a989e0172" providerId="AD" clId="Web-{A2F432F4-37D5-A3D0-114A-1D305E73D865}" dt="2026-08-17T02:54:24.578" v="77"/>
          <ac:spMkLst>
            <pc:docMk/>
            <pc:sldMk cId="1388250180" sldId="256"/>
            <ac:spMk id="42" creationId="{C10FB9CA-E7FA-462C-B537-F1224ED1ACF4}"/>
          </ac:spMkLst>
        </pc:spChg>
        <pc:spChg chg="add del">
          <ac:chgData name="Taliah Kassaby" userId="S::kas0005@wantirnacollege.vic.edu.au::23d269d0-e02c-425d-bfba-881a989e0172" providerId="AD" clId="Web-{A2F432F4-37D5-A3D0-114A-1D305E73D865}" dt="2026-08-17T02:54:24.578" v="77"/>
          <ac:spMkLst>
            <pc:docMk/>
            <pc:sldMk cId="1388250180" sldId="256"/>
            <ac:spMk id="44" creationId="{D8469AE7-A75B-4F37-850B-EF5974ABED2C}"/>
          </ac:spMkLst>
        </pc:spChg>
        <pc:spChg chg="add del">
          <ac:chgData name="Taliah Kassaby" userId="S::kas0005@wantirnacollege.vic.edu.au::23d269d0-e02c-425d-bfba-881a989e0172" providerId="AD" clId="Web-{A2F432F4-37D5-A3D0-114A-1D305E73D865}" dt="2026-08-17T02:54:26.281" v="79"/>
          <ac:spMkLst>
            <pc:docMk/>
            <pc:sldMk cId="1388250180" sldId="256"/>
            <ac:spMk id="217" creationId="{8C790BE2-4E4F-4AAF-81A2-4A6F4885EBE6}"/>
          </ac:spMkLst>
        </pc:spChg>
        <pc:spChg chg="add del">
          <ac:chgData name="Taliah Kassaby" userId="S::kas0005@wantirnacollege.vic.edu.au::23d269d0-e02c-425d-bfba-881a989e0172" providerId="AD" clId="Web-{A2F432F4-37D5-A3D0-114A-1D305E73D865}" dt="2026-08-17T02:54:26.281" v="79"/>
          <ac:spMkLst>
            <pc:docMk/>
            <pc:sldMk cId="1388250180" sldId="256"/>
            <ac:spMk id="218" creationId="{D28B54C3-B57B-472A-B96E-1FCB67093DC2}"/>
          </ac:spMkLst>
        </pc:spChg>
        <pc:spChg chg="add del">
          <ac:chgData name="Taliah Kassaby" userId="S::kas0005@wantirnacollege.vic.edu.au::23d269d0-e02c-425d-bfba-881a989e0172" providerId="AD" clId="Web-{A2F432F4-37D5-A3D0-114A-1D305E73D865}" dt="2026-08-17T02:54:26.281" v="79"/>
          <ac:spMkLst>
            <pc:docMk/>
            <pc:sldMk cId="1388250180" sldId="256"/>
            <ac:spMk id="219" creationId="{7DB3C429-F8DA-49B9-AF84-21996FCF78B5}"/>
          </ac:spMkLst>
        </pc:spChg>
        <pc:spChg chg="add del">
          <ac:chgData name="Taliah Kassaby" userId="S::kas0005@wantirnacollege.vic.edu.au::23d269d0-e02c-425d-bfba-881a989e0172" providerId="AD" clId="Web-{A2F432F4-37D5-A3D0-114A-1D305E73D865}" dt="2026-08-17T02:54:26.281" v="79"/>
          <ac:spMkLst>
            <pc:docMk/>
            <pc:sldMk cId="1388250180" sldId="256"/>
            <ac:spMk id="220" creationId="{E12088DD-B1AD-40E0-8B86-1D87A2CCD9BE}"/>
          </ac:spMkLst>
        </pc:spChg>
        <pc:spChg chg="add del">
          <ac:chgData name="Taliah Kassaby" userId="S::kas0005@wantirnacollege.vic.edu.au::23d269d0-e02c-425d-bfba-881a989e0172" providerId="AD" clId="Web-{A2F432F4-37D5-A3D0-114A-1D305E73D865}" dt="2026-08-17T02:54:26.281" v="79"/>
          <ac:spMkLst>
            <pc:docMk/>
            <pc:sldMk cId="1388250180" sldId="256"/>
            <ac:spMk id="221" creationId="{C4C9F2B0-1044-46EB-8AEB-C3BFFDE6C2CC}"/>
          </ac:spMkLst>
        </pc:spChg>
        <pc:spChg chg="add del">
          <ac:chgData name="Taliah Kassaby" userId="S::kas0005@wantirnacollege.vic.edu.au::23d269d0-e02c-425d-bfba-881a989e0172" providerId="AD" clId="Web-{A2F432F4-37D5-A3D0-114A-1D305E73D865}" dt="2026-08-17T02:54:26.281" v="79"/>
          <ac:spMkLst>
            <pc:docMk/>
            <pc:sldMk cId="1388250180" sldId="256"/>
            <ac:spMk id="222" creationId="{0C395952-4E26-45A2-8756-2ADFD6E53C6E}"/>
          </ac:spMkLst>
        </pc:spChg>
        <pc:spChg chg="add del">
          <ac:chgData name="Taliah Kassaby" userId="S::kas0005@wantirnacollege.vic.edu.au::23d269d0-e02c-425d-bfba-881a989e0172" providerId="AD" clId="Web-{A2F432F4-37D5-A3D0-114A-1D305E73D865}" dt="2026-08-17T02:54:26.281" v="79"/>
          <ac:spMkLst>
            <pc:docMk/>
            <pc:sldMk cId="1388250180" sldId="256"/>
            <ac:spMk id="223" creationId="{4734BADF-9461-4621-B112-2D7BABEA7DD0}"/>
          </ac:spMkLst>
        </pc:spChg>
        <pc:spChg chg="add del">
          <ac:chgData name="Taliah Kassaby" userId="S::kas0005@wantirnacollege.vic.edu.au::23d269d0-e02c-425d-bfba-881a989e0172" providerId="AD" clId="Web-{A2F432F4-37D5-A3D0-114A-1D305E73D865}" dt="2026-08-17T02:54:31.562" v="81"/>
          <ac:spMkLst>
            <pc:docMk/>
            <pc:sldMk cId="1388250180" sldId="256"/>
            <ac:spMk id="226" creationId="{E6823A9B-C188-42D4-847C-3AD928DB145C}"/>
          </ac:spMkLst>
        </pc:spChg>
        <pc:spChg chg="add del">
          <ac:chgData name="Taliah Kassaby" userId="S::kas0005@wantirnacollege.vic.edu.au::23d269d0-e02c-425d-bfba-881a989e0172" providerId="AD" clId="Web-{A2F432F4-37D5-A3D0-114A-1D305E73D865}" dt="2026-08-17T02:54:31.562" v="81"/>
          <ac:spMkLst>
            <pc:docMk/>
            <pc:sldMk cId="1388250180" sldId="256"/>
            <ac:spMk id="227" creationId="{34B557F3-1A0C-4749-A6DB-EAC082DF390B}"/>
          </ac:spMkLst>
        </pc:spChg>
        <pc:spChg chg="add del">
          <ac:chgData name="Taliah Kassaby" userId="S::kas0005@wantirnacollege.vic.edu.au::23d269d0-e02c-425d-bfba-881a989e0172" providerId="AD" clId="Web-{A2F432F4-37D5-A3D0-114A-1D305E73D865}" dt="2026-08-17T02:54:31.562" v="81"/>
          <ac:spMkLst>
            <pc:docMk/>
            <pc:sldMk cId="1388250180" sldId="256"/>
            <ac:spMk id="228" creationId="{55D55AA6-3751-494F-868A-DCEDC5CE82BF}"/>
          </ac:spMkLst>
        </pc:spChg>
        <pc:spChg chg="add del">
          <ac:chgData name="Taliah Kassaby" userId="S::kas0005@wantirnacollege.vic.edu.au::23d269d0-e02c-425d-bfba-881a989e0172" providerId="AD" clId="Web-{A2F432F4-37D5-A3D0-114A-1D305E73D865}" dt="2026-08-17T02:54:31.562" v="81"/>
          <ac:spMkLst>
            <pc:docMk/>
            <pc:sldMk cId="1388250180" sldId="256"/>
            <ac:spMk id="229" creationId="{4D4C00DC-4DC6-4CD2-9E31-F17E6CEBC5A6}"/>
          </ac:spMkLst>
        </pc:spChg>
        <pc:spChg chg="add del">
          <ac:chgData name="Taliah Kassaby" userId="S::kas0005@wantirnacollege.vic.edu.au::23d269d0-e02c-425d-bfba-881a989e0172" providerId="AD" clId="Web-{A2F432F4-37D5-A3D0-114A-1D305E73D865}" dt="2026-08-17T02:54:31.562" v="81"/>
          <ac:spMkLst>
            <pc:docMk/>
            <pc:sldMk cId="1388250180" sldId="256"/>
            <ac:spMk id="230" creationId="{D82AB1B2-7970-42CF-8BF5-567C69E9FFFB}"/>
          </ac:spMkLst>
        </pc:spChg>
        <pc:spChg chg="add del">
          <ac:chgData name="Taliah Kassaby" userId="S::kas0005@wantirnacollege.vic.edu.au::23d269d0-e02c-425d-bfba-881a989e0172" providerId="AD" clId="Web-{A2F432F4-37D5-A3D0-114A-1D305E73D865}" dt="2026-08-17T02:54:31.562" v="81"/>
          <ac:spMkLst>
            <pc:docMk/>
            <pc:sldMk cId="1388250180" sldId="256"/>
            <ac:spMk id="232" creationId="{C10FB9CA-E7FA-462C-B537-F1224ED1ACF4}"/>
          </ac:spMkLst>
        </pc:spChg>
        <pc:spChg chg="add del">
          <ac:chgData name="Taliah Kassaby" userId="S::kas0005@wantirnacollege.vic.edu.au::23d269d0-e02c-425d-bfba-881a989e0172" providerId="AD" clId="Web-{A2F432F4-37D5-A3D0-114A-1D305E73D865}" dt="2026-08-17T02:54:31.562" v="81"/>
          <ac:spMkLst>
            <pc:docMk/>
            <pc:sldMk cId="1388250180" sldId="256"/>
            <ac:spMk id="233" creationId="{D8469AE7-A75B-4F37-850B-EF5974ABED2C}"/>
          </ac:spMkLst>
        </pc:spChg>
        <pc:spChg chg="add del">
          <ac:chgData name="Taliah Kassaby" userId="S::kas0005@wantirnacollege.vic.edu.au::23d269d0-e02c-425d-bfba-881a989e0172" providerId="AD" clId="Web-{A2F432F4-37D5-A3D0-114A-1D305E73D865}" dt="2026-08-17T02:55:09.612" v="87"/>
          <ac:spMkLst>
            <pc:docMk/>
            <pc:sldMk cId="1388250180" sldId="256"/>
            <ac:spMk id="236" creationId="{C7D023E4-8DE1-436E-9847-ED6A4B4B04FD}"/>
          </ac:spMkLst>
        </pc:spChg>
        <pc:spChg chg="add del">
          <ac:chgData name="Taliah Kassaby" userId="S::kas0005@wantirnacollege.vic.edu.au::23d269d0-e02c-425d-bfba-881a989e0172" providerId="AD" clId="Web-{A2F432F4-37D5-A3D0-114A-1D305E73D865}" dt="2026-08-17T02:57:11.714" v="108"/>
          <ac:spMkLst>
            <pc:docMk/>
            <pc:sldMk cId="1388250180" sldId="256"/>
            <ac:spMk id="247" creationId="{6F5A5072-7B47-4D32-B52A-4EBBF590B8A5}"/>
          </ac:spMkLst>
        </pc:spChg>
        <pc:spChg chg="add del">
          <ac:chgData name="Taliah Kassaby" userId="S::kas0005@wantirnacollege.vic.edu.au::23d269d0-e02c-425d-bfba-881a989e0172" providerId="AD" clId="Web-{A2F432F4-37D5-A3D0-114A-1D305E73D865}" dt="2026-08-17T02:57:11.714" v="108"/>
          <ac:spMkLst>
            <pc:docMk/>
            <pc:sldMk cId="1388250180" sldId="256"/>
            <ac:spMk id="249" creationId="{9715DAF0-AE1B-46C9-8A6B-DB2AA05AB91D}"/>
          </ac:spMkLst>
        </pc:spChg>
        <pc:spChg chg="add del">
          <ac:chgData name="Taliah Kassaby" userId="S::kas0005@wantirnacollege.vic.edu.au::23d269d0-e02c-425d-bfba-881a989e0172" providerId="AD" clId="Web-{A2F432F4-37D5-A3D0-114A-1D305E73D865}" dt="2026-08-17T02:57:11.714" v="108"/>
          <ac:spMkLst>
            <pc:docMk/>
            <pc:sldMk cId="1388250180" sldId="256"/>
            <ac:spMk id="251" creationId="{6016219D-510E-4184-9090-6D5578A87BD1}"/>
          </ac:spMkLst>
        </pc:spChg>
        <pc:spChg chg="add del">
          <ac:chgData name="Taliah Kassaby" userId="S::kas0005@wantirnacollege.vic.edu.au::23d269d0-e02c-425d-bfba-881a989e0172" providerId="AD" clId="Web-{A2F432F4-37D5-A3D0-114A-1D305E73D865}" dt="2026-08-17T02:57:11.714" v="108"/>
          <ac:spMkLst>
            <pc:docMk/>
            <pc:sldMk cId="1388250180" sldId="256"/>
            <ac:spMk id="253" creationId="{AFF4A713-7B75-4B21-90D7-5AB19547C728}"/>
          </ac:spMkLst>
        </pc:spChg>
        <pc:spChg chg="add del">
          <ac:chgData name="Taliah Kassaby" userId="S::kas0005@wantirnacollege.vic.edu.au::23d269d0-e02c-425d-bfba-881a989e0172" providerId="AD" clId="Web-{A2F432F4-37D5-A3D0-114A-1D305E73D865}" dt="2026-08-17T02:57:11.714" v="108"/>
          <ac:spMkLst>
            <pc:docMk/>
            <pc:sldMk cId="1388250180" sldId="256"/>
            <ac:spMk id="255" creationId="{DC631C0B-6DA6-4E57-8231-CE32B3434A7E}"/>
          </ac:spMkLst>
        </pc:spChg>
        <pc:spChg chg="add del">
          <ac:chgData name="Taliah Kassaby" userId="S::kas0005@wantirnacollege.vic.edu.au::23d269d0-e02c-425d-bfba-881a989e0172" providerId="AD" clId="Web-{A2F432F4-37D5-A3D0-114A-1D305E73D865}" dt="2026-08-17T02:57:11.714" v="108"/>
          <ac:spMkLst>
            <pc:docMk/>
            <pc:sldMk cId="1388250180" sldId="256"/>
            <ac:spMk id="257" creationId="{C29501E6-A978-4A61-9689-9085AF97A53A}"/>
          </ac:spMkLst>
        </pc:spChg>
        <pc:spChg chg="del">
          <ac:chgData name="Taliah Kassaby" userId="S::kas0005@wantirnacollege.vic.edu.au::23d269d0-e02c-425d-bfba-881a989e0172" providerId="AD" clId="Web-{A2F432F4-37D5-A3D0-114A-1D305E73D865}" dt="2026-08-18T02:26:39.489" v="359"/>
          <ac:spMkLst>
            <pc:docMk/>
            <pc:sldMk cId="1388250180" sldId="256"/>
            <ac:spMk id="262" creationId="{934F1179-B481-4F9E-BCA3-AFB972070F83}"/>
          </ac:spMkLst>
        </pc:spChg>
        <pc:spChg chg="add del">
          <ac:chgData name="Taliah Kassaby" userId="S::kas0005@wantirnacollege.vic.edu.au::23d269d0-e02c-425d-bfba-881a989e0172" providerId="AD" clId="Web-{A2F432F4-37D5-A3D0-114A-1D305E73D865}" dt="2026-08-18T02:26:39.489" v="359"/>
          <ac:spMkLst>
            <pc:docMk/>
            <pc:sldMk cId="1388250180" sldId="256"/>
            <ac:spMk id="264" creationId="{827DC2C4-B485-428A-BF4A-472D2967F47F}"/>
          </ac:spMkLst>
        </pc:spChg>
        <pc:spChg chg="add del">
          <ac:chgData name="Taliah Kassaby" userId="S::kas0005@wantirnacollege.vic.edu.au::23d269d0-e02c-425d-bfba-881a989e0172" providerId="AD" clId="Web-{A2F432F4-37D5-A3D0-114A-1D305E73D865}" dt="2026-08-18T02:26:39.489" v="359"/>
          <ac:spMkLst>
            <pc:docMk/>
            <pc:sldMk cId="1388250180" sldId="256"/>
            <ac:spMk id="266" creationId="{EE04B5EB-F158-4507-90DD-BD23620C7CC9}"/>
          </ac:spMkLst>
        </pc:spChg>
        <pc:spChg chg="add del">
          <ac:chgData name="Taliah Kassaby" userId="S::kas0005@wantirnacollege.vic.edu.au::23d269d0-e02c-425d-bfba-881a989e0172" providerId="AD" clId="Web-{A2F432F4-37D5-A3D0-114A-1D305E73D865}" dt="2026-08-18T02:30:46.010" v="399"/>
          <ac:spMkLst>
            <pc:docMk/>
            <pc:sldMk cId="1388250180" sldId="256"/>
            <ac:spMk id="271" creationId="{1A3C89F8-0D2F-47FF-B903-151248265F47}"/>
          </ac:spMkLst>
        </pc:spChg>
        <pc:spChg chg="add del">
          <ac:chgData name="Taliah Kassaby" userId="S::kas0005@wantirnacollege.vic.edu.au::23d269d0-e02c-425d-bfba-881a989e0172" providerId="AD" clId="Web-{A2F432F4-37D5-A3D0-114A-1D305E73D865}" dt="2026-08-18T02:30:46.010" v="399"/>
          <ac:spMkLst>
            <pc:docMk/>
            <pc:sldMk cId="1388250180" sldId="256"/>
            <ac:spMk id="273" creationId="{C5CB530E-515E-412C-9DF1-5F8FFBD6F383}"/>
          </ac:spMkLst>
        </pc:spChg>
        <pc:spChg chg="add del">
          <ac:chgData name="Taliah Kassaby" userId="S::kas0005@wantirnacollege.vic.edu.au::23d269d0-e02c-425d-bfba-881a989e0172" providerId="AD" clId="Web-{A2F432F4-37D5-A3D0-114A-1D305E73D865}" dt="2026-08-18T02:30:46.010" v="399"/>
          <ac:spMkLst>
            <pc:docMk/>
            <pc:sldMk cId="1388250180" sldId="256"/>
            <ac:spMk id="275" creationId="{712D4376-A578-4FF1-94FC-245E7A6A489F}"/>
          </ac:spMkLst>
        </pc:spChg>
        <pc:spChg chg="add del">
          <ac:chgData name="Taliah Kassaby" userId="S::kas0005@wantirnacollege.vic.edu.au::23d269d0-e02c-425d-bfba-881a989e0172" providerId="AD" clId="Web-{A2F432F4-37D5-A3D0-114A-1D305E73D865}" dt="2026-08-18T02:30:46.010" v="399"/>
          <ac:spMkLst>
            <pc:docMk/>
            <pc:sldMk cId="1388250180" sldId="256"/>
            <ac:spMk id="281" creationId="{508BEF50-7B1E-49A4-BC19-5F4F1D755E64}"/>
          </ac:spMkLst>
        </pc:spChg>
        <pc:spChg chg="add del">
          <ac:chgData name="Taliah Kassaby" userId="S::kas0005@wantirnacollege.vic.edu.au::23d269d0-e02c-425d-bfba-881a989e0172" providerId="AD" clId="Web-{A2F432F4-37D5-A3D0-114A-1D305E73D865}" dt="2026-08-18T02:30:45.979" v="398"/>
          <ac:spMkLst>
            <pc:docMk/>
            <pc:sldMk cId="1388250180" sldId="256"/>
            <ac:spMk id="283" creationId="{3FBAD350-5664-4811-A208-657FB882D350}"/>
          </ac:spMkLst>
        </pc:spChg>
        <pc:spChg chg="add del">
          <ac:chgData name="Taliah Kassaby" userId="S::kas0005@wantirnacollege.vic.edu.au::23d269d0-e02c-425d-bfba-881a989e0172" providerId="AD" clId="Web-{A2F432F4-37D5-A3D0-114A-1D305E73D865}" dt="2026-08-18T02:30:46.010" v="399"/>
          <ac:spMkLst>
            <pc:docMk/>
            <pc:sldMk cId="1388250180" sldId="256"/>
            <ac:spMk id="285" creationId="{C39ADB8F-D187-49D7-BDCF-C1B6DC727068}"/>
          </ac:spMkLst>
        </pc:spChg>
        <pc:spChg chg="add del">
          <ac:chgData name="Taliah Kassaby" userId="S::kas0005@wantirnacollege.vic.edu.au::23d269d0-e02c-425d-bfba-881a989e0172" providerId="AD" clId="Web-{A2F432F4-37D5-A3D0-114A-1D305E73D865}" dt="2026-08-18T02:30:45.979" v="398"/>
          <ac:spMkLst>
            <pc:docMk/>
            <pc:sldMk cId="1388250180" sldId="256"/>
            <ac:spMk id="290" creationId="{489B7BFD-8F45-4093-AD9C-91B15B0503D9}"/>
          </ac:spMkLst>
        </pc:spChg>
        <pc:spChg chg="add">
          <ac:chgData name="Taliah Kassaby" userId="S::kas0005@wantirnacollege.vic.edu.au::23d269d0-e02c-425d-bfba-881a989e0172" providerId="AD" clId="Web-{A2F432F4-37D5-A3D0-114A-1D305E73D865}" dt="2026-08-18T02:30:46.010" v="399"/>
          <ac:spMkLst>
            <pc:docMk/>
            <pc:sldMk cId="1388250180" sldId="256"/>
            <ac:spMk id="294" creationId="{2BE67753-EA0E-4819-8D22-0B6600CF7231}"/>
          </ac:spMkLst>
        </pc:spChg>
        <pc:spChg chg="add del">
          <ac:chgData name="Taliah Kassaby" userId="S::kas0005@wantirnacollege.vic.edu.au::23d269d0-e02c-425d-bfba-881a989e0172" providerId="AD" clId="Web-{A2F432F4-37D5-A3D0-114A-1D305E73D865}" dt="2026-08-18T02:30:45.979" v="398"/>
          <ac:spMkLst>
            <pc:docMk/>
            <pc:sldMk cId="1388250180" sldId="256"/>
            <ac:spMk id="296" creationId="{498F8FF6-43B4-494A-AF8F-123A4983EDF7}"/>
          </ac:spMkLst>
        </pc:spChg>
        <pc:spChg chg="add del">
          <ac:chgData name="Taliah Kassaby" userId="S::kas0005@wantirnacollege.vic.edu.au::23d269d0-e02c-425d-bfba-881a989e0172" providerId="AD" clId="Web-{A2F432F4-37D5-A3D0-114A-1D305E73D865}" dt="2026-08-18T02:30:45.979" v="398"/>
          <ac:spMkLst>
            <pc:docMk/>
            <pc:sldMk cId="1388250180" sldId="256"/>
            <ac:spMk id="298" creationId="{2B06059C-C357-4011-82B9-9C0106301384}"/>
          </ac:spMkLst>
        </pc:spChg>
        <pc:spChg chg="add del">
          <ac:chgData name="Taliah Kassaby" userId="S::kas0005@wantirnacollege.vic.edu.au::23d269d0-e02c-425d-bfba-881a989e0172" providerId="AD" clId="Web-{A2F432F4-37D5-A3D0-114A-1D305E73D865}" dt="2026-08-18T02:30:45.979" v="398"/>
          <ac:spMkLst>
            <pc:docMk/>
            <pc:sldMk cId="1388250180" sldId="256"/>
            <ac:spMk id="302" creationId="{279CAF82-0ECF-42BE-8F37-F71941E5D410}"/>
          </ac:spMkLst>
        </pc:spChg>
        <pc:spChg chg="add del">
          <ac:chgData name="Taliah Kassaby" userId="S::kas0005@wantirnacollege.vic.edu.au::23d269d0-e02c-425d-bfba-881a989e0172" providerId="AD" clId="Web-{A2F432F4-37D5-A3D0-114A-1D305E73D865}" dt="2026-08-18T02:30:45.979" v="398"/>
          <ac:spMkLst>
            <pc:docMk/>
            <pc:sldMk cId="1388250180" sldId="256"/>
            <ac:spMk id="313" creationId="{033BC44A-0661-43B4-9C14-FD5963C226AE}"/>
          </ac:spMkLst>
        </pc:spChg>
        <pc:spChg chg="add del">
          <ac:chgData name="Taliah Kassaby" userId="S::kas0005@wantirnacollege.vic.edu.au::23d269d0-e02c-425d-bfba-881a989e0172" providerId="AD" clId="Web-{A2F432F4-37D5-A3D0-114A-1D305E73D865}" dt="2026-08-18T02:30:45.979" v="398"/>
          <ac:spMkLst>
            <pc:docMk/>
            <pc:sldMk cId="1388250180" sldId="256"/>
            <ac:spMk id="317" creationId="{FFD3887D-244B-4EC4-9208-E304984C5D0F}"/>
          </ac:spMkLst>
        </pc:spChg>
        <pc:spChg chg="add">
          <ac:chgData name="Taliah Kassaby" userId="S::kas0005@wantirnacollege.vic.edu.au::23d269d0-e02c-425d-bfba-881a989e0172" providerId="AD" clId="Web-{A2F432F4-37D5-A3D0-114A-1D305E73D865}" dt="2026-08-18T02:30:46.010" v="399"/>
          <ac:spMkLst>
            <pc:docMk/>
            <pc:sldMk cId="1388250180" sldId="256"/>
            <ac:spMk id="321" creationId="{5A292AEA-2528-46C0-B426-95822B6141FB}"/>
          </ac:spMkLst>
        </pc:spChg>
        <pc:spChg chg="add">
          <ac:chgData name="Taliah Kassaby" userId="S::kas0005@wantirnacollege.vic.edu.au::23d269d0-e02c-425d-bfba-881a989e0172" providerId="AD" clId="Web-{A2F432F4-37D5-A3D0-114A-1D305E73D865}" dt="2026-08-18T02:30:46.010" v="399"/>
          <ac:spMkLst>
            <pc:docMk/>
            <pc:sldMk cId="1388250180" sldId="256"/>
            <ac:spMk id="322" creationId="{D8B7B198-E4DF-43CD-AD8C-199884323745}"/>
          </ac:spMkLst>
        </pc:spChg>
        <pc:grpChg chg="add del">
          <ac:chgData name="Taliah Kassaby" userId="S::kas0005@wantirnacollege.vic.edu.au::23d269d0-e02c-425d-bfba-881a989e0172" providerId="AD" clId="Web-{A2F432F4-37D5-A3D0-114A-1D305E73D865}" dt="2026-08-17T02:54:31.672" v="82"/>
          <ac:grpSpMkLst>
            <pc:docMk/>
            <pc:sldMk cId="1388250180" sldId="256"/>
            <ac:grpSpMk id="10" creationId="{1FEC590B-3306-47E9-BD67-97F3F76169A4}"/>
          </ac:grpSpMkLst>
        </pc:grpChg>
        <pc:grpChg chg="add del">
          <ac:chgData name="Taliah Kassaby" userId="S::kas0005@wantirnacollege.vic.edu.au::23d269d0-e02c-425d-bfba-881a989e0172" providerId="AD" clId="Web-{A2F432F4-37D5-A3D0-114A-1D305E73D865}" dt="2026-08-17T02:54:31.672" v="82"/>
          <ac:grpSpMkLst>
            <pc:docMk/>
            <pc:sldMk cId="1388250180" sldId="256"/>
            <ac:grpSpMk id="14" creationId="{A47AAF5E-1692-48C9-98FB-6432BF0BC4F7}"/>
          </ac:grpSpMkLst>
        </pc:grpChg>
        <pc:grpChg chg="add del">
          <ac:chgData name="Taliah Kassaby" userId="S::kas0005@wantirnacollege.vic.edu.au::23d269d0-e02c-425d-bfba-881a989e0172" providerId="AD" clId="Web-{A2F432F4-37D5-A3D0-114A-1D305E73D865}" dt="2026-08-17T02:55:09.612" v="87"/>
          <ac:grpSpMkLst>
            <pc:docMk/>
            <pc:sldMk cId="1388250180" sldId="256"/>
            <ac:grpSpMk id="237" creationId="{1FEC590B-3306-47E9-BD67-97F3F76169A4}"/>
          </ac:grpSpMkLst>
        </pc:grpChg>
        <pc:grpChg chg="add">
          <ac:chgData name="Taliah Kassaby" userId="S::kas0005@wantirnacollege.vic.edu.au::23d269d0-e02c-425d-bfba-881a989e0172" providerId="AD" clId="Web-{A2F432F4-37D5-A3D0-114A-1D305E73D865}" dt="2026-08-17T02:54:31.672" v="82"/>
          <ac:grpSpMkLst>
            <pc:docMk/>
            <pc:sldMk cId="1388250180" sldId="256"/>
            <ac:grpSpMk id="239" creationId="{A47AAF5E-1692-48C9-98FB-6432BF0BC4F7}"/>
          </ac:grpSpMkLst>
        </pc:grpChg>
      </pc:sldChg>
      <pc:sldChg chg="addSp delSp modSp mod setBg">
        <pc:chgData name="Taliah Kassaby" userId="S::kas0005@wantirnacollege.vic.edu.au::23d269d0-e02c-425d-bfba-881a989e0172" providerId="AD" clId="Web-{A2F432F4-37D5-A3D0-114A-1D305E73D865}" dt="2026-08-17T02:57:16.464" v="109"/>
        <pc:sldMkLst>
          <pc:docMk/>
          <pc:sldMk cId="2121627959" sldId="257"/>
        </pc:sldMkLst>
        <pc:spChg chg="mod">
          <ac:chgData name="Taliah Kassaby" userId="S::kas0005@wantirnacollege.vic.edu.au::23d269d0-e02c-425d-bfba-881a989e0172" providerId="AD" clId="Web-{A2F432F4-37D5-A3D0-114A-1D305E73D865}" dt="2026-08-17T02:57:16.464" v="109"/>
          <ac:spMkLst>
            <pc:docMk/>
            <pc:sldMk cId="2121627959" sldId="257"/>
            <ac:spMk id="2" creationId="{521F26B0-D3C6-35B1-EC55-6D3A318B5E22}"/>
          </ac:spMkLst>
        </pc:spChg>
        <pc:spChg chg="del mod">
          <ac:chgData name="Taliah Kassaby" userId="S::kas0005@wantirnacollege.vic.edu.au::23d269d0-e02c-425d-bfba-881a989e0172" providerId="AD" clId="Web-{A2F432F4-37D5-A3D0-114A-1D305E73D865}" dt="2026-08-17T02:50:32.813" v="3"/>
          <ac:spMkLst>
            <pc:docMk/>
            <pc:sldMk cId="2121627959" sldId="257"/>
            <ac:spMk id="3" creationId="{7DA0C8D1-30FF-CA11-C6A3-5312A2BF0038}"/>
          </ac:spMkLst>
        </pc:spChg>
        <pc:spChg chg="add del mod">
          <ac:chgData name="Taliah Kassaby" userId="S::kas0005@wantirnacollege.vic.edu.au::23d269d0-e02c-425d-bfba-881a989e0172" providerId="AD" clId="Web-{A2F432F4-37D5-A3D0-114A-1D305E73D865}" dt="2026-08-17T02:54:56.721" v="85"/>
          <ac:spMkLst>
            <pc:docMk/>
            <pc:sldMk cId="2121627959" sldId="257"/>
            <ac:spMk id="5" creationId="{DA27DDA4-9AAB-BB2C-2B56-785C457ABF0E}"/>
          </ac:spMkLst>
        </pc:spChg>
        <pc:spChg chg="add del">
          <ac:chgData name="Taliah Kassaby" userId="S::kas0005@wantirnacollege.vic.edu.au::23d269d0-e02c-425d-bfba-881a989e0172" providerId="AD" clId="Web-{A2F432F4-37D5-A3D0-114A-1D305E73D865}" dt="2026-08-17T02:55:05.221" v="86"/>
          <ac:spMkLst>
            <pc:docMk/>
            <pc:sldMk cId="2121627959" sldId="257"/>
            <ac:spMk id="8" creationId="{C7D023E4-8DE1-436E-9847-ED6A4B4B04FD}"/>
          </ac:spMkLst>
        </pc:spChg>
        <pc:spChg chg="add del">
          <ac:chgData name="Taliah Kassaby" userId="S::kas0005@wantirnacollege.vic.edu.au::23d269d0-e02c-425d-bfba-881a989e0172" providerId="AD" clId="Web-{A2F432F4-37D5-A3D0-114A-1D305E73D865}" dt="2026-08-17T02:57:16.464" v="109"/>
          <ac:spMkLst>
            <pc:docMk/>
            <pc:sldMk cId="2121627959" sldId="257"/>
            <ac:spMk id="26" creationId="{0E30439A-8A5B-46EC-8283-9B6B031D40D0}"/>
          </ac:spMkLst>
        </pc:spChg>
        <pc:spChg chg="add del">
          <ac:chgData name="Taliah Kassaby" userId="S::kas0005@wantirnacollege.vic.edu.au::23d269d0-e02c-425d-bfba-881a989e0172" providerId="AD" clId="Web-{A2F432F4-37D5-A3D0-114A-1D305E73D865}" dt="2026-08-17T02:57:16.464" v="109"/>
          <ac:spMkLst>
            <pc:docMk/>
            <pc:sldMk cId="2121627959" sldId="257"/>
            <ac:spMk id="28" creationId="{5CEAD642-85CF-4750-8432-7C80C901F001}"/>
          </ac:spMkLst>
        </pc:spChg>
        <pc:spChg chg="add del">
          <ac:chgData name="Taliah Kassaby" userId="S::kas0005@wantirnacollege.vic.edu.au::23d269d0-e02c-425d-bfba-881a989e0172" providerId="AD" clId="Web-{A2F432F4-37D5-A3D0-114A-1D305E73D865}" dt="2026-08-17T02:57:16.464" v="109"/>
          <ac:spMkLst>
            <pc:docMk/>
            <pc:sldMk cId="2121627959" sldId="257"/>
            <ac:spMk id="30" creationId="{FA33EEAE-15D5-4119-8C1E-89D943F911EF}"/>
          </ac:spMkLst>
        </pc:spChg>
        <pc:spChg chg="add del">
          <ac:chgData name="Taliah Kassaby" userId="S::kas0005@wantirnacollege.vic.edu.au::23d269d0-e02c-425d-bfba-881a989e0172" providerId="AD" clId="Web-{A2F432F4-37D5-A3D0-114A-1D305E73D865}" dt="2026-08-17T02:57:16.464" v="109"/>
          <ac:spMkLst>
            <pc:docMk/>
            <pc:sldMk cId="2121627959" sldId="257"/>
            <ac:spMk id="32" creationId="{730D8B3B-9B80-4025-B934-26DC7D7CD231}"/>
          </ac:spMkLst>
        </pc:spChg>
        <pc:spChg chg="add del">
          <ac:chgData name="Taliah Kassaby" userId="S::kas0005@wantirnacollege.vic.edu.au::23d269d0-e02c-425d-bfba-881a989e0172" providerId="AD" clId="Web-{A2F432F4-37D5-A3D0-114A-1D305E73D865}" dt="2026-08-17T02:57:16.464" v="109"/>
          <ac:spMkLst>
            <pc:docMk/>
            <pc:sldMk cId="2121627959" sldId="257"/>
            <ac:spMk id="34" creationId="{B5A1B09C-1565-46F8-B70F-621C5EB48A09}"/>
          </ac:spMkLst>
        </pc:spChg>
        <pc:spChg chg="add del">
          <ac:chgData name="Taliah Kassaby" userId="S::kas0005@wantirnacollege.vic.edu.au::23d269d0-e02c-425d-bfba-881a989e0172" providerId="AD" clId="Web-{A2F432F4-37D5-A3D0-114A-1D305E73D865}" dt="2026-08-17T02:57:16.464" v="109"/>
          <ac:spMkLst>
            <pc:docMk/>
            <pc:sldMk cId="2121627959" sldId="257"/>
            <ac:spMk id="36" creationId="{8C516CC8-80AC-446C-A56E-9F54B7210402}"/>
          </ac:spMkLst>
        </pc:spChg>
        <pc:spChg chg="add">
          <ac:chgData name="Taliah Kassaby" userId="S::kas0005@wantirnacollege.vic.edu.au::23d269d0-e02c-425d-bfba-881a989e0172" providerId="AD" clId="Web-{A2F432F4-37D5-A3D0-114A-1D305E73D865}" dt="2026-08-17T02:55:05.221" v="86"/>
          <ac:spMkLst>
            <pc:docMk/>
            <pc:sldMk cId="2121627959" sldId="257"/>
            <ac:spMk id="38" creationId="{53947E58-F088-49F1-A3D1-DEA690192E84}"/>
          </ac:spMkLst>
        </pc:spChg>
        <pc:spChg chg="add">
          <ac:chgData name="Taliah Kassaby" userId="S::kas0005@wantirnacollege.vic.edu.au::23d269d0-e02c-425d-bfba-881a989e0172" providerId="AD" clId="Web-{A2F432F4-37D5-A3D0-114A-1D305E73D865}" dt="2026-08-17T02:57:16.464" v="109"/>
          <ac:spMkLst>
            <pc:docMk/>
            <pc:sldMk cId="2121627959" sldId="257"/>
            <ac:spMk id="43" creationId="{4522B21E-B2B9-4C72-9A71-C87EFD137480}"/>
          </ac:spMkLst>
        </pc:spChg>
        <pc:spChg chg="add">
          <ac:chgData name="Taliah Kassaby" userId="S::kas0005@wantirnacollege.vic.edu.au::23d269d0-e02c-425d-bfba-881a989e0172" providerId="AD" clId="Web-{A2F432F4-37D5-A3D0-114A-1D305E73D865}" dt="2026-08-17T02:57:16.464" v="109"/>
          <ac:spMkLst>
            <pc:docMk/>
            <pc:sldMk cId="2121627959" sldId="257"/>
            <ac:spMk id="45" creationId="{5EB7D2A2-F448-44D4-938C-DC84CBCB3B1E}"/>
          </ac:spMkLst>
        </pc:spChg>
        <pc:spChg chg="add">
          <ac:chgData name="Taliah Kassaby" userId="S::kas0005@wantirnacollege.vic.edu.au::23d269d0-e02c-425d-bfba-881a989e0172" providerId="AD" clId="Web-{A2F432F4-37D5-A3D0-114A-1D305E73D865}" dt="2026-08-17T02:57:16.464" v="109"/>
          <ac:spMkLst>
            <pc:docMk/>
            <pc:sldMk cId="2121627959" sldId="257"/>
            <ac:spMk id="47" creationId="{871AEA07-1E14-44B4-8E55-64EF049CD66F}"/>
          </ac:spMkLst>
        </pc:spChg>
        <pc:grpChg chg="add">
          <ac:chgData name="Taliah Kassaby" userId="S::kas0005@wantirnacollege.vic.edu.au::23d269d0-e02c-425d-bfba-881a989e0172" providerId="AD" clId="Web-{A2F432F4-37D5-A3D0-114A-1D305E73D865}" dt="2026-08-17T02:50:25.218" v="1"/>
          <ac:grpSpMkLst>
            <pc:docMk/>
            <pc:sldMk cId="2121627959" sldId="257"/>
            <ac:grpSpMk id="10" creationId="{1FEC590B-3306-47E9-BD67-97F3F76169A4}"/>
          </ac:grpSpMkLst>
        </pc:grpChg>
        <pc:grpChg chg="add del">
          <ac:chgData name="Taliah Kassaby" userId="S::kas0005@wantirnacollege.vic.edu.au::23d269d0-e02c-425d-bfba-881a989e0172" providerId="AD" clId="Web-{A2F432F4-37D5-A3D0-114A-1D305E73D865}" dt="2026-08-17T02:55:05.221" v="86"/>
          <ac:grpSpMkLst>
            <pc:docMk/>
            <pc:sldMk cId="2121627959" sldId="257"/>
            <ac:grpSpMk id="14" creationId="{A47AAF5E-1692-48C9-98FB-6432BF0BC4F7}"/>
          </ac:grpSpMkLst>
        </pc:grpChg>
      </pc:sldChg>
      <pc:sldChg chg="del">
        <pc:chgData name="Taliah Kassaby" userId="S::kas0005@wantirnacollege.vic.edu.au::23d269d0-e02c-425d-bfba-881a989e0172" providerId="AD" clId="Web-{A2F432F4-37D5-A3D0-114A-1D305E73D865}" dt="2026-08-17T02:54:36.266" v="83"/>
        <pc:sldMkLst>
          <pc:docMk/>
          <pc:sldMk cId="2596983293" sldId="258"/>
        </pc:sldMkLst>
      </pc:sldChg>
      <pc:sldChg chg="addSp delSp modSp mod ord setBg">
        <pc:chgData name="Taliah Kassaby" userId="S::kas0005@wantirnacollege.vic.edu.au::23d269d0-e02c-425d-bfba-881a989e0172" providerId="AD" clId="Web-{A2F432F4-37D5-A3D0-114A-1D305E73D865}" dt="2026-08-18T02:11:11.157" v="220" actId="1076"/>
        <pc:sldMkLst>
          <pc:docMk/>
          <pc:sldMk cId="3022893737" sldId="259"/>
        </pc:sldMkLst>
        <pc:spChg chg="mod">
          <ac:chgData name="Taliah Kassaby" userId="S::kas0005@wantirnacollege.vic.edu.au::23d269d0-e02c-425d-bfba-881a989e0172" providerId="AD" clId="Web-{A2F432F4-37D5-A3D0-114A-1D305E73D865}" dt="2026-08-18T02:08:37.576" v="143" actId="20577"/>
          <ac:spMkLst>
            <pc:docMk/>
            <pc:sldMk cId="3022893737" sldId="259"/>
            <ac:spMk id="2" creationId="{87AA57E7-68CC-80F7-B972-7F8686A3B3B1}"/>
          </ac:spMkLst>
        </pc:spChg>
        <pc:spChg chg="add del">
          <ac:chgData name="Taliah Kassaby" userId="S::kas0005@wantirnacollege.vic.edu.au::23d269d0-e02c-425d-bfba-881a989e0172" providerId="AD" clId="Web-{A2F432F4-37D5-A3D0-114A-1D305E73D865}" dt="2026-08-17T02:56:53.228" v="105"/>
          <ac:spMkLst>
            <pc:docMk/>
            <pc:sldMk cId="3022893737" sldId="259"/>
            <ac:spMk id="3" creationId="{A93FD72C-62C1-8E0C-CE00-C81D7304C1AC}"/>
          </ac:spMkLst>
        </pc:spChg>
        <pc:spChg chg="add del">
          <ac:chgData name="Taliah Kassaby" userId="S::kas0005@wantirnacollege.vic.edu.au::23d269d0-e02c-425d-bfba-881a989e0172" providerId="AD" clId="Web-{A2F432F4-37D5-A3D0-114A-1D305E73D865}" dt="2026-08-18T02:09:01.357" v="152"/>
          <ac:spMkLst>
            <pc:docMk/>
            <pc:sldMk cId="3022893737" sldId="259"/>
            <ac:spMk id="4" creationId="{7BE20312-9CD4-4BCC-D342-8F105833FB95}"/>
          </ac:spMkLst>
        </pc:spChg>
        <pc:spChg chg="add del mod">
          <ac:chgData name="Taliah Kassaby" userId="S::kas0005@wantirnacollege.vic.edu.au::23d269d0-e02c-425d-bfba-881a989e0172" providerId="AD" clId="Web-{A2F432F4-37D5-A3D0-114A-1D305E73D865}" dt="2026-08-18T02:09:06.248" v="153"/>
          <ac:spMkLst>
            <pc:docMk/>
            <pc:sldMk cId="3022893737" sldId="259"/>
            <ac:spMk id="7" creationId="{A93FD72C-62C1-8E0C-CE00-C81D7304C1AC}"/>
          </ac:spMkLst>
        </pc:spChg>
        <pc:spChg chg="add del">
          <ac:chgData name="Taliah Kassaby" userId="S::kas0005@wantirnacollege.vic.edu.au::23d269d0-e02c-425d-bfba-881a989e0172" providerId="AD" clId="Web-{A2F432F4-37D5-A3D0-114A-1D305E73D865}" dt="2026-08-18T02:09:06.264" v="154"/>
          <ac:spMkLst>
            <pc:docMk/>
            <pc:sldMk cId="3022893737" sldId="259"/>
            <ac:spMk id="8" creationId="{B6CDA21F-E7AF-4C75-8395-33F58D5B0E45}"/>
          </ac:spMkLst>
        </pc:spChg>
        <pc:spChg chg="add">
          <ac:chgData name="Taliah Kassaby" userId="S::kas0005@wantirnacollege.vic.edu.au::23d269d0-e02c-425d-bfba-881a989e0172" providerId="AD" clId="Web-{A2F432F4-37D5-A3D0-114A-1D305E73D865}" dt="2026-08-17T02:56:53.228" v="105"/>
          <ac:spMkLst>
            <pc:docMk/>
            <pc:sldMk cId="3022893737" sldId="259"/>
            <ac:spMk id="15" creationId="{D5B0017B-2ECA-49AF-B397-DC140825DF8D}"/>
          </ac:spMkLst>
        </pc:spChg>
        <pc:spChg chg="add del mod">
          <ac:chgData name="Taliah Kassaby" userId="S::kas0005@wantirnacollege.vic.edu.au::23d269d0-e02c-425d-bfba-881a989e0172" providerId="AD" clId="Web-{A2F432F4-37D5-A3D0-114A-1D305E73D865}" dt="2026-08-18T02:09:35.795" v="172"/>
          <ac:spMkLst>
            <pc:docMk/>
            <pc:sldMk cId="3022893737" sldId="259"/>
            <ac:spMk id="27" creationId="{72AE6D33-3BFF-A794-5F91-261FA6F47C50}"/>
          </ac:spMkLst>
        </pc:spChg>
        <pc:spChg chg="add del">
          <ac:chgData name="Taliah Kassaby" userId="S::kas0005@wantirnacollege.vic.edu.au::23d269d0-e02c-425d-bfba-881a989e0172" providerId="AD" clId="Web-{A2F432F4-37D5-A3D0-114A-1D305E73D865}" dt="2026-08-18T02:09:12.358" v="162"/>
          <ac:spMkLst>
            <pc:docMk/>
            <pc:sldMk cId="3022893737" sldId="259"/>
            <ac:spMk id="29" creationId="{00FEE4D7-A5A1-6B74-7E7A-B5504D463FEE}"/>
          </ac:spMkLst>
        </pc:spChg>
        <pc:spChg chg="add del">
          <ac:chgData name="Taliah Kassaby" userId="S::kas0005@wantirnacollege.vic.edu.au::23d269d0-e02c-425d-bfba-881a989e0172" providerId="AD" clId="Web-{A2F432F4-37D5-A3D0-114A-1D305E73D865}" dt="2026-08-18T02:09:25.077" v="171"/>
          <ac:spMkLst>
            <pc:docMk/>
            <pc:sldMk cId="3022893737" sldId="259"/>
            <ac:spMk id="44" creationId="{F95C198C-889B-5704-C109-302782F196C4}"/>
          </ac:spMkLst>
        </pc:spChg>
        <pc:grpChg chg="add">
          <ac:chgData name="Taliah Kassaby" userId="S::kas0005@wantirnacollege.vic.edu.au::23d269d0-e02c-425d-bfba-881a989e0172" providerId="AD" clId="Web-{A2F432F4-37D5-A3D0-114A-1D305E73D865}" dt="2026-08-17T02:56:53.228" v="105"/>
          <ac:grpSpMkLst>
            <pc:docMk/>
            <pc:sldMk cId="3022893737" sldId="259"/>
            <ac:grpSpMk id="10" creationId="{AE1C45F0-260A-458C-96ED-C1F6D2151219}"/>
          </ac:grpSpMkLst>
        </pc:grpChg>
        <pc:grpChg chg="add del">
          <ac:chgData name="Taliah Kassaby" userId="S::kas0005@wantirnacollege.vic.edu.au::23d269d0-e02c-425d-bfba-881a989e0172" providerId="AD" clId="Web-{A2F432F4-37D5-A3D0-114A-1D305E73D865}" dt="2026-08-18T02:09:01.357" v="151"/>
          <ac:grpSpMkLst>
            <pc:docMk/>
            <pc:sldMk cId="3022893737" sldId="259"/>
            <ac:grpSpMk id="21" creationId="{6B200906-6E90-9948-5A84-5DA6E10E7552}"/>
          </ac:grpSpMkLst>
        </pc:grpChg>
        <pc:grpChg chg="add del">
          <ac:chgData name="Taliah Kassaby" userId="S::kas0005@wantirnacollege.vic.edu.au::23d269d0-e02c-425d-bfba-881a989e0172" providerId="AD" clId="Web-{A2F432F4-37D5-A3D0-114A-1D305E73D865}" dt="2026-08-18T02:09:12.358" v="161"/>
          <ac:grpSpMkLst>
            <pc:docMk/>
            <pc:sldMk cId="3022893737" sldId="259"/>
            <ac:grpSpMk id="38" creationId="{F0AE185B-3B89-6B11-D857-775380F36AA3}"/>
          </ac:grpSpMkLst>
        </pc:grpChg>
        <pc:grpChg chg="add del">
          <ac:chgData name="Taliah Kassaby" userId="S::kas0005@wantirnacollege.vic.edu.au::23d269d0-e02c-425d-bfba-881a989e0172" providerId="AD" clId="Web-{A2F432F4-37D5-A3D0-114A-1D305E73D865}" dt="2026-08-18T02:09:25.077" v="170"/>
          <ac:grpSpMkLst>
            <pc:docMk/>
            <pc:sldMk cId="3022893737" sldId="259"/>
            <ac:grpSpMk id="53" creationId="{32D9F38F-2A85-60FD-92B7-121CDF9A4398}"/>
          </ac:grpSpMkLst>
        </pc:grpChg>
        <pc:graphicFrameChg chg="add del">
          <ac:chgData name="Taliah Kassaby" userId="S::kas0005@wantirnacollege.vic.edu.au::23d269d0-e02c-425d-bfba-881a989e0172" providerId="AD" clId="Web-{A2F432F4-37D5-A3D0-114A-1D305E73D865}" dt="2026-08-17T02:56:53.213" v="104"/>
          <ac:graphicFrameMkLst>
            <pc:docMk/>
            <pc:sldMk cId="3022893737" sldId="259"/>
            <ac:graphicFrameMk id="5" creationId="{BF9BEAAD-7616-86CB-12AC-4BADD8009273}"/>
          </ac:graphicFrameMkLst>
        </pc:graphicFrameChg>
        <pc:graphicFrameChg chg="add del">
          <ac:chgData name="Taliah Kassaby" userId="S::kas0005@wantirnacollege.vic.edu.au::23d269d0-e02c-425d-bfba-881a989e0172" providerId="AD" clId="Web-{A2F432F4-37D5-A3D0-114A-1D305E73D865}" dt="2026-08-18T02:09:01.357" v="150"/>
          <ac:graphicFrameMkLst>
            <pc:docMk/>
            <pc:sldMk cId="3022893737" sldId="259"/>
            <ac:graphicFrameMk id="23" creationId="{E2041164-9E79-DE2C-30BF-5A5D609F8BA3}"/>
          </ac:graphicFrameMkLst>
        </pc:graphicFrameChg>
        <pc:graphicFrameChg chg="add del">
          <ac:chgData name="Taliah Kassaby" userId="S::kas0005@wantirnacollege.vic.edu.au::23d269d0-e02c-425d-bfba-881a989e0172" providerId="AD" clId="Web-{A2F432F4-37D5-A3D0-114A-1D305E73D865}" dt="2026-08-18T02:09:01.357" v="149"/>
          <ac:graphicFrameMkLst>
            <pc:docMk/>
            <pc:sldMk cId="3022893737" sldId="259"/>
            <ac:graphicFrameMk id="25" creationId="{7E003982-75D4-ADEA-F9DF-0E32E219F719}"/>
          </ac:graphicFrameMkLst>
        </pc:graphicFrameChg>
        <pc:graphicFrameChg chg="add del">
          <ac:chgData name="Taliah Kassaby" userId="S::kas0005@wantirnacollege.vic.edu.au::23d269d0-e02c-425d-bfba-881a989e0172" providerId="AD" clId="Web-{A2F432F4-37D5-A3D0-114A-1D305E73D865}" dt="2026-08-18T02:09:12.358" v="160"/>
          <ac:graphicFrameMkLst>
            <pc:docMk/>
            <pc:sldMk cId="3022893737" sldId="259"/>
            <ac:graphicFrameMk id="40" creationId="{8C3CA026-A0D8-143D-E356-333E22DD516A}"/>
          </ac:graphicFrameMkLst>
        </pc:graphicFrameChg>
        <pc:graphicFrameChg chg="add del">
          <ac:chgData name="Taliah Kassaby" userId="S::kas0005@wantirnacollege.vic.edu.au::23d269d0-e02c-425d-bfba-881a989e0172" providerId="AD" clId="Web-{A2F432F4-37D5-A3D0-114A-1D305E73D865}" dt="2026-08-18T02:09:12.358" v="159"/>
          <ac:graphicFrameMkLst>
            <pc:docMk/>
            <pc:sldMk cId="3022893737" sldId="259"/>
            <ac:graphicFrameMk id="42" creationId="{AC48796A-2FBA-A80E-E3D8-DFE274306180}"/>
          </ac:graphicFrameMkLst>
        </pc:graphicFrameChg>
        <pc:graphicFrameChg chg="add del">
          <ac:chgData name="Taliah Kassaby" userId="S::kas0005@wantirnacollege.vic.edu.au::23d269d0-e02c-425d-bfba-881a989e0172" providerId="AD" clId="Web-{A2F432F4-37D5-A3D0-114A-1D305E73D865}" dt="2026-08-18T02:09:25.077" v="169"/>
          <ac:graphicFrameMkLst>
            <pc:docMk/>
            <pc:sldMk cId="3022893737" sldId="259"/>
            <ac:graphicFrameMk id="55" creationId="{33FF367A-D2BD-7DC6-C8BB-1B1201EAF0EF}"/>
          </ac:graphicFrameMkLst>
        </pc:graphicFrameChg>
        <pc:graphicFrameChg chg="add del">
          <ac:chgData name="Taliah Kassaby" userId="S::kas0005@wantirnacollege.vic.edu.au::23d269d0-e02c-425d-bfba-881a989e0172" providerId="AD" clId="Web-{A2F432F4-37D5-A3D0-114A-1D305E73D865}" dt="2026-08-18T02:09:25.077" v="168"/>
          <ac:graphicFrameMkLst>
            <pc:docMk/>
            <pc:sldMk cId="3022893737" sldId="259"/>
            <ac:graphicFrameMk id="57" creationId="{CA896626-A68D-4AA7-E5F9-29DA1B921545}"/>
          </ac:graphicFrameMkLst>
        </pc:graphicFrameChg>
        <pc:graphicFrameChg chg="add mod ord modGraphic">
          <ac:chgData name="Taliah Kassaby" userId="S::kas0005@wantirnacollege.vic.edu.au::23d269d0-e02c-425d-bfba-881a989e0172" providerId="AD" clId="Web-{A2F432F4-37D5-A3D0-114A-1D305E73D865}" dt="2026-08-18T02:11:11.157" v="220" actId="1076"/>
          <ac:graphicFrameMkLst>
            <pc:docMk/>
            <pc:sldMk cId="3022893737" sldId="259"/>
            <ac:graphicFrameMk id="59" creationId="{C04AA241-D4D8-4ED3-7A44-1CA89225DA6F}"/>
          </ac:graphicFrameMkLst>
        </pc:graphicFrameChg>
        <pc:graphicFrameChg chg="add mod modGraphic">
          <ac:chgData name="Taliah Kassaby" userId="S::kas0005@wantirnacollege.vic.edu.au::23d269d0-e02c-425d-bfba-881a989e0172" providerId="AD" clId="Web-{A2F432F4-37D5-A3D0-114A-1D305E73D865}" dt="2026-08-18T02:10:48.610" v="206"/>
          <ac:graphicFrameMkLst>
            <pc:docMk/>
            <pc:sldMk cId="3022893737" sldId="259"/>
            <ac:graphicFrameMk id="61" creationId="{A43B6AB0-3DA1-1C0B-3C5F-DBA82F8DBD83}"/>
          </ac:graphicFrameMkLst>
        </pc:graphicFrameChg>
        <pc:cxnChg chg="add">
          <ac:chgData name="Taliah Kassaby" userId="S::kas0005@wantirnacollege.vic.edu.au::23d269d0-e02c-425d-bfba-881a989e0172" providerId="AD" clId="Web-{A2F432F4-37D5-A3D0-114A-1D305E73D865}" dt="2026-08-17T02:56:53.228" v="105"/>
          <ac:cxnSpMkLst>
            <pc:docMk/>
            <pc:sldMk cId="3022893737" sldId="259"/>
            <ac:cxnSpMk id="17" creationId="{6CF1BAF6-AD41-4082-B212-8A1F9A2E8779}"/>
          </ac:cxnSpMkLst>
        </pc:cxnChg>
      </pc:sldChg>
      <pc:sldChg chg="addSp delSp modSp mod setBg">
        <pc:chgData name="Taliah Kassaby" userId="S::kas0005@wantirnacollege.vic.edu.au::23d269d0-e02c-425d-bfba-881a989e0172" providerId="AD" clId="Web-{A2F432F4-37D5-A3D0-114A-1D305E73D865}" dt="2026-08-17T02:57:05.948" v="107"/>
        <pc:sldMkLst>
          <pc:docMk/>
          <pc:sldMk cId="2897359550" sldId="260"/>
        </pc:sldMkLst>
        <pc:spChg chg="mod ord">
          <ac:chgData name="Taliah Kassaby" userId="S::kas0005@wantirnacollege.vic.edu.au::23d269d0-e02c-425d-bfba-881a989e0172" providerId="AD" clId="Web-{A2F432F4-37D5-A3D0-114A-1D305E73D865}" dt="2026-08-17T02:57:05.948" v="107"/>
          <ac:spMkLst>
            <pc:docMk/>
            <pc:sldMk cId="2897359550" sldId="260"/>
            <ac:spMk id="2" creationId="{81C16963-ECB7-19CB-C33A-B083B7563E37}"/>
          </ac:spMkLst>
        </pc:spChg>
        <pc:spChg chg="add del mod ord">
          <ac:chgData name="Taliah Kassaby" userId="S::kas0005@wantirnacollege.vic.edu.au::23d269d0-e02c-425d-bfba-881a989e0172" providerId="AD" clId="Web-{A2F432F4-37D5-A3D0-114A-1D305E73D865}" dt="2026-08-17T02:56:26.102" v="97"/>
          <ac:spMkLst>
            <pc:docMk/>
            <pc:sldMk cId="2897359550" sldId="260"/>
            <ac:spMk id="8" creationId="{63EE83D0-4532-3F2B-60E7-35050D5E2F71}"/>
          </ac:spMkLst>
        </pc:spChg>
        <pc:spChg chg="add del">
          <ac:chgData name="Taliah Kassaby" userId="S::kas0005@wantirnacollege.vic.edu.au::23d269d0-e02c-425d-bfba-881a989e0172" providerId="AD" clId="Web-{A2F432F4-37D5-A3D0-114A-1D305E73D865}" dt="2026-08-17T02:56:22.461" v="96"/>
          <ac:spMkLst>
            <pc:docMk/>
            <pc:sldMk cId="2897359550" sldId="260"/>
            <ac:spMk id="11" creationId="{058A14AF-9FB5-4CC7-BA35-E8E85D3EDF0E}"/>
          </ac:spMkLst>
        </pc:spChg>
        <pc:spChg chg="add del">
          <ac:chgData name="Taliah Kassaby" userId="S::kas0005@wantirnacollege.vic.edu.au::23d269d0-e02c-425d-bfba-881a989e0172" providerId="AD" clId="Web-{A2F432F4-37D5-A3D0-114A-1D305E73D865}" dt="2026-08-17T02:56:22.461" v="96"/>
          <ac:spMkLst>
            <pc:docMk/>
            <pc:sldMk cId="2897359550" sldId="260"/>
            <ac:spMk id="13" creationId="{3A9A4357-BD1D-4622-A4FE-766E6AB8DE84}"/>
          </ac:spMkLst>
        </pc:spChg>
        <pc:spChg chg="add del">
          <ac:chgData name="Taliah Kassaby" userId="S::kas0005@wantirnacollege.vic.edu.au::23d269d0-e02c-425d-bfba-881a989e0172" providerId="AD" clId="Web-{A2F432F4-37D5-A3D0-114A-1D305E73D865}" dt="2026-08-17T02:56:22.461" v="96"/>
          <ac:spMkLst>
            <pc:docMk/>
            <pc:sldMk cId="2897359550" sldId="260"/>
            <ac:spMk id="15" creationId="{E659831F-0D9A-4C63-9EBB-8435B85A440F}"/>
          </ac:spMkLst>
        </pc:spChg>
        <pc:spChg chg="add del">
          <ac:chgData name="Taliah Kassaby" userId="S::kas0005@wantirnacollege.vic.edu.au::23d269d0-e02c-425d-bfba-881a989e0172" providerId="AD" clId="Web-{A2F432F4-37D5-A3D0-114A-1D305E73D865}" dt="2026-08-17T02:56:22.445" v="95"/>
          <ac:spMkLst>
            <pc:docMk/>
            <pc:sldMk cId="2897359550" sldId="260"/>
            <ac:spMk id="17" creationId="{E6995CE5-F890-4ABA-82A2-26507CE8D2A3}"/>
          </ac:spMkLst>
        </pc:spChg>
        <pc:spChg chg="add del">
          <ac:chgData name="Taliah Kassaby" userId="S::kas0005@wantirnacollege.vic.edu.au::23d269d0-e02c-425d-bfba-881a989e0172" providerId="AD" clId="Web-{A2F432F4-37D5-A3D0-114A-1D305E73D865}" dt="2026-08-17T02:56:20.804" v="93"/>
          <ac:spMkLst>
            <pc:docMk/>
            <pc:sldMk cId="2897359550" sldId="260"/>
            <ac:spMk id="22" creationId="{D7A453D2-15D8-4403-815F-291FA16340D9}"/>
          </ac:spMkLst>
        </pc:spChg>
        <pc:spChg chg="add del">
          <ac:chgData name="Taliah Kassaby" userId="S::kas0005@wantirnacollege.vic.edu.au::23d269d0-e02c-425d-bfba-881a989e0172" providerId="AD" clId="Web-{A2F432F4-37D5-A3D0-114A-1D305E73D865}" dt="2026-08-17T02:56:39.493" v="102"/>
          <ac:spMkLst>
            <pc:docMk/>
            <pc:sldMk cId="2897359550" sldId="260"/>
            <ac:spMk id="28" creationId="{375E0459-6403-40CD-989D-56A4407CA12E}"/>
          </ac:spMkLst>
        </pc:spChg>
        <pc:spChg chg="add del">
          <ac:chgData name="Taliah Kassaby" userId="S::kas0005@wantirnacollege.vic.edu.au::23d269d0-e02c-425d-bfba-881a989e0172" providerId="AD" clId="Web-{A2F432F4-37D5-A3D0-114A-1D305E73D865}" dt="2026-08-17T02:56:39.493" v="102"/>
          <ac:spMkLst>
            <pc:docMk/>
            <pc:sldMk cId="2897359550" sldId="260"/>
            <ac:spMk id="30" creationId="{53E5B1A8-3AC9-4BD1-9BBC-78CA94F2D1BA}"/>
          </ac:spMkLst>
        </pc:spChg>
        <pc:spChg chg="add del">
          <ac:chgData name="Taliah Kassaby" userId="S::kas0005@wantirnacollege.vic.edu.au::23d269d0-e02c-425d-bfba-881a989e0172" providerId="AD" clId="Web-{A2F432F4-37D5-A3D0-114A-1D305E73D865}" dt="2026-08-17T02:56:20.804" v="93"/>
          <ac:spMkLst>
            <pc:docMk/>
            <pc:sldMk cId="2897359550" sldId="260"/>
            <ac:spMk id="34" creationId="{B8114C98-A349-4111-A123-E8EAB86ABE30}"/>
          </ac:spMkLst>
        </pc:spChg>
        <pc:spChg chg="add del">
          <ac:chgData name="Taliah Kassaby" userId="S::kas0005@wantirnacollege.vic.edu.au::23d269d0-e02c-425d-bfba-881a989e0172" providerId="AD" clId="Web-{A2F432F4-37D5-A3D0-114A-1D305E73D865}" dt="2026-08-17T02:56:20.804" v="93"/>
          <ac:spMkLst>
            <pc:docMk/>
            <pc:sldMk cId="2897359550" sldId="260"/>
            <ac:spMk id="42" creationId="{E2D3D3F2-ABBB-4453-B1C5-1BEBF7E4DD56}"/>
          </ac:spMkLst>
        </pc:spChg>
        <pc:spChg chg="add del">
          <ac:chgData name="Taliah Kassaby" userId="S::kas0005@wantirnacollege.vic.edu.au::23d269d0-e02c-425d-bfba-881a989e0172" providerId="AD" clId="Web-{A2F432F4-37D5-A3D0-114A-1D305E73D865}" dt="2026-08-17T02:56:20.804" v="93"/>
          <ac:spMkLst>
            <pc:docMk/>
            <pc:sldMk cId="2897359550" sldId="260"/>
            <ac:spMk id="56" creationId="{773AEA78-C03B-40B7-9D11-DC022119D577}"/>
          </ac:spMkLst>
        </pc:spChg>
        <pc:spChg chg="add del">
          <ac:chgData name="Taliah Kassaby" userId="S::kas0005@wantirnacollege.vic.edu.au::23d269d0-e02c-425d-bfba-881a989e0172" providerId="AD" clId="Web-{A2F432F4-37D5-A3D0-114A-1D305E73D865}" dt="2026-08-17T02:56:22.445" v="95"/>
          <ac:spMkLst>
            <pc:docMk/>
            <pc:sldMk cId="2897359550" sldId="260"/>
            <ac:spMk id="58" creationId="{2596F992-698C-48C0-9D89-70DA4CE927EF}"/>
          </ac:spMkLst>
        </pc:spChg>
        <pc:spChg chg="add del">
          <ac:chgData name="Taliah Kassaby" userId="S::kas0005@wantirnacollege.vic.edu.au::23d269d0-e02c-425d-bfba-881a989e0172" providerId="AD" clId="Web-{A2F432F4-37D5-A3D0-114A-1D305E73D865}" dt="2026-08-17T02:56:22.445" v="95"/>
          <ac:spMkLst>
            <pc:docMk/>
            <pc:sldMk cId="2897359550" sldId="260"/>
            <ac:spMk id="59" creationId="{E7BFF8DC-0AE7-4AD2-9B28-2E5F26D62C30}"/>
          </ac:spMkLst>
        </pc:spChg>
        <pc:spChg chg="add del">
          <ac:chgData name="Taliah Kassaby" userId="S::kas0005@wantirnacollege.vic.edu.au::23d269d0-e02c-425d-bfba-881a989e0172" providerId="AD" clId="Web-{A2F432F4-37D5-A3D0-114A-1D305E73D865}" dt="2026-08-17T02:56:22.445" v="95"/>
          <ac:spMkLst>
            <pc:docMk/>
            <pc:sldMk cId="2897359550" sldId="260"/>
            <ac:spMk id="60" creationId="{7E0162AD-C6E5-4BF8-A453-76ADB36877D3}"/>
          </ac:spMkLst>
        </pc:spChg>
        <pc:spChg chg="add del">
          <ac:chgData name="Taliah Kassaby" userId="S::kas0005@wantirnacollege.vic.edu.au::23d269d0-e02c-425d-bfba-881a989e0172" providerId="AD" clId="Web-{A2F432F4-37D5-A3D0-114A-1D305E73D865}" dt="2026-08-17T02:56:39.493" v="102"/>
          <ac:spMkLst>
            <pc:docMk/>
            <pc:sldMk cId="2897359550" sldId="260"/>
            <ac:spMk id="62" creationId="{1B15ED52-F352-441B-82BF-E0EA34836D08}"/>
          </ac:spMkLst>
        </pc:spChg>
        <pc:spChg chg="add del">
          <ac:chgData name="Taliah Kassaby" userId="S::kas0005@wantirnacollege.vic.edu.au::23d269d0-e02c-425d-bfba-881a989e0172" providerId="AD" clId="Web-{A2F432F4-37D5-A3D0-114A-1D305E73D865}" dt="2026-08-17T02:56:39.493" v="102"/>
          <ac:spMkLst>
            <pc:docMk/>
            <pc:sldMk cId="2897359550" sldId="260"/>
            <ac:spMk id="63" creationId="{3B2E3793-BFE6-45A2-9B7B-E18844431C99}"/>
          </ac:spMkLst>
        </pc:spChg>
        <pc:spChg chg="add del">
          <ac:chgData name="Taliah Kassaby" userId="S::kas0005@wantirnacollege.vic.edu.au::23d269d0-e02c-425d-bfba-881a989e0172" providerId="AD" clId="Web-{A2F432F4-37D5-A3D0-114A-1D305E73D865}" dt="2026-08-17T02:56:39.493" v="102"/>
          <ac:spMkLst>
            <pc:docMk/>
            <pc:sldMk cId="2897359550" sldId="260"/>
            <ac:spMk id="64" creationId="{BC4C4868-CB8F-4AF9-9CDB-8108F2C19B67}"/>
          </ac:spMkLst>
        </pc:spChg>
        <pc:spChg chg="add del">
          <ac:chgData name="Taliah Kassaby" userId="S::kas0005@wantirnacollege.vic.edu.au::23d269d0-e02c-425d-bfba-881a989e0172" providerId="AD" clId="Web-{A2F432F4-37D5-A3D0-114A-1D305E73D865}" dt="2026-08-17T02:57:05.948" v="107"/>
          <ac:spMkLst>
            <pc:docMk/>
            <pc:sldMk cId="2897359550" sldId="260"/>
            <ac:spMk id="69" creationId="{F0A604E4-7307-451C-93BE-F1F7E1BF3BF8}"/>
          </ac:spMkLst>
        </pc:spChg>
        <pc:spChg chg="add del">
          <ac:chgData name="Taliah Kassaby" userId="S::kas0005@wantirnacollege.vic.edu.au::23d269d0-e02c-425d-bfba-881a989e0172" providerId="AD" clId="Web-{A2F432F4-37D5-A3D0-114A-1D305E73D865}" dt="2026-08-17T02:57:05.948" v="107"/>
          <ac:spMkLst>
            <pc:docMk/>
            <pc:sldMk cId="2897359550" sldId="260"/>
            <ac:spMk id="71" creationId="{F7F3A0AA-35E5-4085-942B-737839030604}"/>
          </ac:spMkLst>
        </pc:spChg>
        <pc:spChg chg="add del">
          <ac:chgData name="Taliah Kassaby" userId="S::kas0005@wantirnacollege.vic.edu.au::23d269d0-e02c-425d-bfba-881a989e0172" providerId="AD" clId="Web-{A2F432F4-37D5-A3D0-114A-1D305E73D865}" dt="2026-08-17T02:57:05.948" v="107"/>
          <ac:spMkLst>
            <pc:docMk/>
            <pc:sldMk cId="2897359550" sldId="260"/>
            <ac:spMk id="73" creationId="{402F5C38-C747-4173-ABBF-656E39E82130}"/>
          </ac:spMkLst>
        </pc:spChg>
        <pc:spChg chg="add del">
          <ac:chgData name="Taliah Kassaby" userId="S::kas0005@wantirnacollege.vic.edu.au::23d269d0-e02c-425d-bfba-881a989e0172" providerId="AD" clId="Web-{A2F432F4-37D5-A3D0-114A-1D305E73D865}" dt="2026-08-17T02:57:05.948" v="107"/>
          <ac:spMkLst>
            <pc:docMk/>
            <pc:sldMk cId="2897359550" sldId="260"/>
            <ac:spMk id="75" creationId="{E37EECFC-A684-4391-AE85-4CDAF5565F61}"/>
          </ac:spMkLst>
        </pc:spChg>
        <pc:spChg chg="add">
          <ac:chgData name="Taliah Kassaby" userId="S::kas0005@wantirnacollege.vic.edu.au::23d269d0-e02c-425d-bfba-881a989e0172" providerId="AD" clId="Web-{A2F432F4-37D5-A3D0-114A-1D305E73D865}" dt="2026-08-17T02:57:05.948" v="107"/>
          <ac:spMkLst>
            <pc:docMk/>
            <pc:sldMk cId="2897359550" sldId="260"/>
            <ac:spMk id="80" creationId="{19D32F93-50AC-4C46-A5DB-291C60DDB7BD}"/>
          </ac:spMkLst>
        </pc:spChg>
        <pc:spChg chg="add">
          <ac:chgData name="Taliah Kassaby" userId="S::kas0005@wantirnacollege.vic.edu.au::23d269d0-e02c-425d-bfba-881a989e0172" providerId="AD" clId="Web-{A2F432F4-37D5-A3D0-114A-1D305E73D865}" dt="2026-08-17T02:57:05.948" v="107"/>
          <ac:spMkLst>
            <pc:docMk/>
            <pc:sldMk cId="2897359550" sldId="260"/>
            <ac:spMk id="82" creationId="{827DC2C4-B485-428A-BF4A-472D2967F47F}"/>
          </ac:spMkLst>
        </pc:spChg>
        <pc:spChg chg="add">
          <ac:chgData name="Taliah Kassaby" userId="S::kas0005@wantirnacollege.vic.edu.au::23d269d0-e02c-425d-bfba-881a989e0172" providerId="AD" clId="Web-{A2F432F4-37D5-A3D0-114A-1D305E73D865}" dt="2026-08-17T02:57:05.948" v="107"/>
          <ac:spMkLst>
            <pc:docMk/>
            <pc:sldMk cId="2897359550" sldId="260"/>
            <ac:spMk id="84" creationId="{EE04B5EB-F158-4507-90DD-BD23620C7CC9}"/>
          </ac:spMkLst>
        </pc:spChg>
        <pc:picChg chg="mod">
          <ac:chgData name="Taliah Kassaby" userId="S::kas0005@wantirnacollege.vic.edu.au::23d269d0-e02c-425d-bfba-881a989e0172" providerId="AD" clId="Web-{A2F432F4-37D5-A3D0-114A-1D305E73D865}" dt="2026-08-17T02:57:05.948" v="107"/>
          <ac:picMkLst>
            <pc:docMk/>
            <pc:sldMk cId="2897359550" sldId="260"/>
            <ac:picMk id="4" creationId="{659EA95B-100E-0446-4B7D-481A03839FB3}"/>
          </ac:picMkLst>
        </pc:picChg>
      </pc:sldChg>
      <pc:sldChg chg="addSp modSp mod setBg">
        <pc:chgData name="Taliah Kassaby" userId="S::kas0005@wantirnacollege.vic.edu.au::23d269d0-e02c-425d-bfba-881a989e0172" providerId="AD" clId="Web-{A2F432F4-37D5-A3D0-114A-1D305E73D865}" dt="2026-08-17T02:57:01.073" v="106"/>
        <pc:sldMkLst>
          <pc:docMk/>
          <pc:sldMk cId="4094592511" sldId="261"/>
        </pc:sldMkLst>
        <pc:spChg chg="mod">
          <ac:chgData name="Taliah Kassaby" userId="S::kas0005@wantirnacollege.vic.edu.au::23d269d0-e02c-425d-bfba-881a989e0172" providerId="AD" clId="Web-{A2F432F4-37D5-A3D0-114A-1D305E73D865}" dt="2026-08-17T02:57:01.073" v="106"/>
          <ac:spMkLst>
            <pc:docMk/>
            <pc:sldMk cId="4094592511" sldId="261"/>
            <ac:spMk id="2" creationId="{5BD4AA40-355A-C02C-B9AC-365B969BF878}"/>
          </ac:spMkLst>
        </pc:spChg>
        <pc:spChg chg="mod">
          <ac:chgData name="Taliah Kassaby" userId="S::kas0005@wantirnacollege.vic.edu.au::23d269d0-e02c-425d-bfba-881a989e0172" providerId="AD" clId="Web-{A2F432F4-37D5-A3D0-114A-1D305E73D865}" dt="2026-08-17T02:57:01.073" v="106"/>
          <ac:spMkLst>
            <pc:docMk/>
            <pc:sldMk cId="4094592511" sldId="261"/>
            <ac:spMk id="8" creationId="{E5BE8265-4C5F-67BB-6A15-D068CDB22A3C}"/>
          </ac:spMkLst>
        </pc:spChg>
        <pc:spChg chg="add">
          <ac:chgData name="Taliah Kassaby" userId="S::kas0005@wantirnacollege.vic.edu.au::23d269d0-e02c-425d-bfba-881a989e0172" providerId="AD" clId="Web-{A2F432F4-37D5-A3D0-114A-1D305E73D865}" dt="2026-08-17T02:57:01.073" v="106"/>
          <ac:spMkLst>
            <pc:docMk/>
            <pc:sldMk cId="4094592511" sldId="261"/>
            <ac:spMk id="13" creationId="{DBC6133C-0615-4CE4-9132-37E609A9BDFA}"/>
          </ac:spMkLst>
        </pc:spChg>
        <pc:spChg chg="add">
          <ac:chgData name="Taliah Kassaby" userId="S::kas0005@wantirnacollege.vic.edu.au::23d269d0-e02c-425d-bfba-881a989e0172" providerId="AD" clId="Web-{A2F432F4-37D5-A3D0-114A-1D305E73D865}" dt="2026-08-17T02:57:01.073" v="106"/>
          <ac:spMkLst>
            <pc:docMk/>
            <pc:sldMk cId="4094592511" sldId="261"/>
            <ac:spMk id="15" creationId="{169CC832-2974-4E8D-90ED-3E2941BA7336}"/>
          </ac:spMkLst>
        </pc:spChg>
        <pc:spChg chg="add">
          <ac:chgData name="Taliah Kassaby" userId="S::kas0005@wantirnacollege.vic.edu.au::23d269d0-e02c-425d-bfba-881a989e0172" providerId="AD" clId="Web-{A2F432F4-37D5-A3D0-114A-1D305E73D865}" dt="2026-08-17T02:57:01.073" v="106"/>
          <ac:spMkLst>
            <pc:docMk/>
            <pc:sldMk cId="4094592511" sldId="261"/>
            <ac:spMk id="17" creationId="{55222F96-971A-4F90-B841-6BAB416C7AC1}"/>
          </ac:spMkLst>
        </pc:spChg>
        <pc:spChg chg="add">
          <ac:chgData name="Taliah Kassaby" userId="S::kas0005@wantirnacollege.vic.edu.au::23d269d0-e02c-425d-bfba-881a989e0172" providerId="AD" clId="Web-{A2F432F4-37D5-A3D0-114A-1D305E73D865}" dt="2026-08-17T02:57:01.073" v="106"/>
          <ac:spMkLst>
            <pc:docMk/>
            <pc:sldMk cId="4094592511" sldId="261"/>
            <ac:spMk id="19" creationId="{08980754-6F4B-43C9-B9BE-127B6BED6586}"/>
          </ac:spMkLst>
        </pc:spChg>
        <pc:spChg chg="add">
          <ac:chgData name="Taliah Kassaby" userId="S::kas0005@wantirnacollege.vic.edu.au::23d269d0-e02c-425d-bfba-881a989e0172" providerId="AD" clId="Web-{A2F432F4-37D5-A3D0-114A-1D305E73D865}" dt="2026-08-17T02:57:01.073" v="106"/>
          <ac:spMkLst>
            <pc:docMk/>
            <pc:sldMk cId="4094592511" sldId="261"/>
            <ac:spMk id="21" creationId="{2C1BBA94-3F40-40AA-8BB9-E69E25E537C1}"/>
          </ac:spMkLst>
        </pc:spChg>
        <pc:picChg chg="mod ord">
          <ac:chgData name="Taliah Kassaby" userId="S::kas0005@wantirnacollege.vic.edu.au::23d269d0-e02c-425d-bfba-881a989e0172" providerId="AD" clId="Web-{A2F432F4-37D5-A3D0-114A-1D305E73D865}" dt="2026-08-17T02:57:01.073" v="106"/>
          <ac:picMkLst>
            <pc:docMk/>
            <pc:sldMk cId="4094592511" sldId="261"/>
            <ac:picMk id="5" creationId="{3BDD952C-E95A-AFD5-E3D3-F39F40925992}"/>
          </ac:picMkLst>
        </pc:picChg>
      </pc:sldChg>
      <pc:sldChg chg="addSp delSp modSp mod setBg">
        <pc:chgData name="Taliah Kassaby" userId="S::kas0005@wantirnacollege.vic.edu.au::23d269d0-e02c-425d-bfba-881a989e0172" providerId="AD" clId="Web-{A2F432F4-37D5-A3D0-114A-1D305E73D865}" dt="2026-08-18T02:19:19.178" v="286" actId="1076"/>
        <pc:sldMkLst>
          <pc:docMk/>
          <pc:sldMk cId="591232533" sldId="262"/>
        </pc:sldMkLst>
        <pc:spChg chg="mod">
          <ac:chgData name="Taliah Kassaby" userId="S::kas0005@wantirnacollege.vic.edu.au::23d269d0-e02c-425d-bfba-881a989e0172" providerId="AD" clId="Web-{A2F432F4-37D5-A3D0-114A-1D305E73D865}" dt="2026-08-18T02:13:50.270" v="226"/>
          <ac:spMkLst>
            <pc:docMk/>
            <pc:sldMk cId="591232533" sldId="262"/>
            <ac:spMk id="2" creationId="{5334C21F-1E61-5A28-E4F1-49A38C083C82}"/>
          </ac:spMkLst>
        </pc:spChg>
        <pc:spChg chg="add del">
          <ac:chgData name="Taliah Kassaby" userId="S::kas0005@wantirnacollege.vic.edu.au::23d269d0-e02c-425d-bfba-881a989e0172" providerId="AD" clId="Web-{A2F432F4-37D5-A3D0-114A-1D305E73D865}" dt="2026-08-18T02:15:13.634" v="242"/>
          <ac:spMkLst>
            <pc:docMk/>
            <pc:sldMk cId="591232533" sldId="262"/>
            <ac:spMk id="4" creationId="{C22741DD-C0E7-E2D8-B220-D736E549E87F}"/>
          </ac:spMkLst>
        </pc:spChg>
        <pc:spChg chg="add del">
          <ac:chgData name="Taliah Kassaby" userId="S::kas0005@wantirnacollege.vic.edu.au::23d269d0-e02c-425d-bfba-881a989e0172" providerId="AD" clId="Web-{A2F432F4-37D5-A3D0-114A-1D305E73D865}" dt="2026-08-18T02:15:58.152" v="253"/>
          <ac:spMkLst>
            <pc:docMk/>
            <pc:sldMk cId="591232533" sldId="262"/>
            <ac:spMk id="5" creationId="{75F2EE03-2CA1-2CCE-FE8B-F3AE5680ECCD}"/>
          </ac:spMkLst>
        </pc:spChg>
        <pc:spChg chg="add del">
          <ac:chgData name="Taliah Kassaby" userId="S::kas0005@wantirnacollege.vic.edu.au::23d269d0-e02c-425d-bfba-881a989e0172" providerId="AD" clId="Web-{A2F432F4-37D5-A3D0-114A-1D305E73D865}" dt="2026-08-18T02:12:47.769" v="223"/>
          <ac:spMkLst>
            <pc:docMk/>
            <pc:sldMk cId="591232533" sldId="262"/>
            <ac:spMk id="7" creationId="{5E7AA7E8-8006-4E1F-A566-FCF37EE6F35D}"/>
          </ac:spMkLst>
        </pc:spChg>
        <pc:spChg chg="mod">
          <ac:chgData name="Taliah Kassaby" userId="S::kas0005@wantirnacollege.vic.edu.au::23d269d0-e02c-425d-bfba-881a989e0172" providerId="AD" clId="Web-{A2F432F4-37D5-A3D0-114A-1D305E73D865}" dt="2026-08-18T02:15:29.401" v="247" actId="14100"/>
          <ac:spMkLst>
            <pc:docMk/>
            <pc:sldMk cId="591232533" sldId="262"/>
            <ac:spMk id="8" creationId="{2C1EA883-37B2-9EA5-F705-59C9E28B4C1F}"/>
          </ac:spMkLst>
        </pc:spChg>
        <pc:spChg chg="mod">
          <ac:chgData name="Taliah Kassaby" userId="S::kas0005@wantirnacollege.vic.edu.au::23d269d0-e02c-425d-bfba-881a989e0172" providerId="AD" clId="Web-{A2F432F4-37D5-A3D0-114A-1D305E73D865}" dt="2026-08-18T02:15:25.682" v="246" actId="14100"/>
          <ac:spMkLst>
            <pc:docMk/>
            <pc:sldMk cId="591232533" sldId="262"/>
            <ac:spMk id="10" creationId="{2B0BB27F-994C-567F-6D46-18539B7BDA3A}"/>
          </ac:spMkLst>
        </pc:spChg>
        <pc:spChg chg="add del">
          <ac:chgData name="Taliah Kassaby" userId="S::kas0005@wantirnacollege.vic.edu.au::23d269d0-e02c-425d-bfba-881a989e0172" providerId="AD" clId="Web-{A2F432F4-37D5-A3D0-114A-1D305E73D865}" dt="2026-08-18T02:13:26.941" v="225"/>
          <ac:spMkLst>
            <pc:docMk/>
            <pc:sldMk cId="591232533" sldId="262"/>
            <ac:spMk id="11" creationId="{2BE67753-EA0E-4819-8D22-0B6600CF7231}"/>
          </ac:spMkLst>
        </pc:spChg>
        <pc:spChg chg="add del">
          <ac:chgData name="Taliah Kassaby" userId="S::kas0005@wantirnacollege.vic.edu.au::23d269d0-e02c-425d-bfba-881a989e0172" providerId="AD" clId="Web-{A2F432F4-37D5-A3D0-114A-1D305E73D865}" dt="2026-08-18T02:13:26.941" v="225"/>
          <ac:spMkLst>
            <pc:docMk/>
            <pc:sldMk cId="591232533" sldId="262"/>
            <ac:spMk id="12" creationId="{5A292AEA-2528-46C0-B426-95822B6141FB}"/>
          </ac:spMkLst>
        </pc:spChg>
        <pc:spChg chg="add">
          <ac:chgData name="Taliah Kassaby" userId="S::kas0005@wantirnacollege.vic.edu.au::23d269d0-e02c-425d-bfba-881a989e0172" providerId="AD" clId="Web-{A2F432F4-37D5-A3D0-114A-1D305E73D865}" dt="2026-08-18T02:12:47.816" v="224"/>
          <ac:spMkLst>
            <pc:docMk/>
            <pc:sldMk cId="591232533" sldId="262"/>
            <ac:spMk id="21" creationId="{D8B7B198-E4DF-43CD-AD8C-199884323745}"/>
          </ac:spMkLst>
        </pc:spChg>
        <pc:spChg chg="add del">
          <ac:chgData name="Taliah Kassaby" userId="S::kas0005@wantirnacollege.vic.edu.au::23d269d0-e02c-425d-bfba-881a989e0172" providerId="AD" clId="Web-{A2F432F4-37D5-A3D0-114A-1D305E73D865}" dt="2026-08-18T02:13:50.270" v="226"/>
          <ac:spMkLst>
            <pc:docMk/>
            <pc:sldMk cId="591232533" sldId="262"/>
            <ac:spMk id="37" creationId="{1A3C89F8-0D2F-47FF-B903-151248265F47}"/>
          </ac:spMkLst>
        </pc:spChg>
        <pc:spChg chg="add del">
          <ac:chgData name="Taliah Kassaby" userId="S::kas0005@wantirnacollege.vic.edu.au::23d269d0-e02c-425d-bfba-881a989e0172" providerId="AD" clId="Web-{A2F432F4-37D5-A3D0-114A-1D305E73D865}" dt="2026-08-18T02:13:50.270" v="226"/>
          <ac:spMkLst>
            <pc:docMk/>
            <pc:sldMk cId="591232533" sldId="262"/>
            <ac:spMk id="39" creationId="{C5CB530E-515E-412C-9DF1-5F8FFBD6F383}"/>
          </ac:spMkLst>
        </pc:spChg>
        <pc:spChg chg="add del">
          <ac:chgData name="Taliah Kassaby" userId="S::kas0005@wantirnacollege.vic.edu.au::23d269d0-e02c-425d-bfba-881a989e0172" providerId="AD" clId="Web-{A2F432F4-37D5-A3D0-114A-1D305E73D865}" dt="2026-08-18T02:13:50.270" v="226"/>
          <ac:spMkLst>
            <pc:docMk/>
            <pc:sldMk cId="591232533" sldId="262"/>
            <ac:spMk id="41" creationId="{712D4376-A578-4FF1-94FC-245E7A6A489F}"/>
          </ac:spMkLst>
        </pc:spChg>
        <pc:spChg chg="add del">
          <ac:chgData name="Taliah Kassaby" userId="S::kas0005@wantirnacollege.vic.edu.au::23d269d0-e02c-425d-bfba-881a989e0172" providerId="AD" clId="Web-{A2F432F4-37D5-A3D0-114A-1D305E73D865}" dt="2026-08-18T02:13:50.270" v="226"/>
          <ac:spMkLst>
            <pc:docMk/>
            <pc:sldMk cId="591232533" sldId="262"/>
            <ac:spMk id="43" creationId="{AEA7509D-F04F-40CB-A0B3-EEF16499CC9F}"/>
          </ac:spMkLst>
        </pc:spChg>
        <pc:spChg chg="add del">
          <ac:chgData name="Taliah Kassaby" userId="S::kas0005@wantirnacollege.vic.edu.au::23d269d0-e02c-425d-bfba-881a989e0172" providerId="AD" clId="Web-{A2F432F4-37D5-A3D0-114A-1D305E73D865}" dt="2026-08-18T02:13:50.270" v="226"/>
          <ac:spMkLst>
            <pc:docMk/>
            <pc:sldMk cId="591232533" sldId="262"/>
            <ac:spMk id="47" creationId="{508BEF50-7B1E-49A4-BC19-5F4F1D755E64}"/>
          </ac:spMkLst>
        </pc:spChg>
        <pc:spChg chg="add del">
          <ac:chgData name="Taliah Kassaby" userId="S::kas0005@wantirnacollege.vic.edu.au::23d269d0-e02c-425d-bfba-881a989e0172" providerId="AD" clId="Web-{A2F432F4-37D5-A3D0-114A-1D305E73D865}" dt="2026-08-18T02:13:50.270" v="226"/>
          <ac:spMkLst>
            <pc:docMk/>
            <pc:sldMk cId="591232533" sldId="262"/>
            <ac:spMk id="49" creationId="{3FBAD350-5664-4811-A208-657FB882D350}"/>
          </ac:spMkLst>
        </pc:spChg>
        <pc:spChg chg="add del">
          <ac:chgData name="Taliah Kassaby" userId="S::kas0005@wantirnacollege.vic.edu.au::23d269d0-e02c-425d-bfba-881a989e0172" providerId="AD" clId="Web-{A2F432F4-37D5-A3D0-114A-1D305E73D865}" dt="2026-08-18T02:13:50.270" v="226"/>
          <ac:spMkLst>
            <pc:docMk/>
            <pc:sldMk cId="591232533" sldId="262"/>
            <ac:spMk id="51" creationId="{C39ADB8F-D187-49D7-BDCF-C1B6DC727068}"/>
          </ac:spMkLst>
        </pc:spChg>
        <pc:spChg chg="add">
          <ac:chgData name="Taliah Kassaby" userId="S::kas0005@wantirnacollege.vic.edu.au::23d269d0-e02c-425d-bfba-881a989e0172" providerId="AD" clId="Web-{A2F432F4-37D5-A3D0-114A-1D305E73D865}" dt="2026-08-18T02:13:50.270" v="226"/>
          <ac:spMkLst>
            <pc:docMk/>
            <pc:sldMk cId="591232533" sldId="262"/>
            <ac:spMk id="56" creationId="{C7D023E4-8DE1-436E-9847-ED6A4B4B04FD}"/>
          </ac:spMkLst>
        </pc:spChg>
        <pc:spChg chg="mod">
          <ac:chgData name="Taliah Kassaby" userId="S::kas0005@wantirnacollege.vic.edu.au::23d269d0-e02c-425d-bfba-881a989e0172" providerId="AD" clId="Web-{A2F432F4-37D5-A3D0-114A-1D305E73D865}" dt="2026-08-18T02:19:18.490" v="284" actId="1076"/>
          <ac:spMkLst>
            <pc:docMk/>
            <pc:sldMk cId="591232533" sldId="262"/>
            <ac:spMk id="59" creationId="{54F87DBC-E43C-4CE4-A8C5-61E3D68194AA}"/>
          </ac:spMkLst>
        </pc:spChg>
        <pc:spChg chg="mod">
          <ac:chgData name="Taliah Kassaby" userId="S::kas0005@wantirnacollege.vic.edu.au::23d269d0-e02c-425d-bfba-881a989e0172" providerId="AD" clId="Web-{A2F432F4-37D5-A3D0-114A-1D305E73D865}" dt="2026-08-18T02:19:19.178" v="286" actId="1076"/>
          <ac:spMkLst>
            <pc:docMk/>
            <pc:sldMk cId="591232533" sldId="262"/>
            <ac:spMk id="60" creationId="{CD39A88A-7F84-4ACA-877B-E28BC26CD8FD}"/>
          </ac:spMkLst>
        </pc:spChg>
        <pc:grpChg chg="add del">
          <ac:chgData name="Taliah Kassaby" userId="S::kas0005@wantirnacollege.vic.edu.au::23d269d0-e02c-425d-bfba-881a989e0172" providerId="AD" clId="Web-{A2F432F4-37D5-A3D0-114A-1D305E73D865}" dt="2026-08-18T02:18:23.331" v="274"/>
          <ac:grpSpMkLst>
            <pc:docMk/>
            <pc:sldMk cId="591232533" sldId="262"/>
            <ac:grpSpMk id="6" creationId="{A0CFB48E-6750-815A-4A8F-C77C11B610BC}"/>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13" creationId="{D76D63AC-0421-45EC-B383-E79A61A78C6B}"/>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22" creationId="{87F87F1B-42BA-4AC7-A4E2-41544DDB2CE3}"/>
          </ac:grpSpMkLst>
        </pc:grpChg>
        <pc:grpChg chg="add del">
          <ac:chgData name="Taliah Kassaby" userId="S::kas0005@wantirnacollege.vic.edu.au::23d269d0-e02c-425d-bfba-881a989e0172" providerId="AD" clId="Web-{A2F432F4-37D5-A3D0-114A-1D305E73D865}" dt="2026-08-18T02:15:58.137" v="252"/>
          <ac:grpSpMkLst>
            <pc:docMk/>
            <pc:sldMk cId="591232533" sldId="262"/>
            <ac:grpSpMk id="27" creationId="{7BC2FEC7-DE0D-0CB9-5887-30C4EAFB9A7D}"/>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28" creationId="{967346A5-7569-4F15-AB5D-BE3DADF192C0}"/>
          </ac:grpSpMkLst>
        </pc:grpChg>
        <pc:grpChg chg="add del">
          <ac:chgData name="Taliah Kassaby" userId="S::kas0005@wantirnacollege.vic.edu.au::23d269d0-e02c-425d-bfba-881a989e0172" providerId="AD" clId="Web-{A2F432F4-37D5-A3D0-114A-1D305E73D865}" dt="2026-08-18T02:18:26.878" v="276"/>
          <ac:grpSpMkLst>
            <pc:docMk/>
            <pc:sldMk cId="591232533" sldId="262"/>
            <ac:grpSpMk id="58" creationId="{1FEC590B-3306-47E9-BD67-97F3F76169A4}"/>
          </ac:grpSpMkLst>
        </pc:grpChg>
        <pc:cxnChg chg="add del">
          <ac:chgData name="Taliah Kassaby" userId="S::kas0005@wantirnacollege.vic.edu.au::23d269d0-e02c-425d-bfba-881a989e0172" providerId="AD" clId="Web-{A2F432F4-37D5-A3D0-114A-1D305E73D865}" dt="2026-08-18T02:12:47.769" v="223"/>
          <ac:cxnSpMkLst>
            <pc:docMk/>
            <pc:sldMk cId="591232533" sldId="262"/>
            <ac:cxnSpMk id="9" creationId="{56020367-4FD5-4596-8E10-C5F095CD8DBF}"/>
          </ac:cxnSpMkLst>
        </pc:cxnChg>
      </pc:sldChg>
      <pc:sldChg chg="addSp delSp modSp">
        <pc:chgData name="Taliah Kassaby" userId="S::kas0005@wantirnacollege.vic.edu.au::23d269d0-e02c-425d-bfba-881a989e0172" providerId="AD" clId="Web-{A2F432F4-37D5-A3D0-114A-1D305E73D865}" dt="2026-08-18T02:46:21.092" v="508"/>
        <pc:sldMkLst>
          <pc:docMk/>
          <pc:sldMk cId="1378381461" sldId="263"/>
        </pc:sldMkLst>
        <pc:spChg chg="mod ord">
          <ac:chgData name="Taliah Kassaby" userId="S::kas0005@wantirnacollege.vic.edu.au::23d269d0-e02c-425d-bfba-881a989e0172" providerId="AD" clId="Web-{A2F432F4-37D5-A3D0-114A-1D305E73D865}" dt="2026-08-18T02:21:00.447" v="303" actId="1076"/>
          <ac:spMkLst>
            <pc:docMk/>
            <pc:sldMk cId="1378381461" sldId="263"/>
            <ac:spMk id="2" creationId="{3D6BD942-99F1-D4F8-7845-34462FCC51F0}"/>
          </ac:spMkLst>
        </pc:spChg>
        <pc:spChg chg="add del">
          <ac:chgData name="Taliah Kassaby" userId="S::kas0005@wantirnacollege.vic.edu.au::23d269d0-e02c-425d-bfba-881a989e0172" providerId="AD" clId="Web-{A2F432F4-37D5-A3D0-114A-1D305E73D865}" dt="2026-08-18T02:14:38.101" v="240"/>
          <ac:spMkLst>
            <pc:docMk/>
            <pc:sldMk cId="1378381461" sldId="263"/>
            <ac:spMk id="102" creationId="{F61BCE07-A0C7-BC15-6DDE-4CF832D2269F}"/>
          </ac:spMkLst>
        </pc:spChg>
        <pc:spChg chg="mod">
          <ac:chgData name="Taliah Kassaby" userId="S::kas0005@wantirnacollege.vic.edu.au::23d269d0-e02c-425d-bfba-881a989e0172" providerId="AD" clId="Web-{A2F432F4-37D5-A3D0-114A-1D305E73D865}" dt="2026-08-18T02:14:34.429" v="236" actId="1076"/>
          <ac:spMkLst>
            <pc:docMk/>
            <pc:sldMk cId="1378381461" sldId="263"/>
            <ac:spMk id="104" creationId="{29DBC635-54DA-8B31-BF6C-A056D9BF5D38}"/>
          </ac:spMkLst>
        </pc:spChg>
        <pc:spChg chg="mod">
          <ac:chgData name="Taliah Kassaby" userId="S::kas0005@wantirnacollege.vic.edu.au::23d269d0-e02c-425d-bfba-881a989e0172" providerId="AD" clId="Web-{A2F432F4-37D5-A3D0-114A-1D305E73D865}" dt="2026-08-18T02:14:35.632" v="237" actId="1076"/>
          <ac:spMkLst>
            <pc:docMk/>
            <pc:sldMk cId="1378381461" sldId="263"/>
            <ac:spMk id="105" creationId="{6F1525D9-349E-DC3E-29C8-5E7EE5E4BE4D}"/>
          </ac:spMkLst>
        </pc:spChg>
        <pc:spChg chg="mod">
          <ac:chgData name="Taliah Kassaby" userId="S::kas0005@wantirnacollege.vic.edu.au::23d269d0-e02c-425d-bfba-881a989e0172" providerId="AD" clId="Web-{A2F432F4-37D5-A3D0-114A-1D305E73D865}" dt="2026-08-18T02:17:36.079" v="268" actId="1076"/>
          <ac:spMkLst>
            <pc:docMk/>
            <pc:sldMk cId="1378381461" sldId="263"/>
            <ac:spMk id="117" creationId="{BDE15A44-816A-A385-E9FA-61267B24B2EE}"/>
          </ac:spMkLst>
        </pc:spChg>
        <pc:spChg chg="mod">
          <ac:chgData name="Taliah Kassaby" userId="S::kas0005@wantirnacollege.vic.edu.au::23d269d0-e02c-425d-bfba-881a989e0172" providerId="AD" clId="Web-{A2F432F4-37D5-A3D0-114A-1D305E73D865}" dt="2026-08-18T02:17:42.469" v="269" actId="1076"/>
          <ac:spMkLst>
            <pc:docMk/>
            <pc:sldMk cId="1378381461" sldId="263"/>
            <ac:spMk id="118" creationId="{3D4D8329-7B79-566C-6DC9-F6EFBBDB1797}"/>
          </ac:spMkLst>
        </pc:spChg>
        <pc:spChg chg="add del">
          <ac:chgData name="Taliah Kassaby" userId="S::kas0005@wantirnacollege.vic.edu.au::23d269d0-e02c-425d-bfba-881a989e0172" providerId="AD" clId="Web-{A2F432F4-37D5-A3D0-114A-1D305E73D865}" dt="2026-08-18T02:19:11.771" v="283"/>
          <ac:spMkLst>
            <pc:docMk/>
            <pc:sldMk cId="1378381461" sldId="263"/>
            <ac:spMk id="121" creationId="{CDD42FE5-843D-1159-1E8D-BAF0B0DB5EEF}"/>
          </ac:spMkLst>
        </pc:spChg>
        <pc:spChg chg="add del mod">
          <ac:chgData name="Taliah Kassaby" userId="S::kas0005@wantirnacollege.vic.edu.au::23d269d0-e02c-425d-bfba-881a989e0172" providerId="AD" clId="Web-{A2F432F4-37D5-A3D0-114A-1D305E73D865}" dt="2026-08-18T02:46:21.092" v="508"/>
          <ac:spMkLst>
            <pc:docMk/>
            <pc:sldMk cId="1378381461" sldId="263"/>
            <ac:spMk id="131" creationId="{1108A431-6F10-10C0-286D-65B40870ADCD}"/>
          </ac:spMkLst>
        </pc:spChg>
        <pc:grpChg chg="add del">
          <ac:chgData name="Taliah Kassaby" userId="S::kas0005@wantirnacollege.vic.edu.au::23d269d0-e02c-425d-bfba-881a989e0172" providerId="AD" clId="Web-{A2F432F4-37D5-A3D0-114A-1D305E73D865}" dt="2026-08-18T02:14:38.101" v="239"/>
          <ac:grpSpMkLst>
            <pc:docMk/>
            <pc:sldMk cId="1378381461" sldId="263"/>
            <ac:grpSpMk id="106" creationId="{79978F46-FC41-44DD-0218-7223B415CEDA}"/>
          </ac:grpSpMkLst>
        </pc:grpChg>
        <pc:grpChg chg="add del">
          <ac:chgData name="Taliah Kassaby" userId="S::kas0005@wantirnacollege.vic.edu.au::23d269d0-e02c-425d-bfba-881a989e0172" providerId="AD" clId="Web-{A2F432F4-37D5-A3D0-114A-1D305E73D865}" dt="2026-08-18T02:14:38.101" v="238"/>
          <ac:grpSpMkLst>
            <pc:docMk/>
            <pc:sldMk cId="1378381461" sldId="263"/>
            <ac:grpSpMk id="115" creationId="{86C06658-6F41-537A-8D3C-1AE07915A00C}"/>
          </ac:grpSpMkLst>
        </pc:grpChg>
        <pc:grpChg chg="add">
          <ac:chgData name="Taliah Kassaby" userId="S::kas0005@wantirnacollege.vic.edu.au::23d269d0-e02c-425d-bfba-881a989e0172" providerId="AD" clId="Web-{A2F432F4-37D5-A3D0-114A-1D305E73D865}" dt="2026-08-18T02:16:22.231" v="256"/>
          <ac:grpSpMkLst>
            <pc:docMk/>
            <pc:sldMk cId="1378381461" sldId="263"/>
            <ac:grpSpMk id="119" creationId="{28F75165-284D-0DC5-6214-B69DB7168A04}"/>
          </ac:grpSpMkLst>
        </pc:grpChg>
        <pc:grpChg chg="add del">
          <ac:chgData name="Taliah Kassaby" userId="S::kas0005@wantirnacollege.vic.edu.au::23d269d0-e02c-425d-bfba-881a989e0172" providerId="AD" clId="Web-{A2F432F4-37D5-A3D0-114A-1D305E73D865}" dt="2026-08-18T02:19:11.771" v="282"/>
          <ac:grpSpMkLst>
            <pc:docMk/>
            <pc:sldMk cId="1378381461" sldId="263"/>
            <ac:grpSpMk id="130" creationId="{9A627DE5-3F08-769B-8513-30E57F47DC8C}"/>
          </ac:grpSpMkLst>
        </pc:grpChg>
        <pc:inkChg chg="mod">
          <ac:chgData name="Taliah Kassaby" userId="S::kas0005@wantirnacollege.vic.edu.au::23d269d0-e02c-425d-bfba-881a989e0172" providerId="AD" clId="Web-{A2F432F4-37D5-A3D0-114A-1D305E73D865}" dt="2026-08-18T02:14:32.554" v="234" actId="1076"/>
          <ac:inkMkLst>
            <pc:docMk/>
            <pc:sldMk cId="1378381461" sldId="263"/>
            <ac:inkMk id="5" creationId="{BD14DB4F-83B9-BDAD-7CE1-B0ADD41823AA}"/>
          </ac:inkMkLst>
        </pc:inkChg>
      </pc:sldChg>
      <pc:sldChg chg="addSp delSp modSp">
        <pc:chgData name="Taliah Kassaby" userId="S::kas0005@wantirnacollege.vic.edu.au::23d269d0-e02c-425d-bfba-881a989e0172" providerId="AD" clId="Web-{A2F432F4-37D5-A3D0-114A-1D305E73D865}" dt="2026-08-18T02:26:19.067" v="358" actId="14100"/>
        <pc:sldMkLst>
          <pc:docMk/>
          <pc:sldMk cId="1366860525" sldId="264"/>
        </pc:sldMkLst>
        <pc:spChg chg="mod ord">
          <ac:chgData name="Taliah Kassaby" userId="S::kas0005@wantirnacollege.vic.edu.au::23d269d0-e02c-425d-bfba-881a989e0172" providerId="AD" clId="Web-{A2F432F4-37D5-A3D0-114A-1D305E73D865}" dt="2026-08-18T02:26:15.473" v="357" actId="1076"/>
          <ac:spMkLst>
            <pc:docMk/>
            <pc:sldMk cId="1366860525" sldId="264"/>
            <ac:spMk id="2" creationId="{1EC88F65-E257-50D0-F69C-69363F25BCCB}"/>
          </ac:spMkLst>
        </pc:spChg>
        <pc:spChg chg="mod">
          <ac:chgData name="Taliah Kassaby" userId="S::kas0005@wantirnacollege.vic.edu.au::23d269d0-e02c-425d-bfba-881a989e0172" providerId="AD" clId="Web-{A2F432F4-37D5-A3D0-114A-1D305E73D865}" dt="2026-08-18T02:26:19.067" v="358" actId="14100"/>
          <ac:spMkLst>
            <pc:docMk/>
            <pc:sldMk cId="1366860525" sldId="264"/>
            <ac:spMk id="10" creationId="{C3178A38-F0D4-0B0E-AB45-8134AF7F8EBE}"/>
          </ac:spMkLst>
        </pc:spChg>
        <pc:grpChg chg="add">
          <ac:chgData name="Taliah Kassaby" userId="S::kas0005@wantirnacollege.vic.edu.au::23d269d0-e02c-425d-bfba-881a989e0172" providerId="AD" clId="Web-{A2F432F4-37D5-A3D0-114A-1D305E73D865}" dt="2026-08-18T02:24:39.814" v="345"/>
          <ac:grpSpMkLst>
            <pc:docMk/>
            <pc:sldMk cId="1366860525" sldId="264"/>
            <ac:grpSpMk id="11" creationId="{ADEC6ED6-915F-8E19-B8CE-42C47769EA25}"/>
          </ac:grpSpMkLst>
        </pc:grpChg>
        <pc:inkChg chg="add del">
          <ac:chgData name="Taliah Kassaby" userId="S::kas0005@wantirnacollege.vic.edu.au::23d269d0-e02c-425d-bfba-881a989e0172" providerId="AD" clId="Web-{A2F432F4-37D5-A3D0-114A-1D305E73D865}" dt="2026-08-18T02:24:01.610" v="339"/>
          <ac:inkMkLst>
            <pc:docMk/>
            <pc:sldMk cId="1366860525" sldId="264"/>
            <ac:inkMk id="3" creationId="{3D5C42BA-EF95-F6E1-BB1F-82CE368B226A}"/>
          </ac:inkMkLst>
        </pc:inkChg>
        <pc:inkChg chg="add del">
          <ac:chgData name="Taliah Kassaby" userId="S::kas0005@wantirnacollege.vic.edu.au::23d269d0-e02c-425d-bfba-881a989e0172" providerId="AD" clId="Web-{A2F432F4-37D5-A3D0-114A-1D305E73D865}" dt="2026-08-18T02:24:01.063" v="338"/>
          <ac:inkMkLst>
            <pc:docMk/>
            <pc:sldMk cId="1366860525" sldId="264"/>
            <ac:inkMk id="5" creationId="{CBA1F2FB-0B4D-3836-D195-25E289065122}"/>
          </ac:inkMkLst>
        </pc:inkChg>
        <pc:inkChg chg="add del">
          <ac:chgData name="Taliah Kassaby" userId="S::kas0005@wantirnacollege.vic.edu.au::23d269d0-e02c-425d-bfba-881a989e0172" providerId="AD" clId="Web-{A2F432F4-37D5-A3D0-114A-1D305E73D865}" dt="2026-08-18T02:24:00.548" v="337"/>
          <ac:inkMkLst>
            <pc:docMk/>
            <pc:sldMk cId="1366860525" sldId="264"/>
            <ac:inkMk id="6" creationId="{0037F937-67C9-ACDF-8124-93E9A36E4DFF}"/>
          </ac:inkMkLst>
        </pc:inkChg>
        <pc:inkChg chg="add del">
          <ac:chgData name="Taliah Kassaby" userId="S::kas0005@wantirnacollege.vic.edu.au::23d269d0-e02c-425d-bfba-881a989e0172" providerId="AD" clId="Web-{A2F432F4-37D5-A3D0-114A-1D305E73D865}" dt="2026-08-18T02:24:00.016" v="336"/>
          <ac:inkMkLst>
            <pc:docMk/>
            <pc:sldMk cId="1366860525" sldId="264"/>
            <ac:inkMk id="7" creationId="{7B363603-06E7-AC40-9F72-F8692972FE65}"/>
          </ac:inkMkLst>
        </pc:inkChg>
      </pc:sldChg>
      <pc:sldChg chg="addSp delSp modSp">
        <pc:chgData name="Taliah Kassaby" userId="S::kas0005@wantirnacollege.vic.edu.au::23d269d0-e02c-425d-bfba-881a989e0172" providerId="AD" clId="Web-{A2F432F4-37D5-A3D0-114A-1D305E73D865}" dt="2026-08-18T02:26:10.691" v="356" actId="1076"/>
        <pc:sldMkLst>
          <pc:docMk/>
          <pc:sldMk cId="3107933604" sldId="265"/>
        </pc:sldMkLst>
        <pc:spChg chg="mod ord">
          <ac:chgData name="Taliah Kassaby" userId="S::kas0005@wantirnacollege.vic.edu.au::23d269d0-e02c-425d-bfba-881a989e0172" providerId="AD" clId="Web-{A2F432F4-37D5-A3D0-114A-1D305E73D865}" dt="2026-08-18T02:26:10.691" v="356" actId="1076"/>
          <ac:spMkLst>
            <pc:docMk/>
            <pc:sldMk cId="3107933604" sldId="265"/>
            <ac:spMk id="2" creationId="{904BC8D6-7AFA-1B30-7B41-F587777381A9}"/>
          </ac:spMkLst>
        </pc:spChg>
        <pc:grpChg chg="add del">
          <ac:chgData name="Taliah Kassaby" userId="S::kas0005@wantirnacollege.vic.edu.au::23d269d0-e02c-425d-bfba-881a989e0172" providerId="AD" clId="Web-{A2F432F4-37D5-A3D0-114A-1D305E73D865}" dt="2026-08-18T02:25:38.283" v="351"/>
          <ac:grpSpMkLst>
            <pc:docMk/>
            <pc:sldMk cId="3107933604" sldId="265"/>
            <ac:grpSpMk id="7" creationId="{2E2F0177-F5F5-9762-58FA-0748EF0C44B3}"/>
          </ac:grpSpMkLst>
        </pc:grpChg>
        <pc:grpChg chg="add">
          <ac:chgData name="Taliah Kassaby" userId="S::kas0005@wantirnacollege.vic.edu.au::23d269d0-e02c-425d-bfba-881a989e0172" providerId="AD" clId="Web-{A2F432F4-37D5-A3D0-114A-1D305E73D865}" dt="2026-08-18T02:25:59.503" v="354"/>
          <ac:grpSpMkLst>
            <pc:docMk/>
            <pc:sldMk cId="3107933604" sldId="265"/>
            <ac:grpSpMk id="11" creationId="{C47CC5E7-9E0C-1C22-7558-600849365B62}"/>
          </ac:grpSpMkLst>
        </pc:grpChg>
      </pc:sldChg>
      <pc:sldChg chg="addSp modSp">
        <pc:chgData name="Taliah Kassaby" userId="S::kas0005@wantirnacollege.vic.edu.au::23d269d0-e02c-425d-bfba-881a989e0172" providerId="AD" clId="Web-{A2F432F4-37D5-A3D0-114A-1D305E73D865}" dt="2026-08-18T02:28:44.757" v="384" actId="1076"/>
        <pc:sldMkLst>
          <pc:docMk/>
          <pc:sldMk cId="2853855006" sldId="266"/>
        </pc:sldMkLst>
        <pc:spChg chg="mod ord">
          <ac:chgData name="Taliah Kassaby" userId="S::kas0005@wantirnacollege.vic.edu.au::23d269d0-e02c-425d-bfba-881a989e0172" providerId="AD" clId="Web-{A2F432F4-37D5-A3D0-114A-1D305E73D865}" dt="2026-08-18T02:28:44.757" v="384" actId="1076"/>
          <ac:spMkLst>
            <pc:docMk/>
            <pc:sldMk cId="2853855006" sldId="266"/>
            <ac:spMk id="2" creationId="{1E87D877-1A18-83C4-94B1-173689B4C6A1}"/>
          </ac:spMkLst>
        </pc:spChg>
        <pc:grpChg chg="add">
          <ac:chgData name="Taliah Kassaby" userId="S::kas0005@wantirnacollege.vic.edu.au::23d269d0-e02c-425d-bfba-881a989e0172" providerId="AD" clId="Web-{A2F432F4-37D5-A3D0-114A-1D305E73D865}" dt="2026-08-18T02:27:57.053" v="381"/>
          <ac:grpSpMkLst>
            <pc:docMk/>
            <pc:sldMk cId="2853855006" sldId="266"/>
            <ac:grpSpMk id="7" creationId="{CECE36E4-90FD-D8E9-5273-90FEDF63ED50}"/>
          </ac:grpSpMkLst>
        </pc:grpChg>
      </pc:sldChg>
      <pc:sldChg chg="addSp modSp">
        <pc:chgData name="Taliah Kassaby" userId="S::kas0005@wantirnacollege.vic.edu.au::23d269d0-e02c-425d-bfba-881a989e0172" providerId="AD" clId="Web-{A2F432F4-37D5-A3D0-114A-1D305E73D865}" dt="2026-08-18T02:29:16.258" v="389" actId="1076"/>
        <pc:sldMkLst>
          <pc:docMk/>
          <pc:sldMk cId="1380321696" sldId="267"/>
        </pc:sldMkLst>
        <pc:spChg chg="mod ord">
          <ac:chgData name="Taliah Kassaby" userId="S::kas0005@wantirnacollege.vic.edu.au::23d269d0-e02c-425d-bfba-881a989e0172" providerId="AD" clId="Web-{A2F432F4-37D5-A3D0-114A-1D305E73D865}" dt="2026-08-18T02:29:16.258" v="389" actId="1076"/>
          <ac:spMkLst>
            <pc:docMk/>
            <pc:sldMk cId="1380321696" sldId="267"/>
            <ac:spMk id="2" creationId="{9606A4EE-1A20-9BCE-F68F-8A6820025ED2}"/>
          </ac:spMkLst>
        </pc:spChg>
        <pc:grpChg chg="add">
          <ac:chgData name="Taliah Kassaby" userId="S::kas0005@wantirnacollege.vic.edu.au::23d269d0-e02c-425d-bfba-881a989e0172" providerId="AD" clId="Web-{A2F432F4-37D5-A3D0-114A-1D305E73D865}" dt="2026-08-18T02:28:56.148" v="386"/>
          <ac:grpSpMkLst>
            <pc:docMk/>
            <pc:sldMk cId="1380321696" sldId="267"/>
            <ac:grpSpMk id="8" creationId="{BF5CF546-A14D-56BE-E340-21EE8FE6558D}"/>
          </ac:grpSpMkLst>
        </pc:grpChg>
      </pc:sldChg>
      <pc:sldChg chg="addSp delSp modSp">
        <pc:chgData name="Taliah Kassaby" userId="S::kas0005@wantirnacollege.vic.edu.au::23d269d0-e02c-425d-bfba-881a989e0172" providerId="AD" clId="Web-{A2F432F4-37D5-A3D0-114A-1D305E73D865}" dt="2026-08-18T02:29:54.180" v="396" actId="1076"/>
        <pc:sldMkLst>
          <pc:docMk/>
          <pc:sldMk cId="1318932797" sldId="268"/>
        </pc:sldMkLst>
        <pc:spChg chg="mod ord">
          <ac:chgData name="Taliah Kassaby" userId="S::kas0005@wantirnacollege.vic.edu.au::23d269d0-e02c-425d-bfba-881a989e0172" providerId="AD" clId="Web-{A2F432F4-37D5-A3D0-114A-1D305E73D865}" dt="2026-08-18T02:29:54.180" v="396" actId="1076"/>
          <ac:spMkLst>
            <pc:docMk/>
            <pc:sldMk cId="1318932797" sldId="268"/>
            <ac:spMk id="2" creationId="{1EEB6081-E41C-E3FF-269E-8B1C60D65713}"/>
          </ac:spMkLst>
        </pc:spChg>
        <pc:grpChg chg="add">
          <ac:chgData name="Taliah Kassaby" userId="S::kas0005@wantirnacollege.vic.edu.au::23d269d0-e02c-425d-bfba-881a989e0172" providerId="AD" clId="Web-{A2F432F4-37D5-A3D0-114A-1D305E73D865}" dt="2026-08-18T02:29:32.461" v="392"/>
          <ac:grpSpMkLst>
            <pc:docMk/>
            <pc:sldMk cId="1318932797" sldId="268"/>
            <ac:grpSpMk id="7" creationId="{3F7ECD6C-158E-67A6-ADB4-4A21A3108B36}"/>
          </ac:grpSpMkLst>
        </pc:grpChg>
        <pc:grpChg chg="add del">
          <ac:chgData name="Taliah Kassaby" userId="S::kas0005@wantirnacollege.vic.edu.au::23d269d0-e02c-425d-bfba-881a989e0172" providerId="AD" clId="Web-{A2F432F4-37D5-A3D0-114A-1D305E73D865}" dt="2026-08-18T02:29:49.758" v="395"/>
          <ac:grpSpMkLst>
            <pc:docMk/>
            <pc:sldMk cId="1318932797" sldId="268"/>
            <ac:grpSpMk id="11" creationId="{31452D68-09A1-3D0C-0EAB-E3026482BA10}"/>
          </ac:grpSpMkLst>
        </pc:grpChg>
      </pc:sldChg>
      <pc:sldChg chg="addSp modSp">
        <pc:chgData name="Taliah Kassaby" userId="S::kas0005@wantirnacollege.vic.edu.au::23d269d0-e02c-425d-bfba-881a989e0172" providerId="AD" clId="Web-{A2F432F4-37D5-A3D0-114A-1D305E73D865}" dt="2026-08-18T02:20:56.400" v="302" actId="1076"/>
        <pc:sldMkLst>
          <pc:docMk/>
          <pc:sldMk cId="4147191571" sldId="269"/>
        </pc:sldMkLst>
        <pc:spChg chg="mod ord">
          <ac:chgData name="Taliah Kassaby" userId="S::kas0005@wantirnacollege.vic.edu.au::23d269d0-e02c-425d-bfba-881a989e0172" providerId="AD" clId="Web-{A2F432F4-37D5-A3D0-114A-1D305E73D865}" dt="2026-08-18T02:20:56.400" v="302" actId="1076"/>
          <ac:spMkLst>
            <pc:docMk/>
            <pc:sldMk cId="4147191571" sldId="269"/>
            <ac:spMk id="2" creationId="{C51CC66A-35D8-5EA1-54BF-2D890D21BE12}"/>
          </ac:spMkLst>
        </pc:spChg>
        <pc:spChg chg="mod">
          <ac:chgData name="Taliah Kassaby" userId="S::kas0005@wantirnacollege.vic.edu.au::23d269d0-e02c-425d-bfba-881a989e0172" providerId="AD" clId="Web-{A2F432F4-37D5-A3D0-114A-1D305E73D865}" dt="2026-08-18T02:20:36.212" v="298" actId="14100"/>
          <ac:spMkLst>
            <pc:docMk/>
            <pc:sldMk cId="4147191571" sldId="269"/>
            <ac:spMk id="5" creationId="{9C05FCA0-ADC2-27BD-3E92-ECE76F997455}"/>
          </ac:spMkLst>
        </pc:spChg>
        <pc:spChg chg="mod">
          <ac:chgData name="Taliah Kassaby" userId="S::kas0005@wantirnacollege.vic.edu.au::23d269d0-e02c-425d-bfba-881a989e0172" providerId="AD" clId="Web-{A2F432F4-37D5-A3D0-114A-1D305E73D865}" dt="2026-08-18T02:20:44.994" v="300" actId="14100"/>
          <ac:spMkLst>
            <pc:docMk/>
            <pc:sldMk cId="4147191571" sldId="269"/>
            <ac:spMk id="6" creationId="{1A82D0E5-48AB-C059-228B-1208D01BF46C}"/>
          </ac:spMkLst>
        </pc:spChg>
        <pc:grpChg chg="add">
          <ac:chgData name="Taliah Kassaby" userId="S::kas0005@wantirnacollege.vic.edu.au::23d269d0-e02c-425d-bfba-881a989e0172" providerId="AD" clId="Web-{A2F432F4-37D5-A3D0-114A-1D305E73D865}" dt="2026-08-18T02:19:29.038" v="287"/>
          <ac:grpSpMkLst>
            <pc:docMk/>
            <pc:sldMk cId="4147191571" sldId="269"/>
            <ac:grpSpMk id="12" creationId="{5D53C378-6089-81FB-BDB3-B035E6A38F2C}"/>
          </ac:grpSpMkLst>
        </pc:grpChg>
      </pc:sldChg>
      <pc:sldChg chg="addSp delSp modSp mod setBg">
        <pc:chgData name="Taliah Kassaby" userId="S::kas0005@wantirnacollege.vic.edu.au::23d269d0-e02c-425d-bfba-881a989e0172" providerId="AD" clId="Web-{A2F432F4-37D5-A3D0-114A-1D305E73D865}" dt="2026-08-18T02:55:55.804" v="512"/>
        <pc:sldMkLst>
          <pc:docMk/>
          <pc:sldMk cId="3457692963" sldId="270"/>
        </pc:sldMkLst>
        <pc:spChg chg="mod">
          <ac:chgData name="Taliah Kassaby" userId="S::kas0005@wantirnacollege.vic.edu.au::23d269d0-e02c-425d-bfba-881a989e0172" providerId="AD" clId="Web-{A2F432F4-37D5-A3D0-114A-1D305E73D865}" dt="2026-08-18T02:55:55.804" v="512"/>
          <ac:spMkLst>
            <pc:docMk/>
            <pc:sldMk cId="3457692963" sldId="270"/>
            <ac:spMk id="2" creationId="{9A6D4E23-7F5E-FFF1-E437-7D524E9B201B}"/>
          </ac:spMkLst>
        </pc:spChg>
        <pc:spChg chg="mod">
          <ac:chgData name="Taliah Kassaby" userId="S::kas0005@wantirnacollege.vic.edu.au::23d269d0-e02c-425d-bfba-881a989e0172" providerId="AD" clId="Web-{A2F432F4-37D5-A3D0-114A-1D305E73D865}" dt="2026-08-18T02:55:55.804" v="512"/>
          <ac:spMkLst>
            <pc:docMk/>
            <pc:sldMk cId="3457692963" sldId="270"/>
            <ac:spMk id="3" creationId="{C999C599-B8CA-EE81-4840-2B23F0BFE06D}"/>
          </ac:spMkLst>
        </pc:spChg>
        <pc:spChg chg="add">
          <ac:chgData name="Taliah Kassaby" userId="S::kas0005@wantirnacollege.vic.edu.au::23d269d0-e02c-425d-bfba-881a989e0172" providerId="AD" clId="Web-{A2F432F4-37D5-A3D0-114A-1D305E73D865}" dt="2026-08-18T02:55:55.804" v="512"/>
          <ac:spMkLst>
            <pc:docMk/>
            <pc:sldMk cId="3457692963" sldId="270"/>
            <ac:spMk id="5" creationId="{815925C2-A704-4D47-B1C1-3FCA52512EC1}"/>
          </ac:spMkLst>
        </pc:spChg>
        <pc:spChg chg="add">
          <ac:chgData name="Taliah Kassaby" userId="S::kas0005@wantirnacollege.vic.edu.au::23d269d0-e02c-425d-bfba-881a989e0172" providerId="AD" clId="Web-{A2F432F4-37D5-A3D0-114A-1D305E73D865}" dt="2026-08-18T02:55:55.804" v="512"/>
          <ac:spMkLst>
            <pc:docMk/>
            <pc:sldMk cId="3457692963" sldId="270"/>
            <ac:spMk id="6" creationId="{01D4315C-C23C-4FD3-98DF-08C29E2292A8}"/>
          </ac:spMkLst>
        </pc:spChg>
        <pc:spChg chg="add del">
          <ac:chgData name="Taliah Kassaby" userId="S::kas0005@wantirnacollege.vic.edu.au::23d269d0-e02c-425d-bfba-881a989e0172" providerId="AD" clId="Web-{A2F432F4-37D5-A3D0-114A-1D305E73D865}" dt="2026-08-18T02:55:39.460" v="511"/>
          <ac:spMkLst>
            <pc:docMk/>
            <pc:sldMk cId="3457692963" sldId="270"/>
            <ac:spMk id="8" creationId="{18873D23-2DCF-4B31-A009-95721C06E8E1}"/>
          </ac:spMkLst>
        </pc:spChg>
        <pc:spChg chg="add del">
          <ac:chgData name="Taliah Kassaby" userId="S::kas0005@wantirnacollege.vic.edu.au::23d269d0-e02c-425d-bfba-881a989e0172" providerId="AD" clId="Web-{A2F432F4-37D5-A3D0-114A-1D305E73D865}" dt="2026-08-18T02:55:39.460" v="510"/>
          <ac:spMkLst>
            <pc:docMk/>
            <pc:sldMk cId="3457692963" sldId="270"/>
            <ac:spMk id="10" creationId="{C13EF075-D4EF-4929-ADBC-91B27DA19955}"/>
          </ac:spMkLst>
        </pc:spChg>
        <pc:grpChg chg="add">
          <ac:chgData name="Taliah Kassaby" userId="S::kas0005@wantirnacollege.vic.edu.au::23d269d0-e02c-425d-bfba-881a989e0172" providerId="AD" clId="Web-{A2F432F4-37D5-A3D0-114A-1D305E73D865}" dt="2026-08-18T02:55:55.804" v="512"/>
          <ac:grpSpMkLst>
            <pc:docMk/>
            <pc:sldMk cId="3457692963" sldId="270"/>
            <ac:grpSpMk id="7" creationId="{5E6B47BC-43FD-4C91-8BFF-B41B99A8A39E}"/>
          </ac:grpSpMkLst>
        </pc:grpChg>
        <pc:grpChg chg="add del">
          <ac:chgData name="Taliah Kassaby" userId="S::kas0005@wantirnacollege.vic.edu.au::23d269d0-e02c-425d-bfba-881a989e0172" providerId="AD" clId="Web-{A2F432F4-37D5-A3D0-114A-1D305E73D865}" dt="2026-08-18T02:55:39.460" v="509"/>
          <ac:grpSpMkLst>
            <pc:docMk/>
            <pc:sldMk cId="3457692963" sldId="270"/>
            <ac:grpSpMk id="12" creationId="{DAA26DFA-AAB2-4973-9C17-16D587C7B198}"/>
          </ac:grpSpMkLst>
        </pc:grpChg>
        <pc:grpChg chg="add">
          <ac:chgData name="Taliah Kassaby" userId="S::kas0005@wantirnacollege.vic.edu.au::23d269d0-e02c-425d-bfba-881a989e0172" providerId="AD" clId="Web-{A2F432F4-37D5-A3D0-114A-1D305E73D865}" dt="2026-08-18T02:55:55.804" v="512"/>
          <ac:grpSpMkLst>
            <pc:docMk/>
            <pc:sldMk cId="3457692963" sldId="270"/>
            <ac:grpSpMk id="16" creationId="{43F5E015-E085-4624-B431-B42414448684}"/>
          </ac:grpSpMkLst>
        </pc:grpChg>
      </pc:sldChg>
      <pc:sldChg chg="addSp delSp modSp">
        <pc:chgData name="Taliah Kassaby" userId="S::kas0005@wantirnacollege.vic.edu.au::23d269d0-e02c-425d-bfba-881a989e0172" providerId="AD" clId="Web-{A2F432F4-37D5-A3D0-114A-1D305E73D865}" dt="2026-08-18T02:24:08.813" v="341"/>
        <pc:sldMkLst>
          <pc:docMk/>
          <pc:sldMk cId="2149723290" sldId="271"/>
        </pc:sldMkLst>
        <pc:spChg chg="mod ord">
          <ac:chgData name="Taliah Kassaby" userId="S::kas0005@wantirnacollege.vic.edu.au::23d269d0-e02c-425d-bfba-881a989e0172" providerId="AD" clId="Web-{A2F432F4-37D5-A3D0-114A-1D305E73D865}" dt="2026-08-18T02:21:46.856" v="311" actId="1076"/>
          <ac:spMkLst>
            <pc:docMk/>
            <pc:sldMk cId="2149723290" sldId="271"/>
            <ac:spMk id="2" creationId="{9E00B712-F478-3D2F-6FB3-DFD07B0CE486}"/>
          </ac:spMkLst>
        </pc:spChg>
        <pc:grpChg chg="add">
          <ac:chgData name="Taliah Kassaby" userId="S::kas0005@wantirnacollege.vic.edu.au::23d269d0-e02c-425d-bfba-881a989e0172" providerId="AD" clId="Web-{A2F432F4-37D5-A3D0-114A-1D305E73D865}" dt="2026-08-18T02:21:25.417" v="307"/>
          <ac:grpSpMkLst>
            <pc:docMk/>
            <pc:sldMk cId="2149723290" sldId="271"/>
            <ac:grpSpMk id="6" creationId="{5AE3057D-3A1F-C9DA-26F1-19C9E50D8C8C}"/>
          </ac:grpSpMkLst>
        </pc:grpChg>
        <pc:picChg chg="mod ord">
          <ac:chgData name="Taliah Kassaby" userId="S::kas0005@wantirnacollege.vic.edu.au::23d269d0-e02c-425d-bfba-881a989e0172" providerId="AD" clId="Web-{A2F432F4-37D5-A3D0-114A-1D305E73D865}" dt="2026-08-18T02:23:01.968" v="319" actId="1076"/>
          <ac:picMkLst>
            <pc:docMk/>
            <pc:sldMk cId="2149723290" sldId="271"/>
            <ac:picMk id="22" creationId="{A31A787D-A890-5EAD-46FA-26AC0E9C12AE}"/>
          </ac:picMkLst>
        </pc:picChg>
        <pc:inkChg chg="add">
          <ac:chgData name="Taliah Kassaby" userId="S::kas0005@wantirnacollege.vic.edu.au::23d269d0-e02c-425d-bfba-881a989e0172" providerId="AD" clId="Web-{A2F432F4-37D5-A3D0-114A-1D305E73D865}" dt="2026-08-18T02:23:34.047" v="326"/>
          <ac:inkMkLst>
            <pc:docMk/>
            <pc:sldMk cId="2149723290" sldId="271"/>
            <ac:inkMk id="7" creationId="{91AE0CCD-7AAA-1444-B849-98DE4F71B3C0}"/>
          </ac:inkMkLst>
        </pc:inkChg>
        <pc:inkChg chg="add">
          <ac:chgData name="Taliah Kassaby" userId="S::kas0005@wantirnacollege.vic.edu.au::23d269d0-e02c-425d-bfba-881a989e0172" providerId="AD" clId="Web-{A2F432F4-37D5-A3D0-114A-1D305E73D865}" dt="2026-08-18T02:23:37.906" v="327"/>
          <ac:inkMkLst>
            <pc:docMk/>
            <pc:sldMk cId="2149723290" sldId="271"/>
            <ac:inkMk id="8" creationId="{F43F83C1-0D9F-C897-84F8-3A867C19DF1C}"/>
          </ac:inkMkLst>
        </pc:inkChg>
        <pc:inkChg chg="add">
          <ac:chgData name="Taliah Kassaby" userId="S::kas0005@wantirnacollege.vic.edu.au::23d269d0-e02c-425d-bfba-881a989e0172" providerId="AD" clId="Web-{A2F432F4-37D5-A3D0-114A-1D305E73D865}" dt="2026-08-18T02:23:41.375" v="328"/>
          <ac:inkMkLst>
            <pc:docMk/>
            <pc:sldMk cId="2149723290" sldId="271"/>
            <ac:inkMk id="9" creationId="{672704CA-A2DE-8082-6908-9F345769E0DE}"/>
          </ac:inkMkLst>
        </pc:inkChg>
        <pc:inkChg chg="add del">
          <ac:chgData name="Taliah Kassaby" userId="S::kas0005@wantirnacollege.vic.edu.au::23d269d0-e02c-425d-bfba-881a989e0172" providerId="AD" clId="Web-{A2F432F4-37D5-A3D0-114A-1D305E73D865}" dt="2026-08-18T02:24:08.813" v="341"/>
          <ac:inkMkLst>
            <pc:docMk/>
            <pc:sldMk cId="2149723290" sldId="271"/>
            <ac:inkMk id="10" creationId="{3DE8B2C5-4F06-F761-4038-6F828EE8105B}"/>
          </ac:inkMkLst>
        </pc:inkChg>
        <pc:inkChg chg="add del">
          <ac:chgData name="Taliah Kassaby" userId="S::kas0005@wantirnacollege.vic.edu.au::23d269d0-e02c-425d-bfba-881a989e0172" providerId="AD" clId="Web-{A2F432F4-37D5-A3D0-114A-1D305E73D865}" dt="2026-08-18T02:23:48.313" v="331"/>
          <ac:inkMkLst>
            <pc:docMk/>
            <pc:sldMk cId="2149723290" sldId="271"/>
            <ac:inkMk id="11" creationId="{206AE1A6-0CF7-A801-F2D5-80CFEBEBB508}"/>
          </ac:inkMkLst>
        </pc:inkChg>
        <pc:inkChg chg="del mod ord">
          <ac:chgData name="Taliah Kassaby" userId="S::kas0005@wantirnacollege.vic.edu.au::23d269d0-e02c-425d-bfba-881a989e0172" providerId="AD" clId="Web-{A2F432F4-37D5-A3D0-114A-1D305E73D865}" dt="2026-08-18T02:23:09.687" v="321"/>
          <ac:inkMkLst>
            <pc:docMk/>
            <pc:sldMk cId="2149723290" sldId="271"/>
            <ac:inkMk id="23" creationId="{2079ABC8-C8A3-BEB4-E3B5-D1A386CD1A24}"/>
          </ac:inkMkLst>
        </pc:inkChg>
        <pc:inkChg chg="del ord">
          <ac:chgData name="Taliah Kassaby" userId="S::kas0005@wantirnacollege.vic.edu.au::23d269d0-e02c-425d-bfba-881a989e0172" providerId="AD" clId="Web-{A2F432F4-37D5-A3D0-114A-1D305E73D865}" dt="2026-08-18T02:23:18.234" v="325"/>
          <ac:inkMkLst>
            <pc:docMk/>
            <pc:sldMk cId="2149723290" sldId="271"/>
            <ac:inkMk id="24" creationId="{0FB3E653-E0EB-5DF0-4B92-5784C91B1E0E}"/>
          </ac:inkMkLst>
        </pc:inkChg>
        <pc:inkChg chg="del ord">
          <ac:chgData name="Taliah Kassaby" userId="S::kas0005@wantirnacollege.vic.edu.au::23d269d0-e02c-425d-bfba-881a989e0172" providerId="AD" clId="Web-{A2F432F4-37D5-A3D0-114A-1D305E73D865}" dt="2026-08-18T02:23:18.234" v="324"/>
          <ac:inkMkLst>
            <pc:docMk/>
            <pc:sldMk cId="2149723290" sldId="271"/>
            <ac:inkMk id="25" creationId="{E9042A9F-9CF7-054F-1E90-80F24E86D1A3}"/>
          </ac:inkMkLst>
        </pc:inkChg>
        <pc:inkChg chg="del ord">
          <ac:chgData name="Taliah Kassaby" userId="S::kas0005@wantirnacollege.vic.edu.au::23d269d0-e02c-425d-bfba-881a989e0172" providerId="AD" clId="Web-{A2F432F4-37D5-A3D0-114A-1D305E73D865}" dt="2026-08-18T02:23:14.874" v="323"/>
          <ac:inkMkLst>
            <pc:docMk/>
            <pc:sldMk cId="2149723290" sldId="271"/>
            <ac:inkMk id="26" creationId="{4643783A-7226-702D-96D7-91D9BAC05E09}"/>
          </ac:inkMkLst>
        </pc:inkChg>
        <pc:inkChg chg="del">
          <ac:chgData name="Taliah Kassaby" userId="S::kas0005@wantirnacollege.vic.edu.au::23d269d0-e02c-425d-bfba-881a989e0172" providerId="AD" clId="Web-{A2F432F4-37D5-A3D0-114A-1D305E73D865}" dt="2026-08-18T02:23:12.905" v="322"/>
          <ac:inkMkLst>
            <pc:docMk/>
            <pc:sldMk cId="2149723290" sldId="271"/>
            <ac:inkMk id="27" creationId="{1A8DB6B2-F3CF-19AC-A8B9-F1976B05DE74}"/>
          </ac:inkMkLst>
        </pc:inkChg>
      </pc:sldChg>
      <pc:sldChg chg="addSp delSp modSp">
        <pc:chgData name="Taliah Kassaby" userId="S::kas0005@wantirnacollege.vic.edu.au::23d269d0-e02c-425d-bfba-881a989e0172" providerId="AD" clId="Web-{A2F432F4-37D5-A3D0-114A-1D305E73D865}" dt="2026-08-18T02:27:49.491" v="379" actId="1076"/>
        <pc:sldMkLst>
          <pc:docMk/>
          <pc:sldMk cId="4196453157" sldId="272"/>
        </pc:sldMkLst>
        <pc:spChg chg="mod ord">
          <ac:chgData name="Taliah Kassaby" userId="S::kas0005@wantirnacollege.vic.edu.au::23d269d0-e02c-425d-bfba-881a989e0172" providerId="AD" clId="Web-{A2F432F4-37D5-A3D0-114A-1D305E73D865}" dt="2026-08-18T02:27:41.553" v="369" actId="1076"/>
          <ac:spMkLst>
            <pc:docMk/>
            <pc:sldMk cId="4196453157" sldId="272"/>
            <ac:spMk id="2" creationId="{DECC06B4-3A01-A656-443F-0A54FBECDA36}"/>
          </ac:spMkLst>
        </pc:spChg>
        <pc:spChg chg="mod">
          <ac:chgData name="Taliah Kassaby" userId="S::kas0005@wantirnacollege.vic.edu.au::23d269d0-e02c-425d-bfba-881a989e0172" providerId="AD" clId="Web-{A2F432F4-37D5-A3D0-114A-1D305E73D865}" dt="2026-08-18T02:27:49.475" v="377" actId="1076"/>
          <ac:spMkLst>
            <pc:docMk/>
            <pc:sldMk cId="4196453157" sldId="272"/>
            <ac:spMk id="16" creationId="{24FEF3ED-F281-D4E7-22C3-88CFF0405EB0}"/>
          </ac:spMkLst>
        </pc:spChg>
        <pc:spChg chg="mod">
          <ac:chgData name="Taliah Kassaby" userId="S::kas0005@wantirnacollege.vic.edu.au::23d269d0-e02c-425d-bfba-881a989e0172" providerId="AD" clId="Web-{A2F432F4-37D5-A3D0-114A-1D305E73D865}" dt="2026-08-18T02:27:49.491" v="378" actId="1076"/>
          <ac:spMkLst>
            <pc:docMk/>
            <pc:sldMk cId="4196453157" sldId="272"/>
            <ac:spMk id="22" creationId="{50409287-EF5B-CF5B-A14E-2C5D39440B15}"/>
          </ac:spMkLst>
        </pc:spChg>
        <pc:spChg chg="mod">
          <ac:chgData name="Taliah Kassaby" userId="S::kas0005@wantirnacollege.vic.edu.au::23d269d0-e02c-425d-bfba-881a989e0172" providerId="AD" clId="Web-{A2F432F4-37D5-A3D0-114A-1D305E73D865}" dt="2026-08-18T02:27:49.491" v="379" actId="1076"/>
          <ac:spMkLst>
            <pc:docMk/>
            <pc:sldMk cId="4196453157" sldId="272"/>
            <ac:spMk id="23" creationId="{4FF51D3C-6667-07BD-0EBF-46440DDD405A}"/>
          </ac:spMkLst>
        </pc:spChg>
        <pc:grpChg chg="add del">
          <ac:chgData name="Taliah Kassaby" userId="S::kas0005@wantirnacollege.vic.edu.au::23d269d0-e02c-425d-bfba-881a989e0172" providerId="AD" clId="Web-{A2F432F4-37D5-A3D0-114A-1D305E73D865}" dt="2026-08-18T02:27:01.443" v="361"/>
          <ac:grpSpMkLst>
            <pc:docMk/>
            <pc:sldMk cId="4196453157" sldId="272"/>
            <ac:grpSpMk id="8" creationId="{A64575A7-1320-C2AF-88E8-8F3392657AD2}"/>
          </ac:grpSpMkLst>
        </pc:grpChg>
        <pc:grpChg chg="add">
          <ac:chgData name="Taliah Kassaby" userId="S::kas0005@wantirnacollege.vic.edu.au::23d269d0-e02c-425d-bfba-881a989e0172" providerId="AD" clId="Web-{A2F432F4-37D5-A3D0-114A-1D305E73D865}" dt="2026-08-18T02:27:29.115" v="365"/>
          <ac:grpSpMkLst>
            <pc:docMk/>
            <pc:sldMk cId="4196453157" sldId="272"/>
            <ac:grpSpMk id="18" creationId="{874B9EED-B8A1-41F2-433B-899420AECD4D}"/>
          </ac:grpSpMkLst>
        </pc:grpChg>
        <pc:grpChg chg="add del">
          <ac:chgData name="Taliah Kassaby" userId="S::kas0005@wantirnacollege.vic.edu.au::23d269d0-e02c-425d-bfba-881a989e0172" providerId="AD" clId="Web-{A2F432F4-37D5-A3D0-114A-1D305E73D865}" dt="2026-08-18T02:27:31.943" v="367"/>
          <ac:grpSpMkLst>
            <pc:docMk/>
            <pc:sldMk cId="4196453157" sldId="272"/>
            <ac:grpSpMk id="24" creationId="{C1229205-3108-2EE0-D625-CE2BA98B60E0}"/>
          </ac:grpSpMkLst>
        </pc:grpChg>
        <pc:picChg chg="mod">
          <ac:chgData name="Taliah Kassaby" userId="S::kas0005@wantirnacollege.vic.edu.au::23d269d0-e02c-425d-bfba-881a989e0172" providerId="AD" clId="Web-{A2F432F4-37D5-A3D0-114A-1D305E73D865}" dt="2026-08-18T02:27:49.412" v="370" actId="1076"/>
          <ac:picMkLst>
            <pc:docMk/>
            <pc:sldMk cId="4196453157" sldId="272"/>
            <ac:picMk id="4" creationId="{6EB7D4B0-5233-EF46-C5FB-4067893490FB}"/>
          </ac:picMkLst>
        </pc:picChg>
        <pc:inkChg chg="mod">
          <ac:chgData name="Taliah Kassaby" userId="S::kas0005@wantirnacollege.vic.edu.au::23d269d0-e02c-425d-bfba-881a989e0172" providerId="AD" clId="Web-{A2F432F4-37D5-A3D0-114A-1D305E73D865}" dt="2026-08-18T02:27:49.412" v="371" actId="1076"/>
          <ac:inkMkLst>
            <pc:docMk/>
            <pc:sldMk cId="4196453157" sldId="272"/>
            <ac:inkMk id="5" creationId="{291E65B1-4420-81D5-05F8-C0FF12741F77}"/>
          </ac:inkMkLst>
        </pc:inkChg>
        <pc:inkChg chg="mod">
          <ac:chgData name="Taliah Kassaby" userId="S::kas0005@wantirnacollege.vic.edu.au::23d269d0-e02c-425d-bfba-881a989e0172" providerId="AD" clId="Web-{A2F432F4-37D5-A3D0-114A-1D305E73D865}" dt="2026-08-18T02:27:49.428" v="372" actId="1076"/>
          <ac:inkMkLst>
            <pc:docMk/>
            <pc:sldMk cId="4196453157" sldId="272"/>
            <ac:inkMk id="11" creationId="{53A11908-C8F3-228A-2A42-64DCE78996A9}"/>
          </ac:inkMkLst>
        </pc:inkChg>
        <pc:inkChg chg="mod">
          <ac:chgData name="Taliah Kassaby" userId="S::kas0005@wantirnacollege.vic.edu.au::23d269d0-e02c-425d-bfba-881a989e0172" providerId="AD" clId="Web-{A2F432F4-37D5-A3D0-114A-1D305E73D865}" dt="2026-08-18T02:27:49.444" v="373" actId="1076"/>
          <ac:inkMkLst>
            <pc:docMk/>
            <pc:sldMk cId="4196453157" sldId="272"/>
            <ac:inkMk id="12" creationId="{AB26A816-7054-250C-2DD5-14C1B01A714F}"/>
          </ac:inkMkLst>
        </pc:inkChg>
        <pc:inkChg chg="mod">
          <ac:chgData name="Taliah Kassaby" userId="S::kas0005@wantirnacollege.vic.edu.au::23d269d0-e02c-425d-bfba-881a989e0172" providerId="AD" clId="Web-{A2F432F4-37D5-A3D0-114A-1D305E73D865}" dt="2026-08-18T02:27:49.444" v="374" actId="1076"/>
          <ac:inkMkLst>
            <pc:docMk/>
            <pc:sldMk cId="4196453157" sldId="272"/>
            <ac:inkMk id="13" creationId="{0D5BF425-7455-5047-8B5B-95729688C396}"/>
          </ac:inkMkLst>
        </pc:inkChg>
        <pc:inkChg chg="mod">
          <ac:chgData name="Taliah Kassaby" userId="S::kas0005@wantirnacollege.vic.edu.au::23d269d0-e02c-425d-bfba-881a989e0172" providerId="AD" clId="Web-{A2F432F4-37D5-A3D0-114A-1D305E73D865}" dt="2026-08-18T02:27:49.459" v="375" actId="1076"/>
          <ac:inkMkLst>
            <pc:docMk/>
            <pc:sldMk cId="4196453157" sldId="272"/>
            <ac:inkMk id="14" creationId="{2221E05B-8385-4427-59AE-C55D3918076B}"/>
          </ac:inkMkLst>
        </pc:inkChg>
        <pc:inkChg chg="mod">
          <ac:chgData name="Taliah Kassaby" userId="S::kas0005@wantirnacollege.vic.edu.au::23d269d0-e02c-425d-bfba-881a989e0172" providerId="AD" clId="Web-{A2F432F4-37D5-A3D0-114A-1D305E73D865}" dt="2026-08-18T02:27:49.459" v="376" actId="1076"/>
          <ac:inkMkLst>
            <pc:docMk/>
            <pc:sldMk cId="4196453157" sldId="272"/>
            <ac:inkMk id="15" creationId="{E139891A-B456-ABC2-8311-60B3B4D12537}"/>
          </ac:inkMkLst>
        </pc:inkChg>
      </pc:sldChg>
      <pc:sldChg chg="addSp delSp modSp mod setBg">
        <pc:chgData name="Taliah Kassaby" userId="S::kas0005@wantirnacollege.vic.edu.au::23d269d0-e02c-425d-bfba-881a989e0172" providerId="AD" clId="Web-{A2F432F4-37D5-A3D0-114A-1D305E73D865}" dt="2026-08-18T02:57:57.168" v="529" actId="20577"/>
        <pc:sldMkLst>
          <pc:docMk/>
          <pc:sldMk cId="297324421" sldId="273"/>
        </pc:sldMkLst>
        <pc:spChg chg="mod ord">
          <ac:chgData name="Taliah Kassaby" userId="S::kas0005@wantirnacollege.vic.edu.au::23d269d0-e02c-425d-bfba-881a989e0172" providerId="AD" clId="Web-{A2F432F4-37D5-A3D0-114A-1D305E73D865}" dt="2026-08-18T02:57:48.480" v="526"/>
          <ac:spMkLst>
            <pc:docMk/>
            <pc:sldMk cId="297324421" sldId="273"/>
            <ac:spMk id="2" creationId="{A2820B42-F2E1-0D4A-CA11-6969E8E37672}"/>
          </ac:spMkLst>
        </pc:spChg>
        <pc:spChg chg="mod ord">
          <ac:chgData name="Taliah Kassaby" userId="S::kas0005@wantirnacollege.vic.edu.au::23d269d0-e02c-425d-bfba-881a989e0172" providerId="AD" clId="Web-{A2F432F4-37D5-A3D0-114A-1D305E73D865}" dt="2026-08-18T02:57:57.168" v="529" actId="20577"/>
          <ac:spMkLst>
            <pc:docMk/>
            <pc:sldMk cId="297324421" sldId="273"/>
            <ac:spMk id="3" creationId="{78A9B5C1-0D08-E7D6-1604-F4E765D729ED}"/>
          </ac:spMkLst>
        </pc:spChg>
        <pc:spChg chg="add del">
          <ac:chgData name="Taliah Kassaby" userId="S::kas0005@wantirnacollege.vic.edu.au::23d269d0-e02c-425d-bfba-881a989e0172" providerId="AD" clId="Web-{A2F432F4-37D5-A3D0-114A-1D305E73D865}" dt="2026-08-18T02:32:23.687" v="418"/>
          <ac:spMkLst>
            <pc:docMk/>
            <pc:sldMk cId="297324421" sldId="273"/>
            <ac:spMk id="10" creationId="{1E020063-2385-44AC-BD67-258E1F0B9FCE}"/>
          </ac:spMkLst>
        </pc:spChg>
        <pc:spChg chg="add del">
          <ac:chgData name="Taliah Kassaby" userId="S::kas0005@wantirnacollege.vic.edu.au::23d269d0-e02c-425d-bfba-881a989e0172" providerId="AD" clId="Web-{A2F432F4-37D5-A3D0-114A-1D305E73D865}" dt="2026-08-18T02:32:23.687" v="418"/>
          <ac:spMkLst>
            <pc:docMk/>
            <pc:sldMk cId="297324421" sldId="273"/>
            <ac:spMk id="12" creationId="{7E014A0B-5338-4077-AFE9-A90D04D4492B}"/>
          </ac:spMkLst>
        </pc:spChg>
        <pc:spChg chg="add">
          <ac:chgData name="Taliah Kassaby" userId="S::kas0005@wantirnacollege.vic.edu.au::23d269d0-e02c-425d-bfba-881a989e0172" providerId="AD" clId="Web-{A2F432F4-37D5-A3D0-114A-1D305E73D865}" dt="2026-08-18T02:57:48.480" v="526"/>
          <ac:spMkLst>
            <pc:docMk/>
            <pc:sldMk cId="297324421" sldId="273"/>
            <ac:spMk id="16" creationId="{C3420C89-0B09-4632-A4AF-3971D08BF7A8}"/>
          </ac:spMkLst>
        </pc:spChg>
        <pc:spChg chg="add">
          <ac:chgData name="Taliah Kassaby" userId="S::kas0005@wantirnacollege.vic.edu.au::23d269d0-e02c-425d-bfba-881a989e0172" providerId="AD" clId="Web-{A2F432F4-37D5-A3D0-114A-1D305E73D865}" dt="2026-08-18T02:57:48.480" v="526"/>
          <ac:spMkLst>
            <pc:docMk/>
            <pc:sldMk cId="297324421" sldId="273"/>
            <ac:spMk id="18" creationId="{4E5CBA61-BF74-40B4-A3A8-366BBA626CCF}"/>
          </ac:spMkLst>
        </pc:spChg>
        <pc:spChg chg="add del">
          <ac:chgData name="Taliah Kassaby" userId="S::kas0005@wantirnacollege.vic.edu.au::23d269d0-e02c-425d-bfba-881a989e0172" providerId="AD" clId="Web-{A2F432F4-37D5-A3D0-114A-1D305E73D865}" dt="2026-08-18T02:56:01.430" v="515"/>
          <ac:spMkLst>
            <pc:docMk/>
            <pc:sldMk cId="297324421" sldId="273"/>
            <ac:spMk id="29" creationId="{D1942232-83D0-49E2-AF9B-1F97E3C1EF8E}"/>
          </ac:spMkLst>
        </pc:spChg>
        <pc:spChg chg="add del">
          <ac:chgData name="Taliah Kassaby" userId="S::kas0005@wantirnacollege.vic.edu.au::23d269d0-e02c-425d-bfba-881a989e0172" providerId="AD" clId="Web-{A2F432F4-37D5-A3D0-114A-1D305E73D865}" dt="2026-08-18T02:56:01.430" v="514"/>
          <ac:spMkLst>
            <pc:docMk/>
            <pc:sldMk cId="297324421" sldId="273"/>
            <ac:spMk id="31" creationId="{E9E70D72-6E23-4015-A4A6-85C120C19167}"/>
          </ac:spMkLst>
        </pc:spChg>
        <pc:grpChg chg="add del">
          <ac:chgData name="Taliah Kassaby" userId="S::kas0005@wantirnacollege.vic.edu.au::23d269d0-e02c-425d-bfba-881a989e0172" providerId="AD" clId="Web-{A2F432F4-37D5-A3D0-114A-1D305E73D865}" dt="2026-08-18T02:57:48.480" v="526"/>
          <ac:grpSpMkLst>
            <pc:docMk/>
            <pc:sldMk cId="297324421" sldId="273"/>
            <ac:grpSpMk id="7" creationId="{31C49F18-8757-4E87-5C2E-9D6D7B82BA3B}"/>
          </ac:grpSpMkLst>
        </pc:grpChg>
        <pc:grpChg chg="add">
          <ac:chgData name="Taliah Kassaby" userId="S::kas0005@wantirnacollege.vic.edu.au::23d269d0-e02c-425d-bfba-881a989e0172" providerId="AD" clId="Web-{A2F432F4-37D5-A3D0-114A-1D305E73D865}" dt="2026-08-18T02:57:48.480" v="526"/>
          <ac:grpSpMkLst>
            <pc:docMk/>
            <pc:sldMk cId="297324421" sldId="273"/>
            <ac:grpSpMk id="13" creationId="{AC27E70C-5470-4262-B9CE-AE52C51CF4C1}"/>
          </ac:grpSpMkLst>
        </pc:grpChg>
        <pc:grpChg chg="add del">
          <ac:chgData name="Taliah Kassaby" userId="S::kas0005@wantirnacollege.vic.edu.au::23d269d0-e02c-425d-bfba-881a989e0172" providerId="AD" clId="Web-{A2F432F4-37D5-A3D0-114A-1D305E73D865}" dt="2026-08-18T02:32:23.687" v="418"/>
          <ac:grpSpMkLst>
            <pc:docMk/>
            <pc:sldMk cId="297324421" sldId="273"/>
            <ac:grpSpMk id="14" creationId="{78127680-150F-4A90-9950-F66392578116}"/>
          </ac:grpSpMkLst>
        </pc:grpChg>
        <pc:grpChg chg="add del">
          <ac:chgData name="Taliah Kassaby" userId="S::kas0005@wantirnacollege.vic.edu.au::23d269d0-e02c-425d-bfba-881a989e0172" providerId="AD" clId="Web-{A2F432F4-37D5-A3D0-114A-1D305E73D865}" dt="2026-08-18T02:32:23.687" v="418"/>
          <ac:grpSpMkLst>
            <pc:docMk/>
            <pc:sldMk cId="297324421" sldId="273"/>
            <ac:grpSpMk id="20" creationId="{466920E5-8640-4C24-A775-8647637094A7}"/>
          </ac:grpSpMkLst>
        </pc:grpChg>
        <pc:grpChg chg="add">
          <ac:chgData name="Taliah Kassaby" userId="S::kas0005@wantirnacollege.vic.edu.au::23d269d0-e02c-425d-bfba-881a989e0172" providerId="AD" clId="Web-{A2F432F4-37D5-A3D0-114A-1D305E73D865}" dt="2026-08-18T02:57:48.480" v="526"/>
          <ac:grpSpMkLst>
            <pc:docMk/>
            <pc:sldMk cId="297324421" sldId="273"/>
            <ac:grpSpMk id="24" creationId="{E27AF472-EAE3-4572-AB69-B92BD10DBC6D}"/>
          </ac:grpSpMkLst>
        </pc:grpChg>
        <pc:grpChg chg="add del">
          <ac:chgData name="Taliah Kassaby" userId="S::kas0005@wantirnacollege.vic.edu.au::23d269d0-e02c-425d-bfba-881a989e0172" providerId="AD" clId="Web-{A2F432F4-37D5-A3D0-114A-1D305E73D865}" dt="2026-08-18T02:56:01.430" v="513"/>
          <ac:grpSpMkLst>
            <pc:docMk/>
            <pc:sldMk cId="297324421" sldId="273"/>
            <ac:grpSpMk id="33" creationId="{C28A977F-B603-4D81-B0FC-C8DE048A7931}"/>
          </ac:grpSpMkLst>
        </pc:grpChg>
        <pc:grpChg chg="del">
          <ac:chgData name="Taliah Kassaby" userId="S::kas0005@wantirnacollege.vic.edu.au::23d269d0-e02c-425d-bfba-881a989e0172" providerId="AD" clId="Web-{A2F432F4-37D5-A3D0-114A-1D305E73D865}" dt="2026-08-18T02:56:03.883" v="516"/>
          <ac:grpSpMkLst>
            <pc:docMk/>
            <pc:sldMk cId="297324421" sldId="273"/>
            <ac:grpSpMk id="39" creationId="{C78D9229-E61D-4FEE-8321-2F8B64A8CADF}"/>
          </ac:grpSpMkLst>
        </pc:grpChg>
        <pc:picChg chg="mod">
          <ac:chgData name="Taliah Kassaby" userId="S::kas0005@wantirnacollege.vic.edu.au::23d269d0-e02c-425d-bfba-881a989e0172" providerId="AD" clId="Web-{A2F432F4-37D5-A3D0-114A-1D305E73D865}" dt="2026-08-18T02:57:48.480" v="526"/>
          <ac:picMkLst>
            <pc:docMk/>
            <pc:sldMk cId="297324421" sldId="273"/>
            <ac:picMk id="5" creationId="{C9A0F5B2-B3B2-4448-F130-E01E44E49D91}"/>
          </ac:picMkLst>
        </pc:picChg>
      </pc:sldChg>
      <pc:sldChg chg="addSp delSp modSp mod setBg">
        <pc:chgData name="Taliah Kassaby" userId="S::kas0005@wantirnacollege.vic.edu.au::23d269d0-e02c-425d-bfba-881a989e0172" providerId="AD" clId="Web-{A2F432F4-37D5-A3D0-114A-1D305E73D865}" dt="2026-08-18T02:58:59.388" v="539" actId="1076"/>
        <pc:sldMkLst>
          <pc:docMk/>
          <pc:sldMk cId="1435999858" sldId="274"/>
        </pc:sldMkLst>
        <pc:spChg chg="mod ord">
          <ac:chgData name="Taliah Kassaby" userId="S::kas0005@wantirnacollege.vic.edu.au::23d269d0-e02c-425d-bfba-881a989e0172" providerId="AD" clId="Web-{A2F432F4-37D5-A3D0-114A-1D305E73D865}" dt="2026-08-18T02:58:54.607" v="537" actId="1076"/>
          <ac:spMkLst>
            <pc:docMk/>
            <pc:sldMk cId="1435999858" sldId="274"/>
            <ac:spMk id="2" creationId="{2B862ED3-17C4-55EC-D135-C4D91E30AC99}"/>
          </ac:spMkLst>
        </pc:spChg>
        <pc:spChg chg="add del">
          <ac:chgData name="Taliah Kassaby" userId="S::kas0005@wantirnacollege.vic.edu.au::23d269d0-e02c-425d-bfba-881a989e0172" providerId="AD" clId="Web-{A2F432F4-37D5-A3D0-114A-1D305E73D865}" dt="2026-08-18T02:34:03.879" v="444"/>
          <ac:spMkLst>
            <pc:docMk/>
            <pc:sldMk cId="1435999858" sldId="274"/>
            <ac:spMk id="8" creationId="{8EEB6BF3-ECE0-A62D-3231-5F8DF398C24A}"/>
          </ac:spMkLst>
        </pc:spChg>
        <pc:spChg chg="add del">
          <ac:chgData name="Taliah Kassaby" userId="S::kas0005@wantirnacollege.vic.edu.au::23d269d0-e02c-425d-bfba-881a989e0172" providerId="AD" clId="Web-{A2F432F4-37D5-A3D0-114A-1D305E73D865}" dt="2026-08-18T02:33:25.940" v="437"/>
          <ac:spMkLst>
            <pc:docMk/>
            <pc:sldMk cId="1435999858" sldId="274"/>
            <ac:spMk id="10" creationId="{C4879EFC-8E62-4E00-973C-C45EE9EC676D}"/>
          </ac:spMkLst>
        </pc:spChg>
        <pc:spChg chg="add del">
          <ac:chgData name="Taliah Kassaby" userId="S::kas0005@wantirnacollege.vic.edu.au::23d269d0-e02c-425d-bfba-881a989e0172" providerId="AD" clId="Web-{A2F432F4-37D5-A3D0-114A-1D305E73D865}" dt="2026-08-18T02:35:02.101" v="448"/>
          <ac:spMkLst>
            <pc:docMk/>
            <pc:sldMk cId="1435999858" sldId="274"/>
            <ac:spMk id="11" creationId="{D1942232-83D0-49E2-AF9B-1F97E3C1EF8E}"/>
          </ac:spMkLst>
        </pc:spChg>
        <pc:spChg chg="add del">
          <ac:chgData name="Taliah Kassaby" userId="S::kas0005@wantirnacollege.vic.edu.au::23d269d0-e02c-425d-bfba-881a989e0172" providerId="AD" clId="Web-{A2F432F4-37D5-A3D0-114A-1D305E73D865}" dt="2026-08-18T02:33:25.940" v="437"/>
          <ac:spMkLst>
            <pc:docMk/>
            <pc:sldMk cId="1435999858" sldId="274"/>
            <ac:spMk id="12" creationId="{D6A9C53F-5F90-40A5-8C85-5412D39C8C68}"/>
          </ac:spMkLst>
        </pc:spChg>
        <pc:spChg chg="add del">
          <ac:chgData name="Taliah Kassaby" userId="S::kas0005@wantirnacollege.vic.edu.au::23d269d0-e02c-425d-bfba-881a989e0172" providerId="AD" clId="Web-{A2F432F4-37D5-A3D0-114A-1D305E73D865}" dt="2026-08-18T02:35:02.101" v="448"/>
          <ac:spMkLst>
            <pc:docMk/>
            <pc:sldMk cId="1435999858" sldId="274"/>
            <ac:spMk id="13" creationId="{E9E70D72-6E23-4015-A4A6-85C120C19167}"/>
          </ac:spMkLst>
        </pc:spChg>
        <pc:spChg chg="add">
          <ac:chgData name="Taliah Kassaby" userId="S::kas0005@wantirnacollege.vic.edu.au::23d269d0-e02c-425d-bfba-881a989e0172" providerId="AD" clId="Web-{A2F432F4-37D5-A3D0-114A-1D305E73D865}" dt="2026-08-18T02:58:16.668" v="530"/>
          <ac:spMkLst>
            <pc:docMk/>
            <pc:sldMk cId="1435999858" sldId="274"/>
            <ac:spMk id="14" creationId="{C7D023E4-8DE1-436E-9847-ED6A4B4B04FD}"/>
          </ac:spMkLst>
        </pc:spChg>
        <pc:spChg chg="add">
          <ac:chgData name="Taliah Kassaby" userId="S::kas0005@wantirnacollege.vic.edu.au::23d269d0-e02c-425d-bfba-881a989e0172" providerId="AD" clId="Web-{A2F432F4-37D5-A3D0-114A-1D305E73D865}" dt="2026-08-18T02:58:16.668" v="530"/>
          <ac:spMkLst>
            <pc:docMk/>
            <pc:sldMk cId="1435999858" sldId="274"/>
            <ac:spMk id="16" creationId="{8B2B1708-8CE4-4A20-94F5-55118AE2CBD7}"/>
          </ac:spMkLst>
        </pc:spChg>
        <pc:spChg chg="mod">
          <ac:chgData name="Taliah Kassaby" userId="S::kas0005@wantirnacollege.vic.edu.au::23d269d0-e02c-425d-bfba-881a989e0172" providerId="AD" clId="Web-{A2F432F4-37D5-A3D0-114A-1D305E73D865}" dt="2026-08-18T02:58:49.325" v="536" actId="14100"/>
          <ac:spMkLst>
            <pc:docMk/>
            <pc:sldMk cId="1435999858" sldId="274"/>
            <ac:spMk id="19" creationId="{C2DD07C1-6CFB-48E5-AD0E-AC091042BBD8}"/>
          </ac:spMkLst>
        </pc:spChg>
        <pc:spChg chg="mod">
          <ac:chgData name="Taliah Kassaby" userId="S::kas0005@wantirnacollege.vic.edu.au::23d269d0-e02c-425d-bfba-881a989e0172" providerId="AD" clId="Web-{A2F432F4-37D5-A3D0-114A-1D305E73D865}" dt="2026-08-18T02:58:43.028" v="535" actId="14100"/>
          <ac:spMkLst>
            <pc:docMk/>
            <pc:sldMk cId="1435999858" sldId="274"/>
            <ac:spMk id="20" creationId="{F9A8FC0F-BD29-4D9A-ABF1-D75E3A26917F}"/>
          </ac:spMkLst>
        </pc:spChg>
        <pc:spChg chg="add del">
          <ac:chgData name="Taliah Kassaby" userId="S::kas0005@wantirnacollege.vic.edu.au::23d269d0-e02c-425d-bfba-881a989e0172" providerId="AD" clId="Web-{A2F432F4-37D5-A3D0-114A-1D305E73D865}" dt="2026-08-18T02:56:41.228" v="520"/>
          <ac:spMkLst>
            <pc:docMk/>
            <pc:sldMk cId="1435999858" sldId="274"/>
            <ac:spMk id="30" creationId="{23D09407-53BC-485E-B4CE-BC5E4FC4B25B}"/>
          </ac:spMkLst>
        </pc:spChg>
        <pc:spChg chg="add del">
          <ac:chgData name="Taliah Kassaby" userId="S::kas0005@wantirnacollege.vic.edu.au::23d269d0-e02c-425d-bfba-881a989e0172" providerId="AD" clId="Web-{A2F432F4-37D5-A3D0-114A-1D305E73D865}" dt="2026-08-18T02:56:41.228" v="519"/>
          <ac:spMkLst>
            <pc:docMk/>
            <pc:sldMk cId="1435999858" sldId="274"/>
            <ac:spMk id="32" creationId="{921DB988-49FC-4608-B0A2-E2F3A4019041}"/>
          </ac:spMkLst>
        </pc:spChg>
        <pc:spChg chg="ord">
          <ac:chgData name="Taliah Kassaby" userId="S::kas0005@wantirnacollege.vic.edu.au::23d269d0-e02c-425d-bfba-881a989e0172" providerId="AD" clId="Web-{A2F432F4-37D5-A3D0-114A-1D305E73D865}" dt="2026-08-18T02:36:20.370" v="476"/>
          <ac:spMkLst>
            <pc:docMk/>
            <pc:sldMk cId="1435999858" sldId="274"/>
            <ac:spMk id="35" creationId="{C35B12C1-569C-4E37-AA33-7EF215F201B8}"/>
          </ac:spMkLst>
        </pc:spChg>
        <pc:spChg chg="ord">
          <ac:chgData name="Taliah Kassaby" userId="S::kas0005@wantirnacollege.vic.edu.au::23d269d0-e02c-425d-bfba-881a989e0172" providerId="AD" clId="Web-{A2F432F4-37D5-A3D0-114A-1D305E73D865}" dt="2026-08-18T02:36:17.542" v="473"/>
          <ac:spMkLst>
            <pc:docMk/>
            <pc:sldMk cId="1435999858" sldId="274"/>
            <ac:spMk id="38" creationId="{E228F5BA-5150-4554-B7EA-93F371F3B17C}"/>
          </ac:spMkLst>
        </pc:spChg>
        <pc:spChg chg="ord">
          <ac:chgData name="Taliah Kassaby" userId="S::kas0005@wantirnacollege.vic.edu.au::23d269d0-e02c-425d-bfba-881a989e0172" providerId="AD" clId="Web-{A2F432F4-37D5-A3D0-114A-1D305E73D865}" dt="2026-08-18T02:36:07.604" v="471"/>
          <ac:spMkLst>
            <pc:docMk/>
            <pc:sldMk cId="1435999858" sldId="274"/>
            <ac:spMk id="41" creationId="{CCE13265-B5D2-47B4-A199-E05F390D5B9C}"/>
          </ac:spMkLst>
        </pc:spChg>
        <pc:spChg chg="ord">
          <ac:chgData name="Taliah Kassaby" userId="S::kas0005@wantirnacollege.vic.edu.au::23d269d0-e02c-425d-bfba-881a989e0172" providerId="AD" clId="Web-{A2F432F4-37D5-A3D0-114A-1D305E73D865}" dt="2026-08-18T02:36:58.404" v="503"/>
          <ac:spMkLst>
            <pc:docMk/>
            <pc:sldMk cId="1435999858" sldId="274"/>
            <ac:spMk id="42" creationId="{693EBD03-D832-462C-9304-7273698ED4FE}"/>
          </ac:spMkLst>
        </pc:spChg>
        <pc:spChg chg="ord">
          <ac:chgData name="Taliah Kassaby" userId="S::kas0005@wantirnacollege.vic.edu.au::23d269d0-e02c-425d-bfba-881a989e0172" providerId="AD" clId="Web-{A2F432F4-37D5-A3D0-114A-1D305E73D865}" dt="2026-08-18T02:36:56.872" v="501"/>
          <ac:spMkLst>
            <pc:docMk/>
            <pc:sldMk cId="1435999858" sldId="274"/>
            <ac:spMk id="43" creationId="{0D53D3E2-805E-40D2-964F-352BF6D476B6}"/>
          </ac:spMkLst>
        </pc:spChg>
        <pc:grpChg chg="add del">
          <ac:chgData name="Taliah Kassaby" userId="S::kas0005@wantirnacollege.vic.edu.au::23d269d0-e02c-425d-bfba-881a989e0172" providerId="AD" clId="Web-{A2F432F4-37D5-A3D0-114A-1D305E73D865}" dt="2026-08-18T02:58:16.668" v="530"/>
          <ac:grpSpMkLst>
            <pc:docMk/>
            <pc:sldMk cId="1435999858" sldId="274"/>
            <ac:grpSpMk id="9" creationId="{0E76F6F3-F5F0-B26D-1B63-73AD0299B731}"/>
          </ac:grpSpMkLst>
        </pc:grpChg>
        <pc:grpChg chg="add del">
          <ac:chgData name="Taliah Kassaby" userId="S::kas0005@wantirnacollege.vic.edu.au::23d269d0-e02c-425d-bfba-881a989e0172" providerId="AD" clId="Web-{A2F432F4-37D5-A3D0-114A-1D305E73D865}" dt="2026-08-18T02:35:02.101" v="448"/>
          <ac:grpSpMkLst>
            <pc:docMk/>
            <pc:sldMk cId="1435999858" sldId="274"/>
            <ac:grpSpMk id="15" creationId="{C28A977F-B603-4D81-B0FC-C8DE048A7931}"/>
          </ac:grpSpMkLst>
        </pc:grpChg>
        <pc:grpChg chg="add">
          <ac:chgData name="Taliah Kassaby" userId="S::kas0005@wantirnacollege.vic.edu.au::23d269d0-e02c-425d-bfba-881a989e0172" providerId="AD" clId="Web-{A2F432F4-37D5-A3D0-114A-1D305E73D865}" dt="2026-08-18T02:58:16.668" v="530"/>
          <ac:grpSpMkLst>
            <pc:docMk/>
            <pc:sldMk cId="1435999858" sldId="274"/>
            <ac:grpSpMk id="18" creationId="{1F9866A9-B167-4D75-8F7F-360025AD6B43}"/>
          </ac:grpSpMkLst>
        </pc:grpChg>
        <pc:grpChg chg="add del">
          <ac:chgData name="Taliah Kassaby" userId="S::kas0005@wantirnacollege.vic.edu.au::23d269d0-e02c-425d-bfba-881a989e0172" providerId="AD" clId="Web-{A2F432F4-37D5-A3D0-114A-1D305E73D865}" dt="2026-08-18T02:35:02.101" v="448"/>
          <ac:grpSpMkLst>
            <pc:docMk/>
            <pc:sldMk cId="1435999858" sldId="274"/>
            <ac:grpSpMk id="21" creationId="{C78D9229-E61D-4FEE-8321-2F8B64A8CADF}"/>
          </ac:grpSpMkLst>
        </pc:grpChg>
        <pc:grpChg chg="add">
          <ac:chgData name="Taliah Kassaby" userId="S::kas0005@wantirnacollege.vic.edu.au::23d269d0-e02c-425d-bfba-881a989e0172" providerId="AD" clId="Web-{A2F432F4-37D5-A3D0-114A-1D305E73D865}" dt="2026-08-18T02:58:16.668" v="530"/>
          <ac:grpSpMkLst>
            <pc:docMk/>
            <pc:sldMk cId="1435999858" sldId="274"/>
            <ac:grpSpMk id="22" creationId="{E27AF472-EAE3-4572-AB69-B92BD10DBC6D}"/>
          </ac:grpSpMkLst>
        </pc:grpChg>
        <pc:grpChg chg="add del ord">
          <ac:chgData name="Taliah Kassaby" userId="S::kas0005@wantirnacollege.vic.edu.au::23d269d0-e02c-425d-bfba-881a989e0172" providerId="AD" clId="Web-{A2F432F4-37D5-A3D0-114A-1D305E73D865}" dt="2026-08-18T02:56:41.228" v="518"/>
          <ac:grpSpMkLst>
            <pc:docMk/>
            <pc:sldMk cId="1435999858" sldId="274"/>
            <ac:grpSpMk id="34" creationId="{E9B930FD-8671-4C4C-ADCF-73AC1D0CD417}"/>
          </ac:grpSpMkLst>
        </pc:grpChg>
        <pc:grpChg chg="add del ord">
          <ac:chgData name="Taliah Kassaby" userId="S::kas0005@wantirnacollege.vic.edu.au::23d269d0-e02c-425d-bfba-881a989e0172" providerId="AD" clId="Web-{A2F432F4-37D5-A3D0-114A-1D305E73D865}" dt="2026-08-18T02:56:43.603" v="521"/>
          <ac:grpSpMkLst>
            <pc:docMk/>
            <pc:sldMk cId="1435999858" sldId="274"/>
            <ac:grpSpMk id="40" creationId="{383C2651-AE0C-4AE4-8725-E2F9414FE219}"/>
          </ac:grpSpMkLst>
        </pc:grpChg>
        <pc:picChg chg="mod ord">
          <ac:chgData name="Taliah Kassaby" userId="S::kas0005@wantirnacollege.vic.edu.au::23d269d0-e02c-425d-bfba-881a989e0172" providerId="AD" clId="Web-{A2F432F4-37D5-A3D0-114A-1D305E73D865}" dt="2026-08-18T02:58:59.388" v="539" actId="1076"/>
          <ac:picMkLst>
            <pc:docMk/>
            <pc:sldMk cId="1435999858" sldId="274"/>
            <ac:picMk id="4" creationId="{514C81AC-0D0A-6F04-301A-86FB85CD49D7}"/>
          </ac:picMkLst>
        </pc:picChg>
        <pc:picChg chg="del mod">
          <ac:chgData name="Taliah Kassaby" userId="S::kas0005@wantirnacollege.vic.edu.au::23d269d0-e02c-425d-bfba-881a989e0172" providerId="AD" clId="Web-{A2F432F4-37D5-A3D0-114A-1D305E73D865}" dt="2026-08-18T02:33:51.863" v="442"/>
          <ac:picMkLst>
            <pc:docMk/>
            <pc:sldMk cId="1435999858" sldId="274"/>
            <ac:picMk id="5" creationId="{7B5851EC-2D08-85C9-591F-0917DF6E5A66}"/>
          </ac:picMkLst>
        </pc:picChg>
      </pc:sldChg>
      <pc:sldChg chg="addSp delSp modSp add del replId">
        <pc:chgData name="Taliah Kassaby" userId="S::kas0005@wantirnacollege.vic.edu.au::23d269d0-e02c-425d-bfba-881a989e0172" providerId="AD" clId="Web-{A2F432F4-37D5-A3D0-114A-1D305E73D865}" dt="2026-08-18T02:11:18.548" v="221"/>
        <pc:sldMkLst>
          <pc:docMk/>
          <pc:sldMk cId="2935123098" sldId="275"/>
        </pc:sldMkLst>
        <pc:spChg chg="del mod">
          <ac:chgData name="Taliah Kassaby" userId="S::kas0005@wantirnacollege.vic.edu.au::23d269d0-e02c-425d-bfba-881a989e0172" providerId="AD" clId="Web-{A2F432F4-37D5-A3D0-114A-1D305E73D865}" dt="2026-08-17T02:51:26.988" v="11"/>
          <ac:spMkLst>
            <pc:docMk/>
            <pc:sldMk cId="2935123098" sldId="275"/>
            <ac:spMk id="2" creationId="{31349685-9E52-DBC6-277A-D70C0E4555A9}"/>
          </ac:spMkLst>
        </pc:spChg>
        <pc:spChg chg="add mod">
          <ac:chgData name="Taliah Kassaby" userId="S::kas0005@wantirnacollege.vic.edu.au::23d269d0-e02c-425d-bfba-881a989e0172" providerId="AD" clId="Web-{A2F432F4-37D5-A3D0-114A-1D305E73D865}" dt="2026-08-18T02:07:51.465" v="111" actId="20577"/>
          <ac:spMkLst>
            <pc:docMk/>
            <pc:sldMk cId="2935123098" sldId="275"/>
            <ac:spMk id="4" creationId="{10E7DC43-CF89-736D-7538-74FB9053BDD0}"/>
          </ac:spMkLst>
        </pc:spChg>
        <pc:spChg chg="del">
          <ac:chgData name="Taliah Kassaby" userId="S::kas0005@wantirnacollege.vic.edu.au::23d269d0-e02c-425d-bfba-881a989e0172" providerId="AD" clId="Web-{A2F432F4-37D5-A3D0-114A-1D305E73D865}" dt="2026-08-17T02:51:29.301" v="12"/>
          <ac:spMkLst>
            <pc:docMk/>
            <pc:sldMk cId="2935123098" sldId="275"/>
            <ac:spMk id="5" creationId="{5C77B5A1-B2D0-BE70-7FAA-12F008CFA21D}"/>
          </ac:spMkLst>
        </pc:spChg>
        <pc:spChg chg="mod">
          <ac:chgData name="Taliah Kassaby" userId="S::kas0005@wantirnacollege.vic.edu.au::23d269d0-e02c-425d-bfba-881a989e0172" providerId="AD" clId="Web-{A2F432F4-37D5-A3D0-114A-1D305E73D865}" dt="2026-08-17T02:56:04.756" v="91" actId="1076"/>
          <ac:spMkLst>
            <pc:docMk/>
            <pc:sldMk cId="2935123098" sldId="275"/>
            <ac:spMk id="11" creationId="{BF53E8F2-5BE5-6842-9EE4-BC3C6A622FAF}"/>
          </ac:spMkLst>
        </pc:spChg>
        <pc:spChg chg="mod">
          <ac:chgData name="Taliah Kassaby" userId="S::kas0005@wantirnacollege.vic.edu.au::23d269d0-e02c-425d-bfba-881a989e0172" providerId="AD" clId="Web-{A2F432F4-37D5-A3D0-114A-1D305E73D865}" dt="2026-08-17T02:55:25.754" v="89" actId="14100"/>
          <ac:spMkLst>
            <pc:docMk/>
            <pc:sldMk cId="2935123098" sldId="275"/>
            <ac:spMk id="12" creationId="{9EB38AE8-A5A3-6D7C-DA0C-D6BD06DF3E3B}"/>
          </ac:spMkLst>
        </pc:spChg>
        <pc:spChg chg="mod">
          <ac:chgData name="Taliah Kassaby" userId="S::kas0005@wantirnacollege.vic.edu.au::23d269d0-e02c-425d-bfba-881a989e0172" providerId="AD" clId="Web-{A2F432F4-37D5-A3D0-114A-1D305E73D865}" dt="2026-08-17T02:52:22.929" v="27"/>
          <ac:spMkLst>
            <pc:docMk/>
            <pc:sldMk cId="2935123098" sldId="275"/>
            <ac:spMk id="15" creationId="{54C90D03-F590-FCDD-1386-5793ECA35C6F}"/>
          </ac:spMkLst>
        </pc:spChg>
        <pc:spChg chg="mod">
          <ac:chgData name="Taliah Kassaby" userId="S::kas0005@wantirnacollege.vic.edu.au::23d269d0-e02c-425d-bfba-881a989e0172" providerId="AD" clId="Web-{A2F432F4-37D5-A3D0-114A-1D305E73D865}" dt="2026-08-17T02:52:22.929" v="28"/>
          <ac:spMkLst>
            <pc:docMk/>
            <pc:sldMk cId="2935123098" sldId="275"/>
            <ac:spMk id="16" creationId="{B4B71983-1BBE-7475-A22E-81919A391AC4}"/>
          </ac:spMkLst>
        </pc:spChg>
        <pc:spChg chg="mod">
          <ac:chgData name="Taliah Kassaby" userId="S::kas0005@wantirnacollege.vic.edu.au::23d269d0-e02c-425d-bfba-881a989e0172" providerId="AD" clId="Web-{A2F432F4-37D5-A3D0-114A-1D305E73D865}" dt="2026-08-17T02:52:22.929" v="29"/>
          <ac:spMkLst>
            <pc:docMk/>
            <pc:sldMk cId="2935123098" sldId="275"/>
            <ac:spMk id="17" creationId="{EA9566EF-97F3-432D-D1DE-B732F64BB258}"/>
          </ac:spMkLst>
        </pc:spChg>
        <pc:spChg chg="mod">
          <ac:chgData name="Taliah Kassaby" userId="S::kas0005@wantirnacollege.vic.edu.au::23d269d0-e02c-425d-bfba-881a989e0172" providerId="AD" clId="Web-{A2F432F4-37D5-A3D0-114A-1D305E73D865}" dt="2026-08-17T02:52:22.929" v="30"/>
          <ac:spMkLst>
            <pc:docMk/>
            <pc:sldMk cId="2935123098" sldId="275"/>
            <ac:spMk id="18" creationId="{FC869977-D151-6B23-F0AA-2243F2D152BD}"/>
          </ac:spMkLst>
        </pc:spChg>
        <pc:spChg chg="mod">
          <ac:chgData name="Taliah Kassaby" userId="S::kas0005@wantirnacollege.vic.edu.au::23d269d0-e02c-425d-bfba-881a989e0172" providerId="AD" clId="Web-{A2F432F4-37D5-A3D0-114A-1D305E73D865}" dt="2026-08-17T02:52:22.929" v="31"/>
          <ac:spMkLst>
            <pc:docMk/>
            <pc:sldMk cId="2935123098" sldId="275"/>
            <ac:spMk id="19" creationId="{7B5A70FF-4123-CA74-B167-1FA37AE0689D}"/>
          </ac:spMkLst>
        </pc:spChg>
        <pc:spChg chg="mod">
          <ac:chgData name="Taliah Kassaby" userId="S::kas0005@wantirnacollege.vic.edu.au::23d269d0-e02c-425d-bfba-881a989e0172" providerId="AD" clId="Web-{A2F432F4-37D5-A3D0-114A-1D305E73D865}" dt="2026-08-17T02:52:22.929" v="32"/>
          <ac:spMkLst>
            <pc:docMk/>
            <pc:sldMk cId="2935123098" sldId="275"/>
            <ac:spMk id="20" creationId="{2BA06B4F-618C-4CC5-2AD5-D9D1FF92C51A}"/>
          </ac:spMkLst>
        </pc:spChg>
        <pc:spChg chg="mod">
          <ac:chgData name="Taliah Kassaby" userId="S::kas0005@wantirnacollege.vic.edu.au::23d269d0-e02c-425d-bfba-881a989e0172" providerId="AD" clId="Web-{A2F432F4-37D5-A3D0-114A-1D305E73D865}" dt="2026-08-17T02:52:23.085" v="33"/>
          <ac:spMkLst>
            <pc:docMk/>
            <pc:sldMk cId="2935123098" sldId="275"/>
            <ac:spMk id="21" creationId="{C0CF2AD7-7CD8-E625-D3A8-E61F627FF103}"/>
          </ac:spMkLst>
        </pc:spChg>
        <pc:spChg chg="add del mod">
          <ac:chgData name="Taliah Kassaby" userId="S::kas0005@wantirnacollege.vic.edu.au::23d269d0-e02c-425d-bfba-881a989e0172" providerId="AD" clId="Web-{A2F432F4-37D5-A3D0-114A-1D305E73D865}" dt="2026-08-17T02:51:31.129" v="13"/>
          <ac:spMkLst>
            <pc:docMk/>
            <pc:sldMk cId="2935123098" sldId="275"/>
            <ac:spMk id="23" creationId="{775459DA-8672-8EB6-FCA9-AA99DC89058D}"/>
          </ac:spMkLst>
        </pc:spChg>
        <pc:grpChg chg="del">
          <ac:chgData name="Taliah Kassaby" userId="S::kas0005@wantirnacollege.vic.edu.au::23d269d0-e02c-425d-bfba-881a989e0172" providerId="AD" clId="Web-{A2F432F4-37D5-A3D0-114A-1D305E73D865}" dt="2026-08-18T02:08:01.090" v="136"/>
          <ac:grpSpMkLst>
            <pc:docMk/>
            <pc:sldMk cId="2935123098" sldId="275"/>
            <ac:grpSpMk id="10" creationId="{E12E88B8-FB58-D3E5-D8EC-90D02F9AFA5D}"/>
          </ac:grpSpMkLst>
        </pc:grpChg>
        <pc:graphicFrameChg chg="add mod modGraphic">
          <ac:chgData name="Taliah Kassaby" userId="S::kas0005@wantirnacollege.vic.edu.au::23d269d0-e02c-425d-bfba-881a989e0172" providerId="AD" clId="Web-{A2F432F4-37D5-A3D0-114A-1D305E73D865}" dt="2026-08-18T02:07:55.918" v="122"/>
          <ac:graphicFrameMkLst>
            <pc:docMk/>
            <pc:sldMk cId="2935123098" sldId="275"/>
            <ac:graphicFrameMk id="7" creationId="{7B42D660-6255-8868-A836-22C03726BA8E}"/>
          </ac:graphicFrameMkLst>
        </pc:graphicFrameChg>
        <pc:graphicFrameChg chg="add mod modGraphic">
          <ac:chgData name="Taliah Kassaby" userId="S::kas0005@wantirnacollege.vic.edu.au::23d269d0-e02c-425d-bfba-881a989e0172" providerId="AD" clId="Web-{A2F432F4-37D5-A3D0-114A-1D305E73D865}" dt="2026-08-18T02:07:59.762" v="135"/>
          <ac:graphicFrameMkLst>
            <pc:docMk/>
            <pc:sldMk cId="2935123098" sldId="275"/>
            <ac:graphicFrameMk id="13" creationId="{00DE9EEC-9C46-F995-7E71-1D86F0DA45CA}"/>
          </ac:graphicFrameMkLst>
        </pc:graphicFrameChg>
      </pc:sldChg>
      <pc:sldChg chg="add replId">
        <pc:chgData name="Taliah Kassaby" userId="S::kas0005@wantirnacollege.vic.edu.au::23d269d0-e02c-425d-bfba-881a989e0172" providerId="AD" clId="Web-{A2F432F4-37D5-A3D0-114A-1D305E73D865}" dt="2026-08-18T02:08:09.044" v="137"/>
        <pc:sldMkLst>
          <pc:docMk/>
          <pc:sldMk cId="2786088530" sldId="276"/>
        </pc:sldMkLst>
      </pc:sldChg>
    </pc:docChg>
  </pc:docChgLst>
  <pc:docChgLst>
    <pc:chgData name="Zef Ewart" userId="S::ewa0005@wantirnacollege.vic.edu.au::d55df615-e487-427e-b122-1eec8308b830" providerId="AD" clId="Web-{DD54F4F6-CB6F-99C7-4943-F812185C5B62}"/>
    <pc:docChg chg="addSld modSld">
      <pc:chgData name="Zef Ewart" userId="S::ewa0005@wantirnacollege.vic.edu.au::d55df615-e487-427e-b122-1eec8308b830" providerId="AD" clId="Web-{DD54F4F6-CB6F-99C7-4943-F812185C5B62}" dt="2026-08-11T02:53:39.626" v="35"/>
      <pc:docMkLst>
        <pc:docMk/>
      </pc:docMkLst>
      <pc:sldChg chg="addSp delSp modSp new">
        <pc:chgData name="Zef Ewart" userId="S::ewa0005@wantirnacollege.vic.edu.au::d55df615-e487-427e-b122-1eec8308b830" providerId="AD" clId="Web-{DD54F4F6-CB6F-99C7-4943-F812185C5B62}" dt="2026-08-11T02:53:39.626" v="35"/>
        <pc:sldMkLst>
          <pc:docMk/>
          <pc:sldMk cId="4147191571" sldId="269"/>
        </pc:sldMkLst>
        <pc:spChg chg="mod">
          <ac:chgData name="Zef Ewart" userId="S::ewa0005@wantirnacollege.vic.edu.au::d55df615-e487-427e-b122-1eec8308b830" providerId="AD" clId="Web-{DD54F4F6-CB6F-99C7-4943-F812185C5B62}" dt="2026-08-11T02:52:31.719" v="10" actId="20577"/>
          <ac:spMkLst>
            <pc:docMk/>
            <pc:sldMk cId="4147191571" sldId="269"/>
            <ac:spMk id="2" creationId="{C51CC66A-35D8-5EA1-54BF-2D890D21BE12}"/>
          </ac:spMkLst>
        </pc:spChg>
        <pc:picChg chg="add mod ord">
          <ac:chgData name="Zef Ewart" userId="S::ewa0005@wantirnacollege.vic.edu.au::d55df615-e487-427e-b122-1eec8308b830" providerId="AD" clId="Web-{DD54F4F6-CB6F-99C7-4943-F812185C5B62}" dt="2026-08-11T02:52:36.625" v="11"/>
          <ac:picMkLst>
            <pc:docMk/>
            <pc:sldMk cId="4147191571" sldId="269"/>
            <ac:picMk id="4" creationId="{E5528123-F0F3-A2FE-2974-EC49315BA70C}"/>
          </ac:picMkLst>
        </pc:picChg>
        <pc:inkChg chg="add">
          <ac:chgData name="Zef Ewart" userId="S::ewa0005@wantirnacollege.vic.edu.au::d55df615-e487-427e-b122-1eec8308b830" providerId="AD" clId="Web-{DD54F4F6-CB6F-99C7-4943-F812185C5B62}" dt="2026-08-11T02:53:00.547" v="16"/>
          <ac:inkMkLst>
            <pc:docMk/>
            <pc:sldMk cId="4147191571" sldId="269"/>
            <ac:inkMk id="7" creationId="{DD83214B-4B73-BB69-47D9-EBB9CEEC6318}"/>
          </ac:inkMkLst>
        </pc:inkChg>
        <pc:inkChg chg="add">
          <ac:chgData name="Zef Ewart" userId="S::ewa0005@wantirnacollege.vic.edu.au::d55df615-e487-427e-b122-1eec8308b830" providerId="AD" clId="Web-{DD54F4F6-CB6F-99C7-4943-F812185C5B62}" dt="2026-08-11T02:53:02.188" v="17"/>
          <ac:inkMkLst>
            <pc:docMk/>
            <pc:sldMk cId="4147191571" sldId="269"/>
            <ac:inkMk id="8" creationId="{17C31F12-4642-0EAE-AFA8-60450374609B}"/>
          </ac:inkMkLst>
        </pc:inkChg>
        <pc:inkChg chg="add">
          <ac:chgData name="Zef Ewart" userId="S::ewa0005@wantirnacollege.vic.edu.au::d55df615-e487-427e-b122-1eec8308b830" providerId="AD" clId="Web-{DD54F4F6-CB6F-99C7-4943-F812185C5B62}" dt="2026-08-11T02:53:02.938" v="18"/>
          <ac:inkMkLst>
            <pc:docMk/>
            <pc:sldMk cId="4147191571" sldId="269"/>
            <ac:inkMk id="9" creationId="{41E0F5C2-C844-DBF6-E2A5-65D22B8F2EED}"/>
          </ac:inkMkLst>
        </pc:inkChg>
        <pc:inkChg chg="add">
          <ac:chgData name="Zef Ewart" userId="S::ewa0005@wantirnacollege.vic.edu.au::d55df615-e487-427e-b122-1eec8308b830" providerId="AD" clId="Web-{DD54F4F6-CB6F-99C7-4943-F812185C5B62}" dt="2026-08-11T02:53:03.641" v="19"/>
          <ac:inkMkLst>
            <pc:docMk/>
            <pc:sldMk cId="4147191571" sldId="269"/>
            <ac:inkMk id="10" creationId="{A93EDBE8-AFA5-BF0E-BD4B-41CF51756760}"/>
          </ac:inkMkLst>
        </pc:inkChg>
        <pc:inkChg chg="add">
          <ac:chgData name="Zef Ewart" userId="S::ewa0005@wantirnacollege.vic.edu.au::d55df615-e487-427e-b122-1eec8308b830" providerId="AD" clId="Web-{DD54F4F6-CB6F-99C7-4943-F812185C5B62}" dt="2026-08-11T02:53:04.313" v="20"/>
          <ac:inkMkLst>
            <pc:docMk/>
            <pc:sldMk cId="4147191571" sldId="269"/>
            <ac:inkMk id="11" creationId="{67815F45-3C81-CDF9-F5C2-9F119495D6C8}"/>
          </ac:inkMkLst>
        </pc:inkChg>
        <pc:inkChg chg="add">
          <ac:chgData name="Zef Ewart" userId="S::ewa0005@wantirnacollege.vic.edu.au::d55df615-e487-427e-b122-1eec8308b830" providerId="AD" clId="Web-{DD54F4F6-CB6F-99C7-4943-F812185C5B62}" dt="2026-08-11T02:53:11.954" v="25"/>
          <ac:inkMkLst>
            <pc:docMk/>
            <pc:sldMk cId="4147191571" sldId="269"/>
            <ac:inkMk id="14" creationId="{6372F040-46A4-8E92-5915-180878C6314D}"/>
          </ac:inkMkLst>
        </pc:inkChg>
        <pc:inkChg chg="add">
          <ac:chgData name="Zef Ewart" userId="S::ewa0005@wantirnacollege.vic.edu.au::d55df615-e487-427e-b122-1eec8308b830" providerId="AD" clId="Web-{DD54F4F6-CB6F-99C7-4943-F812185C5B62}" dt="2026-08-11T02:53:18.735" v="28"/>
          <ac:inkMkLst>
            <pc:docMk/>
            <pc:sldMk cId="4147191571" sldId="269"/>
            <ac:inkMk id="16" creationId="{F3AEAA8B-E5C7-AA52-85A6-1DC79E95D83B}"/>
          </ac:inkMkLst>
        </pc:inkChg>
        <pc:inkChg chg="add">
          <ac:chgData name="Zef Ewart" userId="S::ewa0005@wantirnacollege.vic.edu.au::d55df615-e487-427e-b122-1eec8308b830" providerId="AD" clId="Web-{DD54F4F6-CB6F-99C7-4943-F812185C5B62}" dt="2026-08-11T02:53:20.814" v="29"/>
          <ac:inkMkLst>
            <pc:docMk/>
            <pc:sldMk cId="4147191571" sldId="269"/>
            <ac:inkMk id="17" creationId="{2C8F9C6B-8C15-5B4B-B82E-54982F902D27}"/>
          </ac:inkMkLst>
        </pc:inkChg>
        <pc:inkChg chg="add">
          <ac:chgData name="Zef Ewart" userId="S::ewa0005@wantirnacollege.vic.edu.au::d55df615-e487-427e-b122-1eec8308b830" providerId="AD" clId="Web-{DD54F4F6-CB6F-99C7-4943-F812185C5B62}" dt="2026-08-11T02:53:22.048" v="30"/>
          <ac:inkMkLst>
            <pc:docMk/>
            <pc:sldMk cId="4147191571" sldId="269"/>
            <ac:inkMk id="18" creationId="{90D55D5B-14F6-CAB4-5603-C0F69D161840}"/>
          </ac:inkMkLst>
        </pc:inkChg>
        <pc:inkChg chg="add">
          <ac:chgData name="Zef Ewart" userId="S::ewa0005@wantirnacollege.vic.edu.au::d55df615-e487-427e-b122-1eec8308b830" providerId="AD" clId="Web-{DD54F4F6-CB6F-99C7-4943-F812185C5B62}" dt="2026-08-11T02:53:28.423" v="33"/>
          <ac:inkMkLst>
            <pc:docMk/>
            <pc:sldMk cId="4147191571" sldId="269"/>
            <ac:inkMk id="20" creationId="{552FA346-3960-7D25-3979-3AA84BDD9F1E}"/>
          </ac:inkMkLst>
        </pc:inkChg>
        <pc:inkChg chg="add">
          <ac:chgData name="Zef Ewart" userId="S::ewa0005@wantirnacollege.vic.edu.au::d55df615-e487-427e-b122-1eec8308b830" providerId="AD" clId="Web-{DD54F4F6-CB6F-99C7-4943-F812185C5B62}" dt="2026-08-11T02:53:38.048" v="34"/>
          <ac:inkMkLst>
            <pc:docMk/>
            <pc:sldMk cId="4147191571" sldId="269"/>
            <ac:inkMk id="21" creationId="{B2C0A138-752B-7DC8-1547-03BFD5733C2D}"/>
          </ac:inkMkLst>
        </pc:inkChg>
        <pc:inkChg chg="add">
          <ac:chgData name="Zef Ewart" userId="S::ewa0005@wantirnacollege.vic.edu.au::d55df615-e487-427e-b122-1eec8308b830" providerId="AD" clId="Web-{DD54F4F6-CB6F-99C7-4943-F812185C5B62}" dt="2026-08-11T02:53:39.626" v="35"/>
          <ac:inkMkLst>
            <pc:docMk/>
            <pc:sldMk cId="4147191571" sldId="269"/>
            <ac:inkMk id="22" creationId="{E611C550-EA3F-9BAD-F9E5-873007153A83}"/>
          </ac:inkMkLst>
        </pc:inkChg>
      </pc:sldChg>
    </pc:docChg>
  </pc:docChgLst>
  <pc:docChgLst>
    <pc:chgData name="Taliah Kassaby" userId="S::kas0005@wantirnacollege.vic.edu.au::23d269d0-e02c-425d-bfba-881a989e0172" providerId="AD" clId="Web-{30CFABA8-5ECE-559D-0F31-2D72F6340305}"/>
    <pc:docChg chg="modSld">
      <pc:chgData name="Taliah Kassaby" userId="S::kas0005@wantirnacollege.vic.edu.au::23d269d0-e02c-425d-bfba-881a989e0172" providerId="AD" clId="Web-{30CFABA8-5ECE-559D-0F31-2D72F6340305}" dt="2026-08-17T02:18:03.385" v="6" actId="1076"/>
      <pc:docMkLst>
        <pc:docMk/>
      </pc:docMkLst>
      <pc:sldChg chg="addSp modSp">
        <pc:chgData name="Taliah Kassaby" userId="S::kas0005@wantirnacollege.vic.edu.au::23d269d0-e02c-425d-bfba-881a989e0172" providerId="AD" clId="Web-{30CFABA8-5ECE-559D-0F31-2D72F6340305}" dt="2026-08-17T02:18:03.385" v="6" actId="1076"/>
        <pc:sldMkLst>
          <pc:docMk/>
          <pc:sldMk cId="1435999858" sldId="274"/>
        </pc:sldMkLst>
        <pc:spChg chg="mod">
          <ac:chgData name="Taliah Kassaby" userId="S::kas0005@wantirnacollege.vic.edu.au::23d269d0-e02c-425d-bfba-881a989e0172" providerId="AD" clId="Web-{30CFABA8-5ECE-559D-0F31-2D72F6340305}" dt="2026-08-17T01:57:47.162" v="2" actId="20577"/>
          <ac:spMkLst>
            <pc:docMk/>
            <pc:sldMk cId="1435999858" sldId="274"/>
            <ac:spMk id="3" creationId="{244293F4-9F33-D7FA-62B5-EECB0302D86E}"/>
          </ac:spMkLst>
        </pc:spChg>
        <pc:picChg chg="add mod">
          <ac:chgData name="Taliah Kassaby" userId="S::kas0005@wantirnacollege.vic.edu.au::23d269d0-e02c-425d-bfba-881a989e0172" providerId="AD" clId="Web-{30CFABA8-5ECE-559D-0F31-2D72F6340305}" dt="2026-08-17T02:18:03.385" v="6" actId="1076"/>
          <ac:picMkLst>
            <pc:docMk/>
            <pc:sldMk cId="1435999858" sldId="274"/>
            <ac:picMk id="5" creationId="{7B5851EC-2D08-85C9-591F-0917DF6E5A66}"/>
          </ac:picMkLst>
        </pc:picChg>
      </pc:sldChg>
    </pc:docChg>
  </pc:docChgLst>
  <pc:docChgLst>
    <pc:chgData name="Oscar Glaister" userId="e6f16566-ea0c-4df4-8ebb-5765e438d351" providerId="ADAL" clId="{252C8254-46BD-4598-B285-E6EC582ADBF0}"/>
    <pc:docChg chg="custSel addSld modSld">
      <pc:chgData name="Oscar Glaister" userId="e6f16566-ea0c-4df4-8ebb-5765e438d351" providerId="ADAL" clId="{252C8254-46BD-4598-B285-E6EC582ADBF0}" dt="2026-08-17T02:17:06.096" v="365" actId="732"/>
      <pc:docMkLst>
        <pc:docMk/>
      </pc:docMkLst>
      <pc:sldChg chg="modSp mod">
        <pc:chgData name="Oscar Glaister" userId="e6f16566-ea0c-4df4-8ebb-5765e438d351" providerId="ADAL" clId="{252C8254-46BD-4598-B285-E6EC582ADBF0}" dt="2026-08-13T23:32:41.178" v="39" actId="20577"/>
        <pc:sldMkLst>
          <pc:docMk/>
          <pc:sldMk cId="1388250180" sldId="256"/>
        </pc:sldMkLst>
        <pc:spChg chg="mod">
          <ac:chgData name="Oscar Glaister" userId="e6f16566-ea0c-4df4-8ebb-5765e438d351" providerId="ADAL" clId="{252C8254-46BD-4598-B285-E6EC582ADBF0}" dt="2026-08-13T23:32:41.178" v="39" actId="20577"/>
          <ac:spMkLst>
            <pc:docMk/>
            <pc:sldMk cId="1388250180" sldId="256"/>
            <ac:spMk id="2" creationId="{6DB75583-8F97-757A-3D9C-B459F698BB0E}"/>
          </ac:spMkLst>
        </pc:spChg>
        <pc:spChg chg="mod">
          <ac:chgData name="Oscar Glaister" userId="e6f16566-ea0c-4df4-8ebb-5765e438d351" providerId="ADAL" clId="{252C8254-46BD-4598-B285-E6EC582ADBF0}" dt="2026-08-13T22:53:44.218" v="33" actId="20577"/>
          <ac:spMkLst>
            <pc:docMk/>
            <pc:sldMk cId="1388250180" sldId="256"/>
            <ac:spMk id="3" creationId="{D6761061-F77B-C890-18C0-41105821CB02}"/>
          </ac:spMkLst>
        </pc:spChg>
      </pc:sldChg>
      <pc:sldChg chg="add setBg">
        <pc:chgData name="Oscar Glaister" userId="e6f16566-ea0c-4df4-8ebb-5765e438d351" providerId="ADAL" clId="{252C8254-46BD-4598-B285-E6EC582ADBF0}" dt="2026-08-11T02:47:52.888" v="0"/>
        <pc:sldMkLst>
          <pc:docMk/>
          <pc:sldMk cId="2121627959" sldId="257"/>
        </pc:sldMkLst>
      </pc:sldChg>
      <pc:sldChg chg="add">
        <pc:chgData name="Oscar Glaister" userId="e6f16566-ea0c-4df4-8ebb-5765e438d351" providerId="ADAL" clId="{252C8254-46BD-4598-B285-E6EC582ADBF0}" dt="2026-08-11T02:47:52.888" v="0"/>
        <pc:sldMkLst>
          <pc:docMk/>
          <pc:sldMk cId="3022893737" sldId="259"/>
        </pc:sldMkLst>
      </pc:sldChg>
      <pc:sldChg chg="delSp modSp add mod setBg">
        <pc:chgData name="Oscar Glaister" userId="e6f16566-ea0c-4df4-8ebb-5765e438d351" providerId="ADAL" clId="{252C8254-46BD-4598-B285-E6EC582ADBF0}" dt="2026-08-13T23:32:50.393" v="40" actId="207"/>
        <pc:sldMkLst>
          <pc:docMk/>
          <pc:sldMk cId="2897359550" sldId="260"/>
        </pc:sldMkLst>
        <pc:spChg chg="mod">
          <ac:chgData name="Oscar Glaister" userId="e6f16566-ea0c-4df4-8ebb-5765e438d351" providerId="ADAL" clId="{252C8254-46BD-4598-B285-E6EC582ADBF0}" dt="2026-08-13T23:32:50.393" v="40" actId="207"/>
          <ac:spMkLst>
            <pc:docMk/>
            <pc:sldMk cId="2897359550" sldId="260"/>
            <ac:spMk id="2" creationId="{81C16963-ECB7-19CB-C33A-B083B7563E37}"/>
          </ac:spMkLst>
        </pc:spChg>
      </pc:sldChg>
      <pc:sldChg chg="delSp modSp add mod setBg">
        <pc:chgData name="Oscar Glaister" userId="e6f16566-ea0c-4df4-8ebb-5765e438d351" providerId="ADAL" clId="{252C8254-46BD-4598-B285-E6EC582ADBF0}" dt="2026-08-13T23:33:29.979" v="41" actId="207"/>
        <pc:sldMkLst>
          <pc:docMk/>
          <pc:sldMk cId="4094592511" sldId="261"/>
        </pc:sldMkLst>
        <pc:spChg chg="mod">
          <ac:chgData name="Oscar Glaister" userId="e6f16566-ea0c-4df4-8ebb-5765e438d351" providerId="ADAL" clId="{252C8254-46BD-4598-B285-E6EC582ADBF0}" dt="2026-08-13T23:33:29.979" v="41" actId="207"/>
          <ac:spMkLst>
            <pc:docMk/>
            <pc:sldMk cId="4094592511" sldId="261"/>
            <ac:spMk id="2" creationId="{5BD4AA40-355A-C02C-B9AC-365B969BF878}"/>
          </ac:spMkLst>
        </pc:spChg>
        <pc:spChg chg="mod">
          <ac:chgData name="Oscar Glaister" userId="e6f16566-ea0c-4df4-8ebb-5765e438d351" providerId="ADAL" clId="{252C8254-46BD-4598-B285-E6EC582ADBF0}" dt="2026-08-13T22:54:53.507" v="35" actId="207"/>
          <ac:spMkLst>
            <pc:docMk/>
            <pc:sldMk cId="4094592511" sldId="261"/>
            <ac:spMk id="8" creationId="{E5BE8265-4C5F-67BB-6A15-D068CDB22A3C}"/>
          </ac:spMkLst>
        </pc:spChg>
      </pc:sldChg>
      <pc:sldChg chg="delSp add mod">
        <pc:chgData name="Oscar Glaister" userId="e6f16566-ea0c-4df4-8ebb-5765e438d351" providerId="ADAL" clId="{252C8254-46BD-4598-B285-E6EC582ADBF0}" dt="2026-08-13T23:33:37.421" v="42" actId="478"/>
        <pc:sldMkLst>
          <pc:docMk/>
          <pc:sldMk cId="591232533" sldId="262"/>
        </pc:sldMkLst>
      </pc:sldChg>
      <pc:sldChg chg="add">
        <pc:chgData name="Oscar Glaister" userId="e6f16566-ea0c-4df4-8ebb-5765e438d351" providerId="ADAL" clId="{252C8254-46BD-4598-B285-E6EC582ADBF0}" dt="2026-08-11T02:48:55.025" v="2"/>
        <pc:sldMkLst>
          <pc:docMk/>
          <pc:sldMk cId="1378381461" sldId="263"/>
        </pc:sldMkLst>
      </pc:sldChg>
      <pc:sldChg chg="add">
        <pc:chgData name="Oscar Glaister" userId="e6f16566-ea0c-4df4-8ebb-5765e438d351" providerId="ADAL" clId="{252C8254-46BD-4598-B285-E6EC582ADBF0}" dt="2026-08-11T02:48:55.025" v="2"/>
        <pc:sldMkLst>
          <pc:docMk/>
          <pc:sldMk cId="1366860525" sldId="264"/>
        </pc:sldMkLst>
      </pc:sldChg>
      <pc:sldChg chg="add">
        <pc:chgData name="Oscar Glaister" userId="e6f16566-ea0c-4df4-8ebb-5765e438d351" providerId="ADAL" clId="{252C8254-46BD-4598-B285-E6EC582ADBF0}" dt="2026-08-11T02:48:55.025" v="2"/>
        <pc:sldMkLst>
          <pc:docMk/>
          <pc:sldMk cId="3107933604" sldId="265"/>
        </pc:sldMkLst>
      </pc:sldChg>
      <pc:sldChg chg="add">
        <pc:chgData name="Oscar Glaister" userId="e6f16566-ea0c-4df4-8ebb-5765e438d351" providerId="ADAL" clId="{252C8254-46BD-4598-B285-E6EC582ADBF0}" dt="2026-08-11T02:48:55.025" v="2"/>
        <pc:sldMkLst>
          <pc:docMk/>
          <pc:sldMk cId="2853855006" sldId="266"/>
        </pc:sldMkLst>
      </pc:sldChg>
      <pc:sldChg chg="add">
        <pc:chgData name="Oscar Glaister" userId="e6f16566-ea0c-4df4-8ebb-5765e438d351" providerId="ADAL" clId="{252C8254-46BD-4598-B285-E6EC582ADBF0}" dt="2026-08-11T02:48:55.025" v="2"/>
        <pc:sldMkLst>
          <pc:docMk/>
          <pc:sldMk cId="1380321696" sldId="267"/>
        </pc:sldMkLst>
      </pc:sldChg>
      <pc:sldChg chg="add">
        <pc:chgData name="Oscar Glaister" userId="e6f16566-ea0c-4df4-8ebb-5765e438d351" providerId="ADAL" clId="{252C8254-46BD-4598-B285-E6EC582ADBF0}" dt="2026-08-11T02:48:55.025" v="2"/>
        <pc:sldMkLst>
          <pc:docMk/>
          <pc:sldMk cId="1318932797" sldId="268"/>
        </pc:sldMkLst>
      </pc:sldChg>
      <pc:sldChg chg="modSp mod">
        <pc:chgData name="Oscar Glaister" userId="e6f16566-ea0c-4df4-8ebb-5765e438d351" providerId="ADAL" clId="{252C8254-46BD-4598-B285-E6EC582ADBF0}" dt="2026-08-13T23:55:55.056" v="358" actId="20577"/>
        <pc:sldMkLst>
          <pc:docMk/>
          <pc:sldMk cId="3457692963" sldId="270"/>
        </pc:sldMkLst>
        <pc:spChg chg="mod">
          <ac:chgData name="Oscar Glaister" userId="e6f16566-ea0c-4df4-8ebb-5765e438d351" providerId="ADAL" clId="{252C8254-46BD-4598-B285-E6EC582ADBF0}" dt="2026-08-13T23:55:55.056" v="358" actId="20577"/>
          <ac:spMkLst>
            <pc:docMk/>
            <pc:sldMk cId="3457692963" sldId="270"/>
            <ac:spMk id="3" creationId="{C999C599-B8CA-EE81-4840-2B23F0BFE06D}"/>
          </ac:spMkLst>
        </pc:spChg>
      </pc:sldChg>
      <pc:sldChg chg="addSp modSp new mod">
        <pc:chgData name="Oscar Glaister" userId="e6f16566-ea0c-4df4-8ebb-5765e438d351" providerId="ADAL" clId="{252C8254-46BD-4598-B285-E6EC582ADBF0}" dt="2026-08-13T23:54:53.694" v="334" actId="14100"/>
        <pc:sldMkLst>
          <pc:docMk/>
          <pc:sldMk cId="297324421" sldId="273"/>
        </pc:sldMkLst>
        <pc:spChg chg="mod">
          <ac:chgData name="Oscar Glaister" userId="e6f16566-ea0c-4df4-8ebb-5765e438d351" providerId="ADAL" clId="{252C8254-46BD-4598-B285-E6EC582ADBF0}" dt="2026-08-13T23:33:48.470" v="60" actId="20577"/>
          <ac:spMkLst>
            <pc:docMk/>
            <pc:sldMk cId="297324421" sldId="273"/>
            <ac:spMk id="2" creationId="{A2820B42-F2E1-0D4A-CA11-6969E8E37672}"/>
          </ac:spMkLst>
        </pc:spChg>
        <pc:spChg chg="mod">
          <ac:chgData name="Oscar Glaister" userId="e6f16566-ea0c-4df4-8ebb-5765e438d351" providerId="ADAL" clId="{252C8254-46BD-4598-B285-E6EC582ADBF0}" dt="2026-08-13T23:35:36.356" v="330" actId="20577"/>
          <ac:spMkLst>
            <pc:docMk/>
            <pc:sldMk cId="297324421" sldId="273"/>
            <ac:spMk id="3" creationId="{78A9B5C1-0D08-E7D6-1604-F4E765D729ED}"/>
          </ac:spMkLst>
        </pc:spChg>
        <pc:picChg chg="add mod">
          <ac:chgData name="Oscar Glaister" userId="e6f16566-ea0c-4df4-8ebb-5765e438d351" providerId="ADAL" clId="{252C8254-46BD-4598-B285-E6EC582ADBF0}" dt="2026-08-13T23:54:53.694" v="334" actId="14100"/>
          <ac:picMkLst>
            <pc:docMk/>
            <pc:sldMk cId="297324421" sldId="273"/>
            <ac:picMk id="5" creationId="{C9A0F5B2-B3B2-4448-F130-E01E44E49D91}"/>
          </ac:picMkLst>
        </pc:picChg>
      </pc:sldChg>
      <pc:sldChg chg="addSp delSp modSp new mod">
        <pc:chgData name="Oscar Glaister" userId="e6f16566-ea0c-4df4-8ebb-5765e438d351" providerId="ADAL" clId="{252C8254-46BD-4598-B285-E6EC582ADBF0}" dt="2026-08-17T02:17:06.096" v="365" actId="732"/>
        <pc:sldMkLst>
          <pc:docMk/>
          <pc:sldMk cId="1435999858" sldId="274"/>
        </pc:sldMkLst>
        <pc:spChg chg="mod">
          <ac:chgData name="Oscar Glaister" userId="e6f16566-ea0c-4df4-8ebb-5765e438d351" providerId="ADAL" clId="{252C8254-46BD-4598-B285-E6EC582ADBF0}" dt="2026-08-13T23:34:04.690" v="72" actId="20577"/>
          <ac:spMkLst>
            <pc:docMk/>
            <pc:sldMk cId="1435999858" sldId="274"/>
            <ac:spMk id="2" creationId="{2B862ED3-17C4-55EC-D135-C4D91E30AC99}"/>
          </ac:spMkLst>
        </pc:spChg>
        <pc:spChg chg="del mod">
          <ac:chgData name="Oscar Glaister" userId="e6f16566-ea0c-4df4-8ebb-5765e438d351" providerId="ADAL" clId="{252C8254-46BD-4598-B285-E6EC582ADBF0}" dt="2026-08-17T02:16:49.817" v="363"/>
          <ac:spMkLst>
            <pc:docMk/>
            <pc:sldMk cId="1435999858" sldId="274"/>
            <ac:spMk id="3" creationId="{244293F4-9F33-D7FA-62B5-EECB0302D86E}"/>
          </ac:spMkLst>
        </pc:spChg>
        <pc:picChg chg="add mod modCrop">
          <ac:chgData name="Oscar Glaister" userId="e6f16566-ea0c-4df4-8ebb-5765e438d351" providerId="ADAL" clId="{252C8254-46BD-4598-B285-E6EC582ADBF0}" dt="2026-08-17T02:17:06.096" v="365" actId="732"/>
          <ac:picMkLst>
            <pc:docMk/>
            <pc:sldMk cId="1435999858" sldId="274"/>
            <ac:picMk id="4" creationId="{514C81AC-0D0A-6F04-301A-86FB85CD49D7}"/>
          </ac:picMkLst>
        </pc:picChg>
      </pc:sldChg>
    </pc:docChg>
  </pc:docChgLst>
  <pc:docChgLst>
    <pc:chgData name="Taliah Kassaby" userId="23d269d0-e02c-425d-bfba-881a989e0172" providerId="ADAL" clId="{A44F5C3D-790C-5757-A4CE-F3B42956D7FF}"/>
    <pc:docChg chg="modSld">
      <pc:chgData name="Taliah Kassaby" userId="23d269d0-e02c-425d-bfba-881a989e0172" providerId="ADAL" clId="{A44F5C3D-790C-5757-A4CE-F3B42956D7FF}" dt="2026-08-20T23:32:19.279" v="13" actId="1076"/>
      <pc:docMkLst>
        <pc:docMk/>
      </pc:docMkLst>
      <pc:sldChg chg="addSp delSp modSp mod">
        <pc:chgData name="Taliah Kassaby" userId="23d269d0-e02c-425d-bfba-881a989e0172" providerId="ADAL" clId="{A44F5C3D-790C-5757-A4CE-F3B42956D7FF}" dt="2026-08-20T23:32:19.279" v="13" actId="1076"/>
        <pc:sldMkLst>
          <pc:docMk/>
          <pc:sldMk cId="1378381461" sldId="263"/>
        </pc:sldMkLst>
        <pc:spChg chg="mod">
          <ac:chgData name="Taliah Kassaby" userId="23d269d0-e02c-425d-bfba-881a989e0172" providerId="ADAL" clId="{A44F5C3D-790C-5757-A4CE-F3B42956D7FF}" dt="2026-08-20T23:32:19.279" v="13" actId="1076"/>
          <ac:spMkLst>
            <pc:docMk/>
            <pc:sldMk cId="1378381461" sldId="263"/>
            <ac:spMk id="2" creationId="{3D6BD942-99F1-D4F8-7845-34462FCC51F0}"/>
          </ac:spMkLst>
        </pc:spChg>
        <pc:spChg chg="add del mod">
          <ac:chgData name="Taliah Kassaby" userId="23d269d0-e02c-425d-bfba-881a989e0172" providerId="ADAL" clId="{A44F5C3D-790C-5757-A4CE-F3B42956D7FF}" dt="2026-08-20T23:31:32.321" v="3"/>
          <ac:spMkLst>
            <pc:docMk/>
            <pc:sldMk cId="1378381461" sldId="263"/>
            <ac:spMk id="7" creationId="{FC16E9A5-1EF7-37D7-66CA-E4F6EF89BFCD}"/>
          </ac:spMkLst>
        </pc:spChg>
        <pc:spChg chg="add del mod">
          <ac:chgData name="Taliah Kassaby" userId="23d269d0-e02c-425d-bfba-881a989e0172" providerId="ADAL" clId="{A44F5C3D-790C-5757-A4CE-F3B42956D7FF}" dt="2026-08-20T23:31:57.282" v="10"/>
          <ac:spMkLst>
            <pc:docMk/>
            <pc:sldMk cId="1378381461" sldId="263"/>
            <ac:spMk id="102" creationId="{64411B1B-1F31-CE11-51A2-8AC2D56C6A69}"/>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7"/>
    </inkml:context>
    <inkml:brush xml:id="br0">
      <inkml:brushProperty name="width" value="0.1" units="cm"/>
      <inkml:brushProperty name="height" value="0.1" units="cm"/>
    </inkml:brush>
  </inkml:definitions>
  <inkml:trace contextRef="#ctx0" brushRef="#br0">22014 7662 1855 0 0,'-9'9'4672'0'0,"-8"8"-3584"0"0,0 5-672 0 0,-3 3-32 0 0,3 2-96 0 0,0 2-64 0 0,-3-1-96 0 0,3 4-32 0 0,0 2-32 0 0,-2 3 0 0 0,-2 5-32 0 0,2 0 0 0 0,0 1 64 0 0,-5 3 32 0 0,-4 2-32 0 0,-1-2 0 0 0,-1 0 32 0 0,1 1 0 0 0,1-3 64 0 0,-4-4-32 0 0,-1-10 32 0 0,0-4 0 0 0,6-3 0 0 0,4-1-32 0 0,0-3-32 0 0,0-2-32 0 0,0 2-32 0 0,3 2 0 0 0,1-3-32 0 0,-1-4 0 0 0,-2-1 0 0 0,-1-1 160 0 0,3 0-128 0 0,0 0 0 0 0,0 1 32 0 0,-2-1-64 0 0,3 1-32 0 0,0 0 32 0 0,4 1-32 0 0,-1-2 0 0 0,-2-2 0 0 0,3 1 0 0 0,-2-2 0 0 0,3 3 0 0 0,-1 0 64 0 0,2 1-512 0 0,-1-1-352 0 0,-3-2-1216 0 0,2-4 2016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8"/>
    </inkml:context>
    <inkml:brush xml:id="br0">
      <inkml:brushProperty name="width" value="0.1" units="cm"/>
      <inkml:brushProperty name="height" value="0.1" units="cm"/>
    </inkml:brush>
  </inkml:definitions>
  <inkml:trace contextRef="#ctx0" brushRef="#br0">20929 8424 3455 0 0,'-4'9'5280'0'0,"-2"8"-5120"0"0,-5 5-32 0 0,1 3-64 0 0,-4 2 0 0 0,-3 2 32 0 0,-3-1 0 0 0,1 0 0 0 0,0-5 0 0 0,-2-2 0 0 0,-1 0 160 0 0,-2-3-128 0 0,3-1 32 0 0,1 2 192 0 0,9 2 1248 0 0,9-3-1312 0 0,11-4-64 0 0,8-10-64 0 0,10-4-32 0 0,10-8-64 0 0,2-1-32 0 0,4-5-96 0 0,4-9-224 0 0,3-4-352 0 0,-3-3-672 0 0,0 0-2080 0 0,-4-5 3392 0 0,-5 0 0 0 0,-8 6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9"/>
    </inkml:context>
    <inkml:brush xml:id="br0">
      <inkml:brushProperty name="width" value="0.1" units="cm"/>
      <inkml:brushProperty name="height" value="0.1" units="cm"/>
    </inkml:brush>
  </inkml:definitions>
  <inkml:trace contextRef="#ctx0" brushRef="#br0">22204 7030 2879 0 0,'-4'9'12544'0'0,"-2"8"-12480"0"0,0 5-32 0 0,-3-2-32 0 0,0 2 32 0 0,1 0-32 0 0,-2 2 0 0 0,0 1 0 0 0,2 0 0 0 0,-2 6-32 0 0,1 1 32 0 0,1 1 0 0 0,3-2 0 0 0,-3-1 0 0 0,0-1-32 0 0,2 3 32 0 0,2 1-32 0 0,1-1-32 0 0,-4-6 0 0 0,1-2-32 0 0,0-2-128 0 0,2-8-512 0 0,1-11 640 0 0,1-11 0 0 0,1-9-32 0 0,5-5 32 0 0,3-4 0 0 0,-1-2 32 0 0,-2-1 32 0 0,0 1-32 0 0,3-1 0 0 0,0 2-128 0 0,-1-1 160 0 0,3 2-32 0 0,0-1 64 0 0,-1 0-32 0 0,2 1 32 0 0,-1 0-32 0 0,3-1 32 0 0,4 1 0 0 0,4-1 0 0 0,-2 1 0 0 0,1 0 0 0 0,1-1 0 0 0,2 1 0 0 0,-2-1-32 0 0,-1 5 32 0 0,-3 2 0 0 0,0 4 0 0 0,-3 0 0 0 0,1 3 32 0 0,3 8 224 0 0,-7 9-160 0 0,-4 9-64 0 0,-3 7 0 0 0,-3 4 0 0 0,-5 2 32 0 0,-3 2 0 0 0,-3 0 0 0 0,-1 5 32 0 0,3 1 0 0 0,-3-1 0 0 0,1-1-32 0 0,3-2 0 0 0,2-2-64 0 0,3 0 32 0 0,1-1-64 0 0,2-10 64 0 0,4-7-32 0 0,3-10 32 0 0,3-10-32 0 0,1-7 0 0 0,3-6 0 0 0,4-3 0 0 0,2-2 0 0 0,4 0 0 0 0,-4 0 0 0 0,1 4 0 0 0,-5 3 0 0 0,1 4 0 0 0,1 0 0 0 0,2 0-32 0 0,3 1 32 0 0,1 0-32 0 0,2 2 32 0 0,0 4 0 0 0,1 4 0 0 0,-5 6 0 0 0,-1 4 0 0 0,0 2 0 0 0,-3 3 0 0 0,-1 1 32 0 0,-3 3 0 0 0,1 4 96 0 0,-2 3-64 0 0,-4 3 0 0 0,-3 2 0 0 0,-2 2-32 0 0,-3 0 0 0 0,0 0 0 0 0,-2 5 0 0 0,1 1-32 0 0,-6-1 0 0 0,0 0-32 0 0,0-3-224 0 0,1 0-480 0 0,-3-6 96 0 0,0-2-1888 0 0,1-5 2528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0"/>
    </inkml:context>
    <inkml:brush xml:id="br0">
      <inkml:brushProperty name="width" value="0.1" units="cm"/>
      <inkml:brushProperty name="height" value="0.1" units="cm"/>
    </inkml:brush>
  </inkml:definitions>
  <inkml:trace contextRef="#ctx0" brushRef="#br0">24136 7049 2015 0 0,'-9'8'13792'0'0,"-8"9"-13760"0"0,0 9 32 0 0,-2 15-64 0 0,-3 8 32 0 0,3 6-32 0 0,0 2 0 0 0,3-4 0 0 0,0-3-32 0 0,3-4-64 0 0,3-6-32 0 0,4-5-128 0 0,2-5-128 0 0,3-2-704 0 0,1-10-8224 0 0,0-14 9312 0 0,1-11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1"/>
    </inkml:context>
    <inkml:brush xml:id="br0">
      <inkml:brushProperty name="width" value="0.1" units="cm"/>
      <inkml:brushProperty name="height" value="0.1" units="cm"/>
    </inkml:brush>
  </inkml:definitions>
  <inkml:trace contextRef="#ctx0" brushRef="#br0">24098 7027 3327 0 0,'0'9'9248'0'0,"5"3"-8640"0"0,5-1-352 0 0,6-2 32 0 0,5-7-224 0 0,8-3-32 0 0,3-7 0 0 0,1-7-32 0 0,-1 0-32 0 0,-1-2-160 0 0,-2 2-128 0 0,-1-2-64 0 0,0 3-192 0 0,-1 4-224 0 0,-1-2-320 0 0,0 2-3136 0 0,0 2 4256 0 0,-4 3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2"/>
    </inkml:context>
    <inkml:brush xml:id="br0">
      <inkml:brushProperty name="width" value="0.1" units="cm"/>
      <inkml:brushProperty name="height" value="0.1" units="cm"/>
    </inkml:brush>
  </inkml:definitions>
  <inkml:trace contextRef="#ctx0" brushRef="#br0">24077 7300 2559 0 0,'9'0'11168'0'0,"8"-4"-11136"0"0,4-2-32 0 0,5 0 0 0 0,1 1-96 0 0,1-2-256 0 0,1-1-416 0 0,3-4-544 0 0,2 1-1344 0 0,-1-2 2656 0 0,-2 0 0 0 0,-5 4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5"/>
    </inkml:context>
    <inkml:brush xml:id="br0">
      <inkml:brushProperty name="width" value="0.1" units="cm"/>
      <inkml:brushProperty name="height" value="0.1" units="cm"/>
    </inkml:brush>
  </inkml:definitions>
  <inkml:trace contextRef="#ctx0" brushRef="#br0">24035 7513 3295 0 0,'13'0'9472'0'0,"10"0"-9408"0"0,4-4-64 0 0,3-2-128 0 0,5-4-256 0 0,2-5-384 0 0,2 0-640 0 0,0-2-1568 0 0,-2 2 2976 0 0,-4 3 0 0 0,-6 5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6"/>
    </inkml:context>
    <inkml:brush xml:id="br0">
      <inkml:brushProperty name="width" value="0.1" units="cm"/>
      <inkml:brushProperty name="height" value="0.1" units="cm"/>
    </inkml:brush>
  </inkml:definitions>
  <inkml:trace contextRef="#ctx0" brushRef="#br0">22976 7474 1215 0 0,'-5'-9'12832'0'0,"4"-7"-12800"0"0,6-6 32 0 0,6 1-64 0 0,2 0 0 0 0,3 3-32 0 0,4 5 32 0 0,2 4 0 0 0,2 4 0 0 0,2 3 0 0 0,0 6 0 0 0,1 3 0 0 0,-4 4 32 0 0,-6 5 32 0 0,-2 0 128 0 0,-8 1-96 0 0,-4 3 128 0 0,-4 2-64 0 0,-6-2-64 0 0,-1-1-32 0 0,-4-3 0 0 0,0 0 0 0 0,-3 2-32 0 0,-3-2 0 0 0,2 0 32 0 0,-2 3-32 0 0,-1-3 0 0 0,-3 2 32 0 0,-1 1-32 0 0,-2-3 32 0 0,-1-3-32 0 0,-1 0 64 0 0,0-2 64 0 0,0-3 96 0 0,1-2 288 0 0,-1-3-384 0 0,5-7-64 0 0,1-1-32 0 0,0-6-32 0 0,4-5-64 0 0,4-4 0 0 0,5-7 0 0 0,8-5 32 0 0,8-5-32 0 0,4-1 0 0 0,3-3 32 0 0,4-3-32 0 0,4-4 32 0 0,6-2 0 0 0,3-2 0 0 0,1-1-32 0 0,-2-5-128 0 0,0-1-192 0 0,-2 4-160 0 0,-5 3-256 0 0,-3 5-352 0 0,-5 7-608 0 0,-4 6-864 0 0,-1 8 2592 0 0,-2 4 0 0 0,-2 6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7"/>
    </inkml:context>
    <inkml:brush xml:id="br0">
      <inkml:brushProperty name="width" value="0.1" units="cm"/>
      <inkml:brushProperty name="height" value="0.1" units="cm"/>
    </inkml:brush>
  </inkml:definitions>
  <inkml:trace contextRef="#ctx0" brushRef="#br0">25203 7010 1695 0 0,'9'-9'13440'0'0,"-2"1"-12128"0"0,-6 7-1312 0 0,-12 13 0 0 0,-9 8 0 0 0,-11 10 0 0 0,-8 9 0 0 0,-6 7 32 0 0,-1 4-32 0 0,-1-1 0 0 0,-2-1 0 0 0,3-3 0 0 0,5-5-128 0 0,5-5-96 0 0,4-4-64 0 0,3-7-96 0 0,6-4-64 0 0,3-4-96 0 0,0-1-1888 0 0,4-8 256 0 0,4-8 800 0 0,9-10-928 0 0,5-7 2304 0 0,6-5 0 0 0,3 1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8"/>
    </inkml:context>
    <inkml:brush xml:id="br0">
      <inkml:brushProperty name="width" value="0.1" units="cm"/>
      <inkml:brushProperty name="height" value="0.1" units="cm"/>
    </inkml:brush>
  </inkml:definitions>
  <inkml:trace contextRef="#ctx0" brushRef="#br0">24812 6985 4127 0 0,'-9'4'11328'0'0,"-7"2"-11136"0"0,-2 5-64 0 0,-1 4 0 0 0,6 0-64 0 0,11-3-64 0 0,9-3 32 0 0,13 1-32 0 0,8-1-32 0 0,7-2-192 0 0,3-2-192 0 0,4-2-288 0 0,-1-2-320 0 0,-2 4-544 0 0,-5 1-1216 0 0,-2 0 2784 0 0,-3 2 0 0 0,-6 1 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9"/>
    </inkml:context>
    <inkml:brush xml:id="br0">
      <inkml:brushProperty name="width" value="0.1" units="cm"/>
      <inkml:brushProperty name="height" value="0.1" units="cm"/>
    </inkml:brush>
  </inkml:definitions>
  <inkml:trace contextRef="#ctx0" brushRef="#br0">25209 7340 2431 0 0,'13'-4'13728'0'0,"10"-7"-13728"0"0,5 0 32 0 0,1-4-32 0 0,2-4 0 0 0,-1-2 32 0 0,0-3-32 0 0,-2 3 64 0 0,-5 0-32 0 0,-6 0 0 0 0,-2 3 32 0 0,-4 0-32 0 0,-3-1 32 0 0,-3-2 160 0 0,-7 2 64 0 0,-8 5-160 0 0,-6 5-32 0 0,-5 3-64 0 0,-4 4 0 0 0,2 6 0 0 0,2 2 32 0 0,3 5-32 0 0,1 0 0 0 0,3 4 0 0 0,-1 2 0 0 0,-2 4 0 0 0,2 3 0 0 0,-1 1-32 0 0,-2 1 32 0 0,1 6 0 0 0,0 1 0 0 0,2 0 0 0 0,0-2-32 0 0,2 0 0 0 0,3-3-32 0 0,4 0 32 0 0,7-1-32 0 0,3-1-32 0 0,6-4 64 0 0,5-6 0 0 0,5-6 0 0 0,4-5 0 0 0,1-3-160 0 0,7-1-160 0 0,1-2-192 0 0,1 0-224 0 0,-2 0-384 0 0,-2 0-736 0 0,-1 0-2208 0 0,-1-4 4064 0 0,-1-1 0 0 0,-5 0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0"/>
    </inkml:context>
    <inkml:brush xml:id="br0">
      <inkml:brushProperty name="width" value="0.1" units="cm"/>
      <inkml:brushProperty name="height" value="0.1" units="cm"/>
    </inkml:brush>
  </inkml:definitions>
  <inkml:trace contextRef="#ctx0" brushRef="#br0">26247 7072 2559 0 0,'9'-4'10976'0'0,"-2"-2"-9664"0"0,-1 4-1312 0 0,-7 13 0 0 0,-8 8 0 0 0,-2 10-32 0 0,-3 9 0 0 0,-5 7-128 0 0,2 5-32 0 0,-2 3-128 0 0,4 1 0 0 0,-2-4-128 0 0,4-1-96 0 0,-2 0-160 0 0,3-4-192 0 0,2-5-384 0 0,4-5-3616 0 0,2-9 4896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1"/>
    </inkml:context>
    <inkml:brush xml:id="br0">
      <inkml:brushProperty name="width" value="0.1" units="cm"/>
      <inkml:brushProperty name="height" value="0.1" units="cm"/>
    </inkml:brush>
  </inkml:definitions>
  <inkml:trace contextRef="#ctx0" brushRef="#br0">26173 6996 2655 0 0,'13'-9'7840'0'0,"10"-3"-7552"0"0,0-4-32 0 0,1-3 32 0 0,1 0 0 0 0,-4 1 0 0 0,-1 2 96 0 0,-4-1-192 0 0,0 3-160 0 0,2 4 32 0 0,1 4-64 0 0,4 2 0 0 0,1 3 0 0 0,1 0 32 0 0,2 2-32 0 0,-1-1 0 0 0,1 6 0 0 0,0 0 0 0 0,0 5 0 0 0,0 4 32 0 0,-5 5-32 0 0,-2-2-32 0 0,-3 1 0 0 0,-6 2 0 0 0,-4 2 64 0 0,-3 1 32 0 0,-7-3-32 0 0,-4-1 0 0 0,-3 0 0 0 0,-7-2 32 0 0,-3 0 0 0 0,-3 1 32 0 0,-3 2 96 0 0,-1-3 32 0 0,0 1 96 0 0,-1 1-32 0 0,1-3-64 0 0,4 0-96 0 0,2-2-32 0 0,5 0-64 0 0,0-2 32 0 0,-2-3 416 0 0,3 0-64 0 0,8 0-288 0 0,10-3-96 0 0,8-2 0 0 0,8-2-32 0 0,4-2 0 0 0,4 0 0 0 0,1-1 0 0 0,0-1-32 0 0,0 1 0 0 0,0-1-64 0 0,-5 6 32 0 0,-2 0-64 0 0,0 5-192 0 0,-3 5-448 0 0,-5 5 544 0 0,-10-2 224 0 0,-4 1 0 0 0,-7 2-32 0 0,-7-3-64 0 0,-1 0-64 0 0,-2-2 64 0 0,-2-1 32 0 0,-3-2 32 0 0,3 1 32 0 0,1 3 0 0 0,-2-2 0 0 0,3 2 0 0 0,0-3 32 0 0,-1 1 0 0 0,-2-2 32 0 0,3 1 64 0 0,-1-1 0 0 0,-1 1 32 0 0,-2 3 96 0 0,-1-2-192 0 0,-2-3-288 0 0,4-8-256 0 0,5-10-1184 0 0,5-7-4032 0 0,10-3 5696 0 0,4 3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2"/>
    </inkml:context>
    <inkml:brush xml:id="br0">
      <inkml:brushProperty name="width" value="0.1" units="cm"/>
      <inkml:brushProperty name="height" value="0.1" units="cm"/>
    </inkml:brush>
  </inkml:definitions>
  <inkml:trace contextRef="#ctx0" brushRef="#br0">27036 7310 2431 0 0,'-14'-9'10656'0'0,"-8"-3"-10624"0"0,-6 1-32 0 0,-2 6 0 0 0,0 4 0 0 0,-1 3 0 0 0,2 5 0 0 0,1 6 0 0 0,0 5 0 0 0,1 0 0 0 0,0 1-32 0 0,1 2 32 0 0,0 2-32 0 0,4 1 32 0 0,6 1-32 0 0,6 2-32 0 0,4-1 64 0 0,8-3-32 0 0,4-3 32 0 0,5 1 0 0 0,5-3 32 0 0,5-1 32 0 0,3-2 32 0 0,1 0 32 0 0,2-3 32 0 0,1-2 0 0 0,-1-4 0 0 0,5-7 32 0 0,1-4 0 0 0,0-5-32 0 0,-2-5 0 0 0,-1-5-64 0 0,-1-4 0 0 0,-2-1 0 0 0,0-2-32 0 0,-1-1 0 0 0,-4 1 0 0 0,-6-1 32 0 0,-6 1 64 0 0,-5 0 0 0 0,-7 5-128 0 0,-8 6 0 0 0,-7 5-96 0 0,-5 6-160 0 0,-3 2-512 0 0,-2 3 320 0 0,-1 5-672 0 0,0 2 288 0 0,0 0-96 0 0,0-1 64 0 0,6 2 0 0 0,1 1-192 0 0,4-2 1024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3"/>
    </inkml:context>
    <inkml:brush xml:id="br0">
      <inkml:brushProperty name="width" value="0.1" units="cm"/>
      <inkml:brushProperty name="height" value="0.1" units="cm"/>
    </inkml:brush>
  </inkml:definitions>
  <inkml:trace contextRef="#ctx0" brushRef="#br0">27390 6949 2943 0 0,'5'-13'10048'0'0,"1"-1"-7680"0"0,0 8-2304 0 0,-6 8-32 0 0,-8 14-32 0 0,-1 12 32 0 0,-5 16-32 0 0,-4 13 0 0 0,1 6 0 0 0,-1 6 0 0 0,-2 0 0 0 0,2-2 0 0 0,0-4-64 0 0,3-8-128 0 0,4-5-160 0 0,4-6-128 0 0,3-6-192 0 0,2-5-1472 0 0,6-8-2176 0 0,3-13 4320 0 0,4-8 0 0 0,0-5 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4"/>
    </inkml:context>
    <inkml:brush xml:id="br0">
      <inkml:brushProperty name="width" value="0.1" units="cm"/>
      <inkml:brushProperty name="height" value="0.1" units="cm"/>
    </inkml:brush>
  </inkml:definitions>
  <inkml:trace contextRef="#ctx0" brushRef="#br0">27713 6964 1823 0 0,'-5'13'12032'0'0,"-1"10"-11840"0"0,-4 4-64 0 0,-1 8-32 0 0,2 1-32 0 0,-2 5-32 0 0,-4 3 0 0 0,1 4-32 0 0,-2 3 0 0 0,2 1 0 0 0,-1-4-96 0 0,2 0-128 0 0,-2-4-256 0 0,3-6-288 0 0,2-4-416 0 0,4-3-3200 0 0,2-8 4384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5"/>
    </inkml:context>
    <inkml:brush xml:id="br0">
      <inkml:brushProperty name="width" value="0.1" units="cm"/>
      <inkml:brushProperty name="height" value="0.1" units="cm"/>
    </inkml:brush>
  </inkml:definitions>
  <inkml:trace contextRef="#ctx0" brushRef="#br0">27485 7335 4095 0 0,'9'-9'10464'0'0,"7"-3"-10208"0"0,6 0-128 0 0,4 3-32 0 0,5 3-32 0 0,4 2-32 0 0,-1 1-32 0 0,-2 3-32 0 0,4-1-288 0 0,-1 2-448 0 0,-1-1-928 0 0,-3 1-1952 0 0,-1-1 3648 0 0,-6 1 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6"/>
    </inkml:context>
    <inkml:brush xml:id="br0">
      <inkml:brushProperty name="width" value="0.1" units="cm"/>
      <inkml:brushProperty name="height" value="0.1" units="cm"/>
    </inkml:brush>
  </inkml:definitions>
  <inkml:trace contextRef="#ctx0" brushRef="#br0">14140 8387 2431 0 0,'-9'0'11776'0'0,"-8"0"-11584"0"0,0-4-384 0 0,6-2 32 0 0,11 0 128 0 0,8 2 0 0 0,9 0 32 0 0,5 2 0 0 0,4 1 0 0 0,1 5 0 0 0,2 2 32 0 0,-1 5 32 0 0,0 0-32 0 0,0 2 0 0 0,-1 5 32 0 0,0 2-32 0 0,-5 4-32 0 0,-1 1 0 0 0,-1-3 0 0 0,-2-1 0 0 0,-1 0 0 0 0,1-3 0 0 0,3 0 0 0 0,2 1 32 0 0,1-2 0 0 0,2-1 64 0 0,0 3 32 0 0,1-2-32 0 0,-5 0 64 0 0,-1 2-32 0 0,0-3 0 0 0,-3 1 0 0 0,-1 2-32 0 0,2 3-32 0 0,2 1 0 0 0,1 2-64 0 0,3-4 32 0 0,0-5 0 0 0,-3-1-32 0 0,-1-3 64 0 0,0 1 96 0 0,1 3 0 0 0,-3 3 0 0 0,-5 3-96 0 0,0 2 32 0 0,-2 1-64 0 0,-4 2 0 0 0,-3 0 0 0 0,-2 0-32 0 0,-2 0 0 0 0,-1 0 32 0 0,0 0-32 0 0,3 4 0 0 0,3 1-32 0 0,-1 0 0 0 0,-1-1 32 0 0,4-5-64 0 0,0-4 32 0 0,-2 0 32 0 0,4-4-32 0 0,-1-1 32 0 0,3-3 0 0 0,0 1 32 0 0,1-3-32 0 0,0 1 0 0 0,1 4 32 0 0,-1 2-96 0 0,-3 4-160 0 0,1-3 128 0 0,-1-1 32 0 0,-3 2 32 0 0,-1 2 64 0 0,-3 0-32 0 0,-2 2 32 0 0,-5 1-32 0 0,-2 1 0 0 0,0-1-32 0 0,1 1 0 0 0,1 0-512 0 0,6-5-4928 0 0,3-10 3616 0 0,4-8-480 0 0,6-4-384 0 0,1-2 2720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7"/>
    </inkml:context>
    <inkml:brush xml:id="br0">
      <inkml:brushProperty name="width" value="0.1" units="cm"/>
      <inkml:brushProperty name="height" value="0.1" units="cm"/>
    </inkml:brush>
  </inkml:definitions>
  <inkml:trace contextRef="#ctx0" brushRef="#br0">14806 9525 1919 0 0,'9'0'10848'0'0,"3"4"-10240"0"0,-1 7-416 0 0,-1 5-64 0 0,-4 5-32 0 0,-2 8-32 0 0,3 3-32 0 0,0 5 0 0 0,-2 1-32 0 0,0-1 0 0 0,2-3 0 0 0,5-3-32 0 0,0-1 32 0 0,3-7 0 0 0,3-7 0 0 0,4-6 0 0 0,1-4 32 0 0,3-9 0 0 0,0-3 0 0 0,1-5 32 0 0,0-6-32 0 0,0-4-224 0 0,0-2-384 0 0,0-8-640 0 0,-5-6-768 0 0,-1-7-3040 0 0,-1 0 5024 0 0,-2-1 0 0 0,-6 6 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8"/>
    </inkml:context>
    <inkml:brush xml:id="br0">
      <inkml:brushProperty name="width" value="0.1" units="cm"/>
      <inkml:brushProperty name="height" value="0.1" units="cm"/>
    </inkml:brush>
  </inkml:definitions>
  <inkml:trace contextRef="#ctx0" brushRef="#br0">12214 7154 2047 0 0,'-9'5'8832'0'0,"-8"1"-8480"0"0,-5 4 224 0 0,-3 1-160 0 0,-3-2-288 0 0,5 2-32 0 0,1-1 0 0 0,-1 3-32 0 0,0 3 128 0 0,-1-1-128 0 0,4 2 32 0 0,0-3 32 0 0,0 2 0 0 0,-2 1 224 0 0,3 4-64 0 0,1-3-128 0 0,2 1 224 0 0,5 1-96 0 0,4 2-192 0 0,3 2-64 0 0,7-4-64 0 0,7 0 32 0 0,12-4-32 0 0,5 0 32 0 0,8-2 0 0 0,7-5 0 0 0,5 2 32 0 0,-1-2-32 0 0,1-2 0 0 0,2 3 0 0 0,-4 3 32 0 0,-4 0 0 0 0,-1 2 0 0 0,-7 3 32 0 0,-4-1-32 0 0,-3 0 0 0 0,-2-2 0 0 0,-4 1 32 0 0,-1 2 64 0 0,-4 2 96 0 0,-9-2-160 0 0,-6 1 32 0 0,-7 1-32 0 0,-2 2 32 0 0,-5 1 0 0 0,-4-2 0 0 0,-3-1 64 0 0,-8 0 64 0 0,-2-2-32 0 0,-2-5 0 0 0,1 0-32 0 0,2-2-32 0 0,1 1 64 0 0,0-1-128 0 0,2-2-32 0 0,0 1 0 0 0,1 0-32 0 0,0-3 0 0 0,0-2-416 0 0,-1-2-832 0 0,6-6-1088 0 0,5-7 320 0 0,10-1-2368 0 0,6-4 4384 0 0,4 0 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9"/>
    </inkml:context>
    <inkml:brush xml:id="br0">
      <inkml:brushProperty name="width" value="0.1" units="cm"/>
      <inkml:brushProperty name="height" value="0.1" units="cm"/>
    </inkml:brush>
  </inkml:definitions>
  <inkml:trace contextRef="#ctx0" brushRef="#br0">12763 7239 2943 0 0,'-9'9'11712'0'0,"-3"7"-11584"0"0,-4 6-64 0 0,1 4-32 0 0,-2 6 64 0 0,2 6 32 0 0,4 7 0 0 0,-1 3 0 0 0,2 4 0 0 0,-2 1-32 0 0,0 6 0 0 0,-1 1-64 0 0,-3 0 32 0 0,1-6-32 0 0,2-8-32 0 0,0-6-64 0 0,2-7-192 0 0,3-4-288 0 0,-2-6-6592 0 0,1-13 7136 0 0,1-12 0 0 0,3-5 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0"/>
    </inkml:context>
    <inkml:brush xml:id="br0">
      <inkml:brushProperty name="width" value="0.1" units="cm"/>
      <inkml:brushProperty name="height" value="0.1" units="cm"/>
    </inkml:brush>
  </inkml:definitions>
  <inkml:trace contextRef="#ctx0" brushRef="#br0">12728 7218 1887 0 0,'13'9'9984'0'0,"9"3"-9984"0"0,6 4 0 0 0,2-1 0 0 0,1-3 0 0 0,-1 1 0 0 0,-1-1 0 0 0,0-4 0 0 0,-2 3 0 0 0,0-2 0 0 0,0 3 32 0 0,-1-1-32 0 0,1 2 0 0 0,-1 3 64 0 0,-4 4-64 0 0,-2-1 32 0 0,-4-1 0 0 0,-4 3 0 0 0,-5 1-32 0 0,-4 2 0 0 0,-6 1-32 0 0,-3 1 0 0 0,0 0 32 0 0,-4-4 32 0 0,-1 4-32 0 0,-2 1 32 0 0,-3 1 0 0 0,0 0 160 0 0,-1-5 96 0 0,-2-2 0 0 0,-3 5 0 0 0,-2 3-32 0 0,-1 0-32 0 0,-1 0 0 0 0,0-5 32 0 0,-6-6 0 0 0,-1-3 32 0 0,1 2-32 0 0,0-3-32 0 0,2 1-96 0 0,2-1-64 0 0,0-5-32 0 0,6 2-32 0 0,1-1 0 0 0,1-7-160 0 0,7-9-1248 0 0,7-7-1056 0 0,8-2-416 0 0,9-2 2880 0 0,2 1 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1"/>
    </inkml:context>
    <inkml:brush xml:id="br0">
      <inkml:brushProperty name="width" value="0.1" units="cm"/>
      <inkml:brushProperty name="height" value="0.1" units="cm"/>
    </inkml:brush>
  </inkml:definitions>
  <inkml:trace contextRef="#ctx0" brushRef="#br0">12553 8001 1311 0 0,'-9'9'11808'0'0,"-8"3"-11456"0"0,-5-1-128 0 0,-3-1-160 0 0,-3-4-32 0 0,0-2 0 0 0,0-2-32 0 0,0-1 0 0 0,5 4 0 0 0,2 0 0 0 0,4 5 0 0 0,1 0 0 0 0,3 3-32 0 0,-1-1 32 0 0,-2 3 0 0 0,-4 2-32 0 0,-2 4 32 0 0,3 6 0 0 0,-1 4-32 0 0,-1 1 32 0 0,4-1 0 0 0,-1 4-32 0 0,3 0 32 0 0,4-1-32 0 0,4-2 32 0 0,4-2-32 0 0,1-2 32 0 0,2 0-32 0 0,5-2 0 0 0,6 1 0 0 0,6-6-96 0 0,4-5-64 0 0,4-6-128 0 0,1-5-256 0 0,2-2-1600 0 0,-1-3 416 0 0,1-5-1152 0 0,-1-3 2912 0 0,0-3 0 0 0,-4 0 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2"/>
    </inkml:context>
    <inkml:brush xml:id="br0">
      <inkml:brushProperty name="width" value="0.1" units="cm"/>
      <inkml:brushProperty name="height" value="0.1" units="cm"/>
    </inkml:brush>
  </inkml:definitions>
  <inkml:trace contextRef="#ctx0" brushRef="#br0">12805 8303 2975 0 0,'-9'-5'8352'0'0,"-7"-1"-7904"0"0,-6 1 352 0 0,-3 0-544 0 0,-3 2 96 0 0,0 1-256 0 0,0 1-64 0 0,0 0 0 0 0,0 1-32 0 0,1 0 0 0 0,5 5-32 0 0,1 1 32 0 0,5 5-32 0 0,0 4 32 0 0,3 5-32 0 0,4 2 32 0 0,-2 4-32 0 0,2 0 32 0 0,2 1-32 0 0,2 1 0 0 0,7-1-96 0 0,7-9 64 0 0,7-7 32 0 0,5-11 32 0 0,3-14-32 0 0,3-9 32 0 0,1-5-32 0 0,-5-2 32 0 0,-1-1 0 0 0,0 0 0 0 0,0 6 0 0 0,-3 3-32 0 0,0 4 32 0 0,-4 11 0 0 0,-4 10 0 0 0,-4 10 0 0 0,-3 11 0 0 0,-2 6 0 0 0,2 3 0 0 0,2 0 0 0 0,-1-1 0 0 0,-2-2 0 0 0,4-1-192 0 0,5-5-2592 0 0,1-12-1952 0 0,2-12 4736 0 0,3-11 0 0 0,-1-3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3"/>
    </inkml:context>
    <inkml:brush xml:id="br0">
      <inkml:brushProperty name="width" value="0.1" units="cm"/>
      <inkml:brushProperty name="height" value="0.1" units="cm"/>
    </inkml:brush>
  </inkml:definitions>
  <inkml:trace contextRef="#ctx0" brushRef="#br0">12880 8384 2143 0 0,'0'-9'12000'0'0,"4"-7"-12288"0"0,7-2-960 0 0,5 4 128 0 0,0-2-672 0 0,2 3-1504 0 0,3 3 3296 0 0,1-1 0 0 0,-2 1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4"/>
    </inkml:context>
    <inkml:brush xml:id="br0">
      <inkml:brushProperty name="width" value="0.1" units="cm"/>
      <inkml:brushProperty name="height" value="0.1" units="cm"/>
    </inkml:brush>
  </inkml:definitions>
  <inkml:trace contextRef="#ctx0" brushRef="#br0">13302 8385 2463 0 0,'-9'0'10368'0'0,"-7"0"-10304"0"0,-6 4-32 0 0,-3 2-32 0 0,-3 5 32 0 0,-4 4-32 0 0,-3 4-32 0 0,2-1 32 0 0,5 2-32 0 0,3 0 32 0 0,7 3-32 0 0,0 1 32 0 0,5 1-64 0 0,4 2 0 0 0,8-5-64 0 0,8-6 96 0 0,8-10 64 0 0,6-10-32 0 0,4-10 32 0 0,2-11-32 0 0,5-5 32 0 0,2-8-32 0 0,0-5 32 0 0,3-5-32 0 0,0-3 0 0 0,-3-2 32 0 0,-1-6 0 0 0,1-1 0 0 0,1 0 0 0 0,-7 2 32 0 0,-3 1-32 0 0,-1 6 0 0 0,0 7 32 0 0,-5 7-32 0 0,-5 5 0 0 0,-1 8 32 0 0,-2 12 192 0 0,-7 13-192 0 0,-6 11 160 0 0,-1 8-160 0 0,0 5 0 0 0,-5 2 0 0 0,0 2-32 0 0,0 0 0 0 0,3 0 0 0 0,1-1-32 0 0,-3-1 0 0 0,0 1-32 0 0,1-2-32 0 0,2 1-224 0 0,1-1-352 0 0,1 1-544 0 0,1-1-672 0 0,1 0-1344 0 0,5 1 3200 0 0,1-5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5"/>
    </inkml:context>
    <inkml:brush xml:id="br0">
      <inkml:brushProperty name="width" value="0.1" units="cm"/>
      <inkml:brushProperty name="height" value="0.1" units="cm"/>
    </inkml:brush>
  </inkml:definitions>
  <inkml:trace contextRef="#ctx0" brushRef="#br0">11673 9970 1791 0 0,'5'13'10752'0'0,"1"9"-10720"0"0,0 6-32 0 0,3 2 0 0 0,0 1 32 0 0,3-1-32 0 0,0-1 0 0 0,2 0 0 0 0,3-2 0 0 0,-1 0 0 0 0,1 0 0 0 0,2-1 0 0 0,2-4 0 0 0,3-2 32 0 0,1-3 0 0 0,1-2 0 0 0,1 3-32 0 0,-1-3 32 0 0,1 1-32 0 0,-4 2-64 0 0,-2 3-128 0 0,0 2-128 0 0,1 2-128 0 0,1 1-64 0 0,1 0-64 0 0,2 1-32 0 0,0 0 0 0 0,0-5-96 0 0,1-1-224 0 0,-1 0-608 0 0,1-3-1088 0 0,-5-1 2624 0 0,-1-3 0 0 0,-5-4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6"/>
    </inkml:context>
    <inkml:brush xml:id="br0">
      <inkml:brushProperty name="width" value="0.1" units="cm"/>
      <inkml:brushProperty name="height" value="0.1" units="cm"/>
    </inkml:brush>
  </inkml:definitions>
  <inkml:trace contextRef="#ctx0" brushRef="#br0">11927 10632 2559 0 0,'14'0'9376'0'0,"4"5"-9248"0"0,3 1-32 0 0,-1 4-32 0 0,0 5-32 0 0,-3 4 32 0 0,0 4 0 0 0,1-2-32 0 0,3-1 32 0 0,1 2-32 0 0,3 1 0 0 0,0-4 0 0 0,6 0 0 0 0,2-3-32 0 0,-1 0 32 0 0,0-3 0 0 0,-2-4-32 0 0,-1-2 32 0 0,-2-4 0 0 0,0-1 0 0 0,0-7 32 0 0,-1-1 0 0 0,0-1 32 0 0,-4-2 0 0 0,-2-1 32 0 0,1 2 128 0 0,1 2-64 0 0,1-3-128 0 0,-3-3-160 0 0,-1-5-256 0 0,1-9-352 0 0,-2-12-704 0 0,-1-15-1408 0 0,-2-11 2816 0 0,0-8 0 0 0,-2 8 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7"/>
    </inkml:context>
    <inkml:brush xml:id="br0">
      <inkml:brushProperty name="width" value="0.1" units="cm"/>
      <inkml:brushProperty name="height" value="0.1" units="cm"/>
    </inkml:brush>
  </inkml:definitions>
  <inkml:trace contextRef="#ctx0" brushRef="#br0">10160 8869 2655 0 0,'0'13'10816'0'0,"0"10"-10464"0"0,-4 4-32 0 0,-2 8-64 0 0,-4 6-32 0 0,-1 1-64 0 0,-2 2-64 0 0,0 3 0 0 0,-2 6-32 0 0,2 0-32 0 0,3 3 0 0 0,-1 2 0 0 0,1 4 0 0 0,2 6 0 0 0,-2-1-32 0 0,1 2 0 0 0,2-1 0 0 0,2-4 32 0 0,2-3-64 0 0,1-8-32 0 0,2-8-96 0 0,0-8-192 0 0,0-5-256 0 0,1-4-384 0 0,-1-6 992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8"/>
    </inkml:context>
    <inkml:brush xml:id="br0">
      <inkml:brushProperty name="width" value="0.1" units="cm"/>
      <inkml:brushProperty name="height" value="0.1" units="cm"/>
    </inkml:brush>
  </inkml:definitions>
  <inkml:trace contextRef="#ctx0" brushRef="#br0">9825 8959 2815 0 0,'-9'-5'7104'0'0,"-8"-1"-6656"0"0,-5 1 1024 0 0,6 5-896 0 0,10 2-512 0 0,10 2 0 0 0,9 0-64 0 0,7-6 0 0 0,9-2 0 0 0,4 0 0 0 0,1 0 0 0 0,0 1 0 0 0,2 1 0 0 0,0 0 0 0 0,2 2 0 0 0,5 0 0 0 0,3 0 32 0 0,3 0-64 0 0,3 0-256 0 0,0 0-416 0 0,2 0-544 0 0,-1 0-896 0 0,1 1 2144 0 0,-1-1 0 0 0,-8 0 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9"/>
    </inkml:context>
    <inkml:brush xml:id="br0">
      <inkml:brushProperty name="width" value="0.1" units="cm"/>
      <inkml:brushProperty name="height" value="0.1" units="cm"/>
    </inkml:brush>
  </inkml:definitions>
  <inkml:trace contextRef="#ctx0" brushRef="#br0">10319 9815 2847 0 0,'4'-14'8000'0'0,"7"-4"-8000"0"0,5-4 32 0 0,5-2-32 0 0,3-2 0 0 0,2-1 0 0 0,-3 0 0 0 0,-2 0 32 0 0,1-1-32 0 0,-4 1 32 0 0,0 5 160 0 0,-8 6 352 0 0,-9 10-384 0 0,-11 11 32 0 0,-3 9-64 0 0,-3 6-32 0 0,-4 5-32 0 0,1 2-32 0 0,0 1 32 0 0,3 1-64 0 0,-1-1 32 0 0,-1 0 32 0 0,2 0-32 0 0,4-1 0 0 0,-1-1 0 0 0,2 1 0 0 0,3-1-32 0 0,3 1 0 0 0,6-5-32 0 0,8-6 0 0 0,7-6-64 0 0,5-9-160 0 0,9-9-224 0 0,2-8-416 0 0,2-6-544 0 0,3-7-768 0 0,0-4-1216 0 0,-2-1 3424 0 0,2 1 0 0 0,-5 6 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0"/>
    </inkml:context>
    <inkml:brush xml:id="br0">
      <inkml:brushProperty name="width" value="0.1" units="cm"/>
      <inkml:brushProperty name="height" value="0.1" units="cm"/>
    </inkml:brush>
  </inkml:definitions>
  <inkml:trace contextRef="#ctx0" brushRef="#br0">10882 9567 4319 0 0,'-9'9'6432'0'0,"-3"7"-6080"0"0,-3 6-32 0 0,-5 3 192 0 0,-3 7-352 0 0,3 2-32 0 0,0 0-64 0 0,-2-1-32 0 0,4-2 0 0 0,0-2 0 0 0,-1-1 0 0 0,-2 4-32 0 0,2 0 0 0 0,0 0 0 0 0,4-1-32 0 0,8-11-160 0 0,6-13 192 0 0,7-16-32 0 0,12-16 32 0 0,7-9-32 0 0,4-7 32 0 0,2-5 0 0 0,0 0-32 0 0,3-1 32 0 0,1-1 0 0 0,-1 2 0 0 0,-7 1 0 0 0,-3 3 32 0 0,-1 9-32 0 0,-4 6 0 0 0,-2 2 0 0 0,2 6 192 0 0,-8 6-32 0 0,-5 10 672 0 0,-4 9-32 0 0,-2 9-480 0 0,-1 7-224 0 0,-5-2-64 0 0,-2 1-32 0 0,1 2-64 0 0,2 1 32 0 0,1 1 32 0 0,2-8-32 0 0,5-8 32 0 0,3-9 0 0 0,4-4 0 0 0,5-7 0 0 0,5-1 0 0 0,3 1 32 0 0,3 3 32 0 0,0 7-32 0 0,-3 9 32 0 0,-6 6-64 0 0,-6 7-2272 0 0,-4 3-3616 0 0,-4 2 5888 0 0,2-2 0 0 0,0-7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1"/>
    </inkml:context>
    <inkml:brush xml:id="br0">
      <inkml:brushProperty name="width" value="0.1" units="cm"/>
      <inkml:brushProperty name="height" value="0.1" units="cm"/>
    </inkml:brush>
  </inkml:definitions>
  <inkml:trace contextRef="#ctx0" brushRef="#br0">11488 9485 2271 0 0,'-9'9'6944'0'0,"-3"7"-6688"0"0,-4 6 32 0 0,-4 8 32 0 0,2 3 0 0 0,-1 1 0 0 0,-2 3 0 0 0,-1 5 0 0 0,-2 0-64 0 0,-1-4-32 0 0,-1-3-32 0 0,-5 2-32 0 0,-2-2-32 0 0,1 3 0 0 0,0-1-64 0 0,2-2 0 0 0,2-2-32 0 0,4-3-32 0 0,3-2 32 0 0,5-1-32 0 0,1 0 0 0 0,2-1 0 0 0,-1-5 0 0 0,3-1 0 0 0,-3 1 0 0 0,2-9 224 0 0,3-10-192 0 0,3-10-32 0 0,7-8 0 0 0,3-6 0 0 0,2-4 0 0 0,3-6 0 0 0,5-7 0 0 0,0-1 0 0 0,3-3-32 0 0,2 2 32 0 0,3-2 0 0 0,2 2 0 0 0,1 4-32 0 0,1-1 32 0 0,6 1 0 0 0,1 3-32 0 0,4-2 32 0 0,0 1 0 0 0,-1 1-32 0 0,2 3 32 0 0,-1 1 0 0 0,-3 7 0 0 0,-2 2 64 0 0,-2 0-32 0 0,-1 4 32 0 0,-2 5 32 0 0,-1 4 32 0 0,0-1 64 0 0,-4 6 0 0 0,-2 3 32 0 0,0 6 864 0 0,-3 7-800 0 0,-9 5-192 0 0,-6 5-32 0 0,-3 6 0 0 0,-6 4-32 0 0,-6 0 0 0 0,-1 4-32 0 0,-3 0 32 0 0,2-2-32 0 0,-2-7-32 0 0,3-3-128 0 0,-1-7-256 0 0,2-10-4800 0 0,3-7 5216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2"/>
    </inkml:context>
    <inkml:brush xml:id="br0">
      <inkml:brushProperty name="width" value="0.1" units="cm"/>
      <inkml:brushProperty name="height" value="0.1" units="cm"/>
    </inkml:brush>
  </inkml:definitions>
  <inkml:trace contextRef="#ctx0" brushRef="#br0">9589 10329 1919 0 0,'-5'9'11456'0'0,"-1"8"-11072"0"0,0 5 224 0 0,2 3-224 0 0,0 2-288 0 0,-2 2-32 0 0,-1-1-32 0 0,1 0 0 0 0,-3 4 0 0 0,0 6-32 0 0,-3 5 0 0 0,0 9 0 0 0,-1 4 0 0 0,0 2 0 0 0,-1 1-64 0 0,1-2-64 0 0,3-1-160 0 0,4-6-160 0 0,2-6-1472 0 0,6-16-5888 0 0,8-21 7808 0 0,2-12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3"/>
    </inkml:context>
    <inkml:brush xml:id="br0">
      <inkml:brushProperty name="width" value="0.1" units="cm"/>
      <inkml:brushProperty name="height" value="0.1" units="cm"/>
    </inkml:brush>
  </inkml:definitions>
  <inkml:trace contextRef="#ctx0" brushRef="#br0">9578 10287 1951 0 0,'13'9'12224'0'0,"10"3"-12256"0"0,4-1 32 0 0,8-1 0 0 0,2-4 0 0 0,-2-2 0 0 0,-1-2 0 0 0,-2-1 32 0 0,-2 4-32 0 0,-2 0 0 0 0,-1 5 0 0 0,-1 5 32 0 0,0 4-32 0 0,-4 3 0 0 0,-2-1 32 0 0,-4-1-32 0 0,-5 2 64 0 0,-4 0-32 0 0,-3 2 32 0 0,-8-3 0 0 0,-6-1 0 0 0,-7-4-32 0 0,-5 0 0 0 0,-3-3 0 0 0,-2-3-32 0 0,0 1 32 0 0,-1-2-32 0 0,0-2 32 0 0,1-2-32 0 0,-1-2-32 0 0,2-2 32 0 0,3-5-768 0 0,12-2 32 0 0,11 0-320 0 0,11 1-512 0 0,7 1-2656 0 0,1 2 4224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4"/>
    </inkml:context>
    <inkml:brush xml:id="br0">
      <inkml:brushProperty name="width" value="0.1" units="cm"/>
      <inkml:brushProperty name="height" value="0.1" units="cm"/>
    </inkml:brush>
  </inkml:definitions>
  <inkml:trace contextRef="#ctx0" brushRef="#br0">10011 10732 1215 0 0,'-9'9'12544'0'0,"-3"8"-12448"0"0,-4 4-64 0 0,1 5-32 0 0,-1-3 32 0 0,1-1-32 0 0,-1 5 0 0 0,3 2 0 0 0,3 1 32 0 0,-2-4-32 0 0,3-3 0 0 0,1-1 0 0 0,3-8-96 0 0,7-11 96 0 0,2-11 0 0 0,2-8 0 0 0,3-6 0 0 0,1-4 0 0 0,2-2 0 0 0,0 0 0 0 0,3-1-32 0 0,-3 1 32 0 0,3 0 0 0 0,2 5 0 0 0,-1 2 0 0 0,1 0 0 0 0,2-1-32 0 0,2 4 32 0 0,-2-1 0 0 0,0 4 0 0 0,1 0 0 0 0,2 2-32 0 0,2 4-672 0 0,1 2-128 0 0,1 4-2784 0 0,0 1 3616 0 0,-4 2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5"/>
    </inkml:context>
    <inkml:brush xml:id="br0">
      <inkml:brushProperty name="width" value="0.1" units="cm"/>
      <inkml:brushProperty name="height" value="0.1" units="cm"/>
    </inkml:brush>
  </inkml:definitions>
  <inkml:trace contextRef="#ctx0" brushRef="#br0">10397 10824 2559 0 0,'-9'0'9568'0'0,"-7"0"-9536"0"0,-6 4 0 0 0,-4 7-32 0 0,-1 0 0 0 0,-1 4 0 0 0,0 3 0 0 0,0 4 0 0 0,0 2-32 0 0,5 1 32 0 0,2 2-32 0 0,5 0 0 0 0,4 0 0 0 0,10-4 0 0 0,9-2-32 0 0,3-9 64 0 0,5-7-32 0 0,9-8 32 0 0,4-8 0 0 0,7-7 0 0 0,2-10 0 0 0,4-8 0 0 0,-1-3 0 0 0,-3-4 0 0 0,-3 1 32 0 0,-2 3-32 0 0,-8 4 32 0 0,-2 3 32 0 0,-6 3 288 0 0,-10 6 288 0 0,-5 2-576 0 0,-8 10-64 0 0,-8 6-32 0 0,-4 5-576 0 0,-5 6-960 0 0,2 2 1568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6"/>
    </inkml:context>
    <inkml:brush xml:id="br0">
      <inkml:brushProperty name="width" value="0.1" units="cm"/>
      <inkml:brushProperty name="height" value="0.1" units="cm"/>
    </inkml:brush>
  </inkml:definitions>
  <inkml:trace contextRef="#ctx0" brushRef="#br0">10843 10351 5343 0 0,'-4'8'6592'0'0,"-7"9"-6592"0"0,-5 5 0 0 0,0 8 32 0 0,-2 3 0 0 0,2 1 0 0 0,-1-1 0 0 0,-1-2-32 0 0,1 3 32 0 0,0 5-32 0 0,-2 4 0 0 0,-2 5 0 0 0,2-2 0 0 0,0 0-32 0 0,4-3 32 0 0,-1 0 0 0 0,2-2-32 0 0,5-5 32 0 0,2-3 0 0 0,4-2 0 0 0,1-3-32 0 0,6-2 64 0 0,3-9 64 0 0,4-7 0 0 0,5-11 0 0 0,4-5-32 0 0,3-5-32 0 0,2-6 0 0 0,-3-5 0 0 0,0-2-32 0 0,-1 2 32 0 0,2 1-32 0 0,-3-1 32 0 0,-2 3 0 0 0,-2 1-32 0 0,-1 3 32 0 0,-1 0 0 0 0,-5-2 160 0 0,-7 2-192 0 0,0 7-2784 0 0,-1 2 1472 0 0,5 1-1248 0 0,6-3 2560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7"/>
    </inkml:context>
    <inkml:brush xml:id="br0">
      <inkml:brushProperty name="width" value="0.1" units="cm"/>
      <inkml:brushProperty name="height" value="0.1" units="cm"/>
    </inkml:brush>
  </inkml:definitions>
  <inkml:trace contextRef="#ctx0" brushRef="#br0">10900 10817 2559 0 0,'-9'13'8704'0'0,"-3"10"-8448"0"0,1 4 352 0 0,6-6 576 0 0,9-11-832 0 0,4-12-288 0 0,4-11-32 0 0,6-6 0 0 0,3-6 0 0 0,4-2-32 0 0,-4-2 32 0 0,0 1 0 0 0,-4-1 32 0 0,-4 10 0 0 0,-10 8-64 0 0,-9 10 0 0 0,-4 10 32 0 0,-5 4 0 0 0,1 3 0 0 0,-3 4 0 0 0,-2 4 32 0 0,2 1 32 0 0,4 1 32 0 0,-1 1 64 0 0,3 5 64 0 0,-2 1 0 0 0,1 4-64 0 0,3 1-96 0 0,3-2-32 0 0,7-8-64 0 0,4-3-32 0 0,4-10-96 0 0,7-9-160 0 0,4-9-224 0 0,3-9-416 0 0,3-6-704 0 0,1-6-1568 0 0,0-6 3200 0 0,5-4 0 0 0,-3 4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8"/>
    </inkml:context>
    <inkml:brush xml:id="br0">
      <inkml:brushProperty name="width" value="0.1" units="cm"/>
      <inkml:brushProperty name="height" value="0.1" units="cm"/>
    </inkml:brush>
  </inkml:definitions>
  <inkml:trace contextRef="#ctx0" brushRef="#br0">13494 13843 991 0 0,'0'9'288'0'0,"0"7"-288"0"0,0 2 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9"/>
    </inkml:context>
    <inkml:brush xml:id="br0">
      <inkml:brushProperty name="width" value="0.1" units="cm"/>
      <inkml:brushProperty name="height" value="0.1" units="cm"/>
    </inkml:brush>
  </inkml:definitions>
  <inkml:trace contextRef="#ctx0" brushRef="#br0">13388 14402 991 0 0,'9'-9'11072'0'0,"3"-7"-10944"0"0,4-2 0 0 0,-1-1 0 0 0,2-3-32 0 0,-3-6 0 0 0,2-3 0 0 0,2-5 32 0 0,-2-5-32 0 0,1-6 0 0 0,-3-2-32 0 0,2-3 0 0 0,1-2 0 0 0,3 0 32 0 0,3-4 0 0 0,-3-2 0 0 0,0 1 32 0 0,1 1-32 0 0,-4 1 32 0 0,1 7-32 0 0,-3 2 32 0 0,-5 4 0 0 0,2 7-32 0 0,-2 3 32 0 0,1 5-64 0 0,0 1-32 0 0,-2 2 0 0 0,1 5 0 0 0,0 1-32 0 0,-3 1 32 0 0,3-2-32 0 0,-1-2 32 0 0,-2-1-32 0 0,3-1 0 0 0,-1-1 0 0 0,-1-1 0 0 0,1 5 0 0 0,-4 6-2208 0 0,-3 10 928 0 0,-3 10-608 0 0,-5 5-2368 0 0,-1 1 4256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0"/>
    </inkml:context>
    <inkml:brush xml:id="br0">
      <inkml:brushProperty name="width" value="0.1" units="cm"/>
      <inkml:brushProperty name="height" value="0.1" units="cm"/>
    </inkml:brush>
  </inkml:definitions>
  <inkml:trace contextRef="#ctx0" brushRef="#br0">13494 13244 3167 0 0,'4'-14'5728'0'0,"7"-8"-5664"0"0,5-6-32 0 0,5-2-32 0 0,3 0 0 0 0,2-5 0 0 0,1 0 0 0 0,1 1 0 0 0,-1 1 0 0 0,1 3-32 0 0,-1 6 32 0 0,-5 2 0 0 0,-1 6 0 0 0,-5 0 0 0 0,0 4 32 0 0,2 3 96 0 0,1 8 544 0 0,4 8 32 0 0,0 8 128 0 0,3 1-544 0 0,-4 3-96 0 0,-2 2-32 0 0,-3 7-64 0 0,-1 3-32 0 0,2 5-32 0 0,-2 1 0 0 0,0 3-32 0 0,2 4 0 0 0,-1 4-96 0 0,0-3-96 0 0,-3-3-1120 0 0,1-10-448 0 0,3-10 1760 0 0,-2-8 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1"/>
    </inkml:context>
    <inkml:brush xml:id="br0">
      <inkml:brushProperty name="width" value="0.1" units="cm"/>
      <inkml:brushProperty name="height" value="0.1" units="cm"/>
    </inkml:brush>
  </inkml:definitions>
  <inkml:trace contextRef="#ctx0" brushRef="#br0">12071 14372 3327 0 0,'4'14'11264'0'0,"-2"13"-11200"0"0,-3 11 0 0 0,-4 12-32 0 0,-2 12 0 0 0,-5 4 0 0 0,-4 4-32 0 0,0 0 0 0 0,-1 1 32 0 0,2-3-64 0 0,-1 1-32 0 0,-2 2-32 0 0,2-2-32 0 0,3-3-64 0 0,0-5 32 0 0,2-3-32 0 0,3-7-32 0 0,3-8-896 0 0,2-16-6336 0 0,1-12 7456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2"/>
    </inkml:context>
    <inkml:brush xml:id="br0">
      <inkml:brushProperty name="width" value="0.1" units="cm"/>
      <inkml:brushProperty name="height" value="0.1" units="cm"/>
    </inkml:brush>
  </inkml:definitions>
  <inkml:trace contextRef="#ctx0" brushRef="#br0">11441 14245 2943 0 0,'13'0'8704'0'0,"10"0"-8640"0"0,9 0 0 0 0,8 5-64 0 0,7 1 32 0 0,4 4 0 0 0,7 0-32 0 0,2-1-64 0 0,1 3 32 0 0,-2-2-64 0 0,-1 3-288 0 0,-3-2-608 0 0,0-2-1088 0 0,-1-2 2080 0 0,3-8 0 0 0,-7-3 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3"/>
    </inkml:context>
    <inkml:brush xml:id="br0">
      <inkml:brushProperty name="width" value="0.1" units="cm"/>
      <inkml:brushProperty name="height" value="0.1" units="cm"/>
    </inkml:brush>
  </inkml:definitions>
  <inkml:trace contextRef="#ctx0" brushRef="#br0">12181 15047 1279 0 0,'5'-9'7104'0'0,"1"-8"-6144"0"0,4 0 1024 0 0,-4 2-1184 0 0,-7 4-1728 0 0,-4-1-5600 0 0,-1 2 6528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4"/>
    </inkml:context>
    <inkml:brush xml:id="br0">
      <inkml:brushProperty name="width" value="0.1" units="cm"/>
      <inkml:brushProperty name="height" value="0.1" units="cm"/>
    </inkml:brush>
  </inkml:definitions>
  <inkml:trace contextRef="#ctx0" brushRef="#br0">12256 14885 1439 0 0,'-9'9'9696'0'0,"-3"7"-9440"0"0,-4 2 0 0 0,1 1-64 0 0,2 3 0 0 0,0-3-160 0 0,2 0 0 0 0,2 1 0 0 0,-1 2 0 0 0,1 2-32 0 0,2 1 0 0 0,2 0 0 0 0,-3 2 0 0 0,1-1 0 0 0,0 1 0 0 0,3 0 0 0 0,1 0 0 0 0,1-1 128 0 0,2 1-96 0 0,4-5-32 0 0,7-11-32 0 0,5-11 32 0 0,5-10 0 0 0,4-4 0 0 0,1-4 0 0 0,1-3 0 0 0,1-3 0 0 0,0-1 0 0 0,-1-2 0 0 0,-4 0 0 0 0,-2 0 0 0 0,0 4 32 0 0,1 2-32 0 0,-4 0 0 0 0,1-1 32 0 0,0-1-32 0 0,-2-2 0 0 0,-4 0 32 0 0,0-1-32 0 0,-3-1 0 0 0,-2 1 0 0 0,-2-1 0 0 0,-4 9 192 0 0,0 13-128 0 0,-2 15-32 0 0,0 11 0 0 0,-1 11-32 0 0,1 9 0 0 0,-1 6 32 0 0,1 5-32 0 0,4 1 0 0 0,2-2 0 0 0,-1-7-96 0 0,0-5-224 0 0,-2-10 320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5"/>
    </inkml:context>
    <inkml:brush xml:id="br0">
      <inkml:brushProperty name="width" value="0.1" units="cm"/>
      <inkml:brushProperty name="height" value="0.1" units="cm"/>
    </inkml:brush>
  </inkml:definitions>
  <inkml:trace contextRef="#ctx0" brushRef="#br0">12643 14981 4287 0 0,'-4'13'7584'0'0,"-2"10"-7488"0"0,-4 9 32 0 0,-1 4 0 0 0,2 4 0 0 0,-2 1-32 0 0,1-2-32 0 0,2-4 0 0 0,2-3-32 0 0,2-3 0 0 0,-2-6-32 0 0,4-6 832 0 0,2-12-640 0 0,6-6 0 0 0,2-7 0 0 0,4-12-64 0 0,4-7-32 0 0,5-7-32 0 0,2-8 0 0 0,2-5-32 0 0,-2 1-64 0 0,-2-1-224 0 0,0-1-352 0 0,2 2-320 0 0,1 6-160 0 0,1 4-224 0 0,0 4-384 0 0,2 3-1344 0 0,-1 7 3040 0 0,1 6 0 0 0,-5 7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6"/>
    </inkml:context>
    <inkml:brush xml:id="br0">
      <inkml:brushProperty name="width" value="0.1" units="cm"/>
      <inkml:brushProperty name="height" value="0.1" units="cm"/>
    </inkml:brush>
  </inkml:definitions>
  <inkml:trace contextRef="#ctx0" brushRef="#br0">13171 14351 4031 0 0,'-4'13'9728'0'0,"-2"10"-9088"0"0,-4 5-480 0 0,-1 2-64 0 0,-2 0-32 0 0,-4 5 0 0 0,1 0-64 0 0,-2-1 0 0 0,-1 3 0 0 0,2 4-32 0 0,-1 4 0 0 0,-1 3 0 0 0,2-2 32 0 0,-1 5 0 0 0,-1 3 0 0 0,2 0 0 0 0,5 2-32 0 0,-1-2 32 0 0,2-4 0 0 0,3-2-32 0 0,2 0 32 0 0,3 1 0 0 0,2-4-32 0 0,1-5 32 0 0,0-4-32 0 0,5-5-128 0 0,6-6 224 0 0,1-13-32 0 0,4-8-32 0 0,-2-10 32 0 0,1-3-32 0 0,-1-5 0 0 0,-3-4-160 0 0,0-5 0 0 0,-1-1 32 0 0,2-2 64 0 0,4 3-6880 0 0,-1 6 6944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7"/>
    </inkml:context>
    <inkml:brush xml:id="br0">
      <inkml:brushProperty name="width" value="0.1" units="cm"/>
      <inkml:brushProperty name="height" value="0.1" units="cm"/>
    </inkml:brush>
  </inkml:definitions>
  <inkml:trace contextRef="#ctx0" brushRef="#br0">13330 14944 4767 0 0,'0'9'9056'0'0,"-4"3"-7680"0"0,-2 4-1248 0 0,-5 3-96 0 0,1 4-32 0 0,-4 2 0 0 0,2 1 0 0 0,-3 5 0 0 0,2 7-32 0 0,3 1 32 0 0,-1-2 0 0 0,1-2 0 0 0,2-3-32 0 0,3-2 32 0 0,2-2-96 0 0,1-10-3424 0 0,6-13 1376 0 0,2-16 2144 0 0,0-15 0 0 0,-1-3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8"/>
    </inkml:context>
    <inkml:brush xml:id="br0">
      <inkml:brushProperty name="width" value="0.1" units="cm"/>
      <inkml:brushProperty name="height" value="0.1" units="cm"/>
    </inkml:brush>
  </inkml:definitions>
  <inkml:trace contextRef="#ctx0" brushRef="#br0">13367 14759 3487 0 0,'4'-13'8480'0'0,"2"-5"-8480"0"0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9"/>
    </inkml:context>
    <inkml:brush xml:id="br0">
      <inkml:brushProperty name="width" value="0.1" units="cm"/>
      <inkml:brushProperty name="height" value="0.1" units="cm"/>
    </inkml:brush>
  </inkml:definitions>
  <inkml:trace contextRef="#ctx0" brushRef="#br0">12926 15183 1375 0 0,'-5'9'9312'0'0,"-1"8"-8800"0"0,0 5 608 0 0,6-1 96 0 0,7-9-1184 0 0,8-11-32 0 0,0-9 0 0 0,2-9 0 0 0,-1-6 0 0 0,1-3 32 0 0,-3-1-32 0 0,-3-2 0 0 0,1 5 0 0 0,-2 2 0 0 0,-3 0 32 0 0,-2-1-32 0 0,3 0 0 0 0,-1-2 32 0 0,-1 0-32 0 0,-1-1 0 0 0,-3-1 32 0 0,0 1 0 0 0,-1-1-32 0 0,-6 5 160 0 0,-1 10-160 0 0,0 12-32 0 0,6 11-32 0 0,7 3 32 0 0,6-1 32 0 0,7-7-160 0 0,4-5-384 0 0,2-6-1952 0 0,1-3-704 0 0,-4-5 3200 0 0,-5 1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0"/>
    </inkml:context>
    <inkml:brush xml:id="br0">
      <inkml:brushProperty name="width" value="0.1" units="cm"/>
      <inkml:brushProperty name="height" value="0.1" units="cm"/>
    </inkml:brush>
  </inkml:definitions>
  <inkml:trace contextRef="#ctx0" brushRef="#br0">13703 15157 607 0 0,'-9'0'11328'0'0,"-8"4"-11296"0"0,-5 2 32 0 0,-3 0-32 0 0,-2-2-32 0 0,-1 4 0 0 0,-1 0 0 0 0,6 3 0 0 0,1 0-32 0 0,5 3 32 0 0,1-2 0 0 0,3 3 0 0 0,3 2 0 0 0,0-1 0 0 0,1 1 0 0 0,2 2 0 0 0,2 2 0 0 0,2 3 0 0 0,-2-4 0 0 0,-2 0-32 0 0,6 1 0 0 0,8-3 416 0 0,6-5-256 0 0,2-9 32 0 0,2-10 0 0 0,3-3 0 0 0,-2-5 0 0 0,1-5 0 0 0,-4-3-32 0 0,1-3-32 0 0,2-6 0 0 0,3-2-32 0 0,-3-5 0 0 0,0 0-32 0 0,2-7 0 0 0,2-5 0 0 0,2-3-32 0 0,0-2 32 0 0,2-4-32 0 0,1-6 32 0 0,-5-1-32 0 0,-1 1 32 0 0,0-1-32 0 0,-4-3 32 0 0,1 1 0 0 0,-4 4-32 0 0,1 7 32 0 0,-2 9 0 0 0,-4 9 0 0 0,-3 6 256 0 0,-2 13 896 0 0,-3 15-1056 0 0,-5 12-64 0 0,-2 15 0 0 0,-1 7-32 0 0,2 8-32 0 0,-3 7 0 0 0,-1 5 32 0 0,2 3-32 0 0,2 1 0 0 0,2 2 0 0 0,-4-5 0 0 0,1-2 0 0 0,0 0 0 0 0,1 1 0 0 0,2 2 0 0 0,2 0 0 0 0,0 0 0 0 0,5 2 0 0 0,2-5-32 0 0,0-1 32 0 0,-1-4-32 0 0,3-5 0 0 0,1-4 0 0 0,-3-4-64 0 0,4-7-96 0 0,-1-2-160 0 0,3-6-2432 0 0,4-9-2528 0 0,-1-5 5312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1"/>
    </inkml:context>
    <inkml:brush xml:id="br0">
      <inkml:brushProperty name="width" value="0.1" units="cm"/>
      <inkml:brushProperty name="height" value="0.1" units="cm"/>
    </inkml:brush>
  </inkml:definitions>
  <inkml:trace contextRef="#ctx0" brushRef="#br0">14076 14901 2239 0 0,'-4'14'11200'0'0,"-7"4"-10240"0"0,-1 3-608 0 0,2 4-128 0 0,2 1-32 0 0,-2 1 32 0 0,1 0-160 0 0,-2 0 0 0 0,0 5-64 0 0,2 1 32 0 0,3-1-32 0 0,-3 0 0 0 0,1-2 0 0 0,-3-2 0 0 0,1 0 0 0 0,1-2 0 0 0,3 1 0 0 0,2-1-32 0 0,2-9-1760 0 0,6-16 160 0 0,2-18-1600 0 0,4-18 3232 0 0,1-18 0 0 0,-1 0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2"/>
    </inkml:context>
    <inkml:brush xml:id="br0">
      <inkml:brushProperty name="width" value="0.1" units="cm"/>
      <inkml:brushProperty name="height" value="0.1" units="cm"/>
    </inkml:brush>
  </inkml:definitions>
  <inkml:trace contextRef="#ctx0" brushRef="#br0">14150 14711 4447 0 0,'0'0'0'0'0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3"/>
    </inkml:context>
    <inkml:brush xml:id="br0">
      <inkml:brushProperty name="width" value="0.1" units="cm"/>
      <inkml:brushProperty name="height" value="0.1" units="cm"/>
    </inkml:brush>
  </inkml:definitions>
  <inkml:trace contextRef="#ctx0" brushRef="#br0">14519 14647 5535 0 0,'0'14'8864'0'0,"-5"8"-8800"0"0,-5 6-32 0 0,-2 6-32 0 0,-3 7 0 0 0,-3 6 0 0 0,-4 3 0 0 0,3 2-32 0 0,-1 2 32 0 0,-1 5 0 0 0,3 1 0 0 0,1 0 0 0 0,2-6 0 0 0,-1-8-32 0 0,3-7-128 0 0,-1-6-1632 0 0,2-12-3744 0 0,3-11 5536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4"/>
    </inkml:context>
    <inkml:brush xml:id="br0">
      <inkml:brushProperty name="width" value="0.1" units="cm"/>
      <inkml:brushProperty name="height" value="0.1" units="cm"/>
    </inkml:brush>
  </inkml:definitions>
  <inkml:trace contextRef="#ctx0" brushRef="#br0">14256 15126 4223 0 0,'9'-5'10016'0'0,"7"-1"-9888"0"0,6 0 96 0 0,3 2-128 0 0,3 1 0 0 0,0 5-64 0 0,5 3 0 0 0,1 0 0 0 0,4-5-32 0 0,-1-2-448 0 0,4-2-800 0 0,-2-3-1856 0 0,2-7 3104 0 0,-1 1 0 0 0,-8 1 0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5"/>
    </inkml:context>
    <inkml:brush xml:id="br0">
      <inkml:brushProperty name="width" value="0.1" units="cm"/>
      <inkml:brushProperty name="height" value="0.1" units="cm"/>
    </inkml:brush>
  </inkml:definitions>
  <inkml:trace contextRef="#ctx0" brushRef="#br0">14877 15071 2047 0 0,'-9'0'11072'0'0,"-8"0"-10208"0"0,0 4-512 0 0,-3 7 320 0 0,3 5-352 0 0,0 5 192 0 0,2 3-352 0 0,4 2-64 0 0,4 1 32 0 0,-2-4-32 0 0,2-1 0 0 0,1-1 0 0 0,2 2-32 0 0,1 1-32 0 0,2 0 0 0 0,0 2 0 0 0,1 0-32 0 0,1 0-32 0 0,3 1 32 0 0,7-5-128 0 0,6-6 96 0 0,4-5-32 0 0,3-10 32 0 0,2-9 32 0 0,-3-8 0 0 0,-2-5 32 0 0,-3-5-32 0 0,-1 4 32 0 0,-4 0 0 0 0,2-1-32 0 0,-3-1 32 0 0,1 0 0 0 0,-1-1 0 0 0,2 3 0 0 0,2 7 64 0 0,4 9-32 0 0,-2 11 0 0 0,1 8-32 0 0,-4 7-32 0 0,-3 5 32 0 0,-5 2 0 0 0,-2 1 0 0 0,-3 5-32 0 0,-2 2 0 0 0,-5-2 0 0 0,-2 4-32 0 0,-4-1 32 0 0,0 3-32 0 0,-3 4 32 0 0,-3 3 32 0 0,-4-1-32 0 0,-2 0 0 0 0,-7-2 0 0 0,-2-1 0 0 0,-6-1 32 0 0,-4-5-32 0 0,-4-3 0 0 0,-4-3 32 0 0,-2-2-32 0 0,3-1 64 0 0,6-5 64 0 0,1-3 96 0 0,3-3-32 0 0,3-5 0 0 0,4-5-32 0 0,3-2-96 0 0,2-3-32 0 0,0-1-32 0 0,6-6-32 0 0,1-5-64 0 0,9-2 64 0 0,6-2-32 0 0,9-4 64 0 0,7-3-32 0 0,12-2 32 0 0,15-1 0 0 0,15-6 0 0 0,11-7-64 0 0,13-10-320 0 0,8-6-416 0 0,6-7-448 0 0,2-7-896 0 0,3-5-4032 0 0,3-4 6176 0 0,-2 2 0 0 0,-17 14 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6"/>
    </inkml:context>
    <inkml:brush xml:id="br0">
      <inkml:brushProperty name="width" value="0.1" units="cm"/>
      <inkml:brushProperty name="height" value="0.1" units="cm"/>
    </inkml:brush>
  </inkml:definitions>
  <inkml:trace contextRef="#ctx0" brushRef="#br0">14422 14965 1951 0 0,'-4'9'6784'0'0,"-7"7"-6688"0"0,-5 6 0 0 0,0 4-32 0 0,2 1 96 0 0,0-3 0 0 0,1-2 0 0 0,-1 0-64 0 0,2 1-32 0 0,3 1-32 0 0,3 1 0 0 0,-2 1-32 0 0,0 0 32 0 0,2 0-32 0 0,1 1 0 0 0,-2-1 0 0 0,0 1 0 0 0,1 0 0 0 0,1-1-224 0 0,-3 1-832 0 0,1-5 1056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7"/>
    </inkml:context>
    <inkml:brush xml:id="br0">
      <inkml:brushProperty name="width" value="0.1" units="cm"/>
      <inkml:brushProperty name="height" value="0.1" units="cm"/>
    </inkml:brush>
  </inkml:definitions>
  <inkml:trace contextRef="#ctx0" brushRef="#br0">11951 14309 1087 0 0,'-5'9'6048'0'0,"-1"7"-3328"0"0,5 2-2432 0 0,7-4-192 0 0,7-2 576 0 0,6-5-192 0 0,4-3-64 0 0,2-2-224 0 0,3-2-64 0 0,-1 0 96 0 0,1 4 160 0 0,0 1 128 0 0,-1 0-352 0 0,-4 4-64 0 0,-2 0-64 0 0,-5 3-32 0 0,0-1 0 0 0,1-1 32 0 0,3-4 0 0 0,2-1 0 0 0,-2 1-32 0 0,-1 1 0 0 0,2-1-960 0 0,-4-2 960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8"/>
    </inkml:context>
    <inkml:brush xml:id="br0">
      <inkml:brushProperty name="width" value="0.1" units="cm"/>
      <inkml:brushProperty name="height" value="0.1" units="cm"/>
    </inkml:brush>
  </inkml:definitions>
  <inkml:trace contextRef="#ctx0" brushRef="#br0">23966 10888 5151 0 0,'-9'5'9344'0'0,"-8"1"-9248"0"0,-5-1 0 0 0,-3 5 224 0 0,-2-1-160 0 0,-1-1 0 0 0,-1-3-32 0 0,-3-1-32 0 0,-2-2 0 0 0,1 3-32 0 0,-3 2 0 0 0,-4-2 0 0 0,-5-1-32 0 0,1-1 0 0 0,-1-1 0 0 0,3 3-32 0 0,-1 1 32 0 0,3 0-32 0 0,-1-2 0 0 0,-3-1-32 0 0,-2-1 32 0 0,-3-1-64 0 0,-2-1-32 0 0,3 0-32 0 0,1 0 32 0 0,4 0 32 0 0,0-5 32 0 0,3-1 0 0 0,0 0 32 0 0,1 1 0 0 0,4 2 0 0 0,2 1 0 0 0,-1 1 0 0 0,0 0 0 0 0,1 6 32 0 0,2-3-32 0 0,2-2 0 0 0,1-1 0 0 0,1 0 0 0 0,1 4 0 0 0,-5 2 32 0 0,-1-4-32 0 0,0-3 32 0 0,1-1 0 0 0,2 1 64 0 0,1 0 0 0 0,0 0-32 0 0,1-4-64 0 0,-4 0 32 0 0,-1 0-32 0 0,0 1 0 0 0,1 2 0 0 0,2 1 0 0 0,0-3 0 0 0,2-2 0 0 0,0 2 0 0 0,-4 0 0 0 0,3-2 32 0 0,7-5-32 0 0,2-1 32 0 0,4-2-32 0 0,1 1 0 0 0,2-1 32 0 0,-2-3-32 0 0,-2-3 0 0 0,2-2 0 0 0,-2 3 0 0 0,-3 0 0 0 0,-2-1 0 0 0,-2-1-32 0 0,-2-2 32 0 0,-6-5 0 0 0,-6-3 0 0 0,-1 0 0 0 0,-4 1 0 0 0,1 1 32 0 0,-1 1-32 0 0,2 1 0 0 0,-2 1 0 0 0,-2 0 0 0 0,-3 1 32 0 0,2 4-32 0 0,-4 2 0 0 0,-4 0 0 0 0,-1-2 0 0 0,-1 3 0 0 0,5 1 0 0 0,2-2-32 0 0,-1 3 32 0 0,0 5 0 0 0,-1-1-32 0 0,4 2 32 0 0,0 3 0 0 0,-1-2 0 0 0,-1 1 0 0 0,-2 2 0 0 0,-1 3 0 0 0,-1 1 0 0 0,-1-3 0 0 0,0-1 0 0 0,0 1 0 0 0,0 2 0 0 0,4 1 0 0 0,2 2 0 0 0,0 0 0 0 0,-2 1 0 0 0,0-5 0 0 0,2 0 0 0 0,2-1 0 0 0,-2 2 0 0 0,3-4 0 0 0,0 0 0 0 0,-1 2-32 0 0,2-4 32 0 0,4 1-64 0 0,4 1-64 0 0,-1 3-96 0 0,1 1-128 0 0,3-2-192 0 0,1-1-352 0 0,2 2-640 0 0,1-4-1280 0 0,1 0 2816 0 0,6 2 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9"/>
    </inkml:context>
    <inkml:brush xml:id="br0">
      <inkml:brushProperty name="width" value="0.1" units="cm"/>
      <inkml:brushProperty name="height" value="0.1" units="cm"/>
    </inkml:brush>
  </inkml:definitions>
  <inkml:trace contextRef="#ctx0" brushRef="#br0">19479 9779 1407 0 0,'-9'0'5728'0'0,"-8"0"-5440"0"0,0 4 0 0 0,-3 7 32 0 0,-1 1-32 0 0,2 7-64 0 0,0 5-32 0 0,3 3-64 0 0,4 2-32 0 0,1 0 32 0 0,1 4 32 0 0,-2 1 0 0 0,1-1 0 0 0,-2-1 32 0 0,1-2 0 0 0,3-1-64 0 0,-2 3-32 0 0,1 0 0 0 0,-2 0-64 0 0,1-1 0 0 0,2-1-32 0 0,3-2 0 0 0,2-1-32 0 0,6-5-32 0 0,8-6-1184 0 0,6-6-1120 0 0,6-4 2368 0 0,7-4 0 0 0,-1-2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0"/>
    </inkml:context>
    <inkml:brush xml:id="br0">
      <inkml:brushProperty name="width" value="0.1" units="cm"/>
      <inkml:brushProperty name="height" value="0.1" units="cm"/>
    </inkml:brush>
  </inkml:definitions>
  <inkml:trace contextRef="#ctx0" brushRef="#br0">23522 10288 1375 0 0,'-13'-4'11584'0'0,"-9"2"-11520"0"0,-6 2-64 0 0,2 11 0 0 0,2 6-32 0 0,-1 11 0 0 0,5 9 32 0 0,5 11 0 0 0,6 17-32 0 0,4 9 32 0 0,3 7 0 0 0,1-2 0 0 0,2-1 0 0 0,5 0-32 0 0,1-4 32 0 0,4-6-224 0 0,4-6-256 0 0,1-8-448 0 0,1-14-1024 0 0,-2-9 1952 0 0,-4-10 0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1"/>
    </inkml:context>
    <inkml:brush xml:id="br0">
      <inkml:brushProperty name="width" value="0.1" units="cm"/>
      <inkml:brushProperty name="height" value="0.1" units="cm"/>
    </inkml:brush>
  </inkml:definitions>
  <inkml:trace contextRef="#ctx0" brushRef="#br0">23488 10346 2335 0 0,'-13'-9'9664'0'0,"-10"-3"-9344"0"0,0-4-192 0 0,-1 1 0 0 0,4-2-128 0 0,5-2 64 0 0,9 2 64 0 0,7-1 32 0 0,6 3-64 0 0,8-1 32 0 0,5 3-96 0 0,4 3 0 0 0,2 4 0 0 0,1 2-32 0 0,1 3 0 0 0,0 5 32 0 0,-1 2-32 0 0,-4 5 32 0 0,-2 5 0 0 0,-4 4-32 0 0,-1-1 32 0 0,-3 0-32 0 0,-4 2 0 0 0,-3 2-32 0 0,-3 1 32 0 0,-2 1 0 0 0,-1 6 0 0 0,0 1 0 0 0,-1 1 32 0 0,1-2-32 0 0,-6-1 96 0 0,0-1 32 0 0,-4 3 0 0 0,-1 1-32 0 0,-3-1 0 0 0,-3-1 0 0 0,1-1-32 0 0,-1 2 32 0 0,-2 2-32 0 0,-3-6-32 0 0,-2-3 0 0 0,4-2-32 0 0,0-4 0 0 0,3 0 0 0 0,1-5-32 0 0,2 1-192 0 0,9-3 192 0 0,9-3 32 0 0,9-3-32 0 0,7-3 32 0 0,3-1 0 0 0,4 2 0 0 0,1 2-32 0 0,0-1 32 0 0,0 3 0 0 0,0 1-32 0 0,0-2 32 0 0,-1 3 32 0 0,-1 4 0 0 0,-3 5 32 0 0,-7 2 0 0 0,-6 3-32 0 0,-5 2 0 0 0,-2 1-32 0 0,-8 0 32 0 0,-6 1 32 0 0,-6-1 0 0 0,-5 0-32 0 0,-3-5 32 0 0,3-1-32 0 0,0-5-32 0 0,0 0-32 0 0,-1-3 0 0 0,-1 1-128 0 0,-2-2-832 0 0,10-3 384 0 0,10-8-416 0 0,12-4-1632 0 0,9-5-1280 0 0,7-7 3936 0 0,-1 0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2"/>
    </inkml:context>
    <inkml:brush xml:id="br0">
      <inkml:brushProperty name="width" value="0.1" units="cm"/>
      <inkml:brushProperty name="height" value="0.1" units="cm"/>
    </inkml:brush>
  </inkml:definitions>
  <inkml:trace contextRef="#ctx0" brushRef="#br0">24039 11011 3807 0 0,'0'-9'5216'0'0,"0"-7"-5184"0"0,5-2 96 0 0,1-1 192 0 0,-1-3 128 0 0,0-1 3008 0 0,-6 7-3360 0 0,-8 11 0 0 0,-6 11-64 0 0,-5 4 0 0 0,-4 5-32 0 0,-3 0 0 0 0,0 2-32 0 0,-1 3 0 0 0,0 2-32 0 0,5 2 32 0 0,2-3 0 0 0,4-1 32 0 0,6 1 0 0 0,8 1 0 0 0,5 2 64 0 0,7-4-64 0 0,6-4 32 0 0,6-6-32 0 0,2-9 0 0 0,3-4 32 0 0,2-7-32 0 0,-1-6 0 0 0,1-4 32 0 0,-5-4-32 0 0,-2 3 32 0 0,-4-1-32 0 0,-1 0 32 0 0,-3-1 0 0 0,1 8-32 0 0,-2 11 0 0 0,-3 15 0 0 0,-3 10 32 0 0,-3 11 0 0 0,-1 13-32 0 0,-2 8 32 0 0,0 4-32 0 0,4-3 0 0 0,1-6-96 0 0,0-3-128 0 0,4-4-4480 0 0,0-14 4704 0 0,3-11 0 0 0,0-8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3"/>
    </inkml:context>
    <inkml:brush xml:id="br0">
      <inkml:brushProperty name="width" value="0.1" units="cm"/>
      <inkml:brushProperty name="height" value="0.1" units="cm"/>
    </inkml:brush>
  </inkml:definitions>
  <inkml:trace contextRef="#ctx0" brushRef="#br0">24421 10351 5887 0 0,'-4'13'8384'0'0,"-2"9"-8224"0"0,-4 11-32 0 0,-1 7 0 0 0,-2 11-64 0 0,0 11-32 0 0,3 7 0 0 0,-2 2 0 0 0,2 2-32 0 0,2 7 0 0 0,-2 2 0 0 0,1-2-64 0 0,2-3-224 0 0,2 0-224 0 0,1-4-224 0 0,3-6-320 0 0,0-9-480 0 0,1-11-864 0 0,1-8 2400 0 0,-1-11 0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4"/>
    </inkml:context>
    <inkml:brush xml:id="br0">
      <inkml:brushProperty name="width" value="0.1" units="cm"/>
      <inkml:brushProperty name="height" value="0.1" units="cm"/>
    </inkml:brush>
  </inkml:definitions>
  <inkml:trace contextRef="#ctx0" brushRef="#br0">24162 10895 4991 0 0,'13'-4'5120'0'0,"10"-7"-4832"0"0,4-1-32 0 0,3-2-32 0 0,1-5-96 0 0,4 2-32 0 0,0-1-32 0 0,-1 3-160 0 0,-2-1-512 0 0,-1-2-4768 0 0,-3-3 5376 0 0,-5 3 0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5"/>
    </inkml:context>
    <inkml:brush xml:id="br0">
      <inkml:brushProperty name="width" value="0.1" units="cm"/>
      <inkml:brushProperty name="height" value="0.1" units="cm"/>
    </inkml:brush>
  </inkml:definitions>
  <inkml:trace contextRef="#ctx0" brushRef="#br0">24855 10266 3711 0 0,'-4'13'9792'0'0,"-2"10"-9568"0"0,-4 9-64 0 0,-1 8-32 0 0,-2 7-64 0 0,-5 4-32 0 0,-2 7 0 0 0,1 11 0 0 0,0 8 0 0 0,-2 5-32 0 0,-1 1 0 0 0,-2 0 0 0 0,4-1 0 0 0,0-4-32 0 0,3-8-320 0 0,1-6-384 0 0,3-9-480 0 0,3-10-384 0 0,4-8-544 0 0,3-10 2144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6"/>
    </inkml:context>
    <inkml:brush xml:id="br0">
      <inkml:brushProperty name="width" value="0.1" units="cm"/>
      <inkml:brushProperty name="height" value="0.1" units="cm"/>
    </inkml:brush>
  </inkml:definitions>
  <inkml:trace contextRef="#ctx0" brushRef="#br0">24500 10900 2943 0 0,'9'-9'8096'0'0,"8"-3"-7584"0"0,5-4-96 0 0,3 1-32 0 0,2 3-320 0 0,2 3 0 0 0,-1 4-32 0 0,0 2-96 0 0,0 2-960 0 0,-1-4-384 0 0,0 0-992 0 0,-1-1 2400 0 0,-4 3 0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7"/>
    </inkml:context>
    <inkml:brush xml:id="br0">
      <inkml:brushProperty name="width" value="0.1" units="cm"/>
      <inkml:brushProperty name="height" value="0.1" units="cm"/>
    </inkml:brush>
  </inkml:definitions>
  <inkml:trace contextRef="#ctx0" brushRef="#br0">24797 11125 2911 0 0,'13'-4'7488'0'0,"5"-7"-7200"0"0,4-1 0 0 0,2-2 448 0 0,-2-5-416 0 0,-1 2-224 0 0,-4-1 0 0 0,-1-1 0 0 0,3-3 0 0 0,-3-2-32 0 0,-4-1 0 0 0,0 3-32 0 0,-1 2 0 0 0,1-1 64 0 0,-5 3-736 0 0,-9 9 608 0 0,-8 11 32 0 0,-8 5 0 0 0,-4 10 0 0 0,1 7-32 0 0,0 8 32 0 0,3 4-32 0 0,5-1 0 0 0,4-1 0 0 0,9-2 32 0 0,9-2-64 0 0,6-6 32 0 0,7-7 32 0 0,3-7 0 0 0,2-4-32 0 0,1-4 32 0 0,0-7-224 0 0,0-2-480 0 0,0-4-2976 0 0,-1-1 3680 0 0,-5-3 0 0 0,-6 2 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8"/>
    </inkml:context>
    <inkml:brush xml:id="br0">
      <inkml:brushProperty name="width" value="0.1" units="cm"/>
      <inkml:brushProperty name="height" value="0.1" units="cm"/>
    </inkml:brush>
  </inkml:definitions>
  <inkml:trace contextRef="#ctx0" brushRef="#br0">25400 10985 4927 0 0,'0'-9'8000'0'0,"-4"-8"-7968"0"0,-2 4 0 0 0,-4 4 32 0 0,-1 8 128 0 0,-3 5 128 0 0,2 5 0 0 0,-3 6 0 0 0,-2 5-96 0 0,1 4-96 0 0,-1 2-32 0 0,2 1-96 0 0,4-9 384 0 0,4-11-416 0 0,2-16-32 0 0,8-12-32 0 0,7-6-64 0 0,2-7-32 0 0,4-3-64 0 0,3 0 0 0 0,3 3 0 0 0,2 6-64 0 0,-2 4-96 0 0,-2 6-384 0 0,2 6-704 0 0,0 1-1472 0 0,2 1 2976 0 0,-4 4 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9"/>
    </inkml:context>
    <inkml:brush xml:id="br0">
      <inkml:brushProperty name="width" value="0.1" units="cm"/>
      <inkml:brushProperty name="height" value="0.1" units="cm"/>
    </inkml:brush>
  </inkml:definitions>
  <inkml:trace contextRef="#ctx0" brushRef="#br0">25679 10902 4287 0 0,'-9'-5'10976'0'0,"-7"-1"-10816"0"0,-6 5-32 0 0,1 7 0 0 0,0 7 0 0 0,-2 6-32 0 0,4 4 0 0 0,1 2-64 0 0,2 3-32 0 0,5-1 0 0 0,4 1-32 0 0,3 0-32 0 0,7-5-96 0 0,7-11 160 0 0,7-8 0 0 0,5-8 32 0 0,3-9 0 0 0,-3-6 0 0 0,0-4 0 0 0,0-4-32 0 0,1 0 32 0 0,1-6-32 0 0,1-1 32 0 0,-3 0-32 0 0,-2 2 0 0 0,-4 2 32 0 0,0 6 0 0 0,-2 2 0 0 0,-5 10 96 0 0,-3 11-128 0 0,-3 10 0 0 0,-6 13-32 0 0,-3 12-32 0 0,0 8 0 0 0,-3 12-32 0 0,-1 4 0 0 0,-3 7 64 0 0,1 6 0 0 0,-2 3 32 0 0,1 0 32 0 0,-2-1-32 0 0,2 2 64 0 0,-1-4 32 0 0,-3-4-32 0 0,-3-5 32 0 0,2-8-32 0 0,-1-5 64 0 0,-1-6 32 0 0,-2-10 0 0 0,-2-6 32 0 0,-1-4 0 0 0,-1-5 64 0 0,-5-1 0 0 0,-1-4-128 0 0,-1-4-64 0 0,2-4-64 0 0,1-6-32 0 0,1-9-32 0 0,1-2 32 0 0,1-3-32 0 0,5-4 32 0 0,2-8-32 0 0,4-3 0 0 0,5-2 0 0 0,9 1 0 0 0,4-4 32 0 0,7 0-32 0 0,6-4-224 0 0,10 1-128 0 0,9-2-32 0 0,9-4 32 0 0,9-2-64 0 0,10-4-64 0 0,8 3-160 0 0,6-4-160 0 0,7 2-416 0 0,4 0-896 0 0,0 0 2176 0 0,3 4 0 0 0,-13 8 0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0"/>
    </inkml:context>
    <inkml:brush xml:id="br0">
      <inkml:brushProperty name="width" value="0.1" units="cm"/>
      <inkml:brushProperty name="height" value="0.1" units="cm"/>
    </inkml:brush>
  </inkml:definitions>
  <inkml:trace contextRef="#ctx0" brushRef="#br0">26843 10889 31 0 0,'-13'-9'1280'0'0,"-10"-3"-416"0"0,-4 1-448 0 0,-3 2-256 0 0,-1 2-256 0 0,1 8-992 0 0,5 2 1088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1"/>
    </inkml:context>
    <inkml:brush xml:id="br0">
      <inkml:brushProperty name="width" value="0.1" units="cm"/>
      <inkml:brushProperty name="height" value="0.1" units="cm"/>
    </inkml:brush>
  </inkml:definitions>
  <inkml:trace contextRef="#ctx0" brushRef="#br0">26443 10372 3391 0 0,'-9'0'10496'0'0,"-8"4"-10336"0"0,0 7-64 0 0,-2 9-32 0 0,-3 16 0 0 0,3 15-32 0 0,0 16-32 0 0,3 11 32 0 0,5 6 0 0 0,-1 1-32 0 0,2 1 0 0 0,2-2 0 0 0,4-1-32 0 0,1-6-64 0 0,2-6-128 0 0,0-12-128 0 0,2-11-128 0 0,-1-9-256 0 0,5-11-3520 0 0,2-20 480 0 0,3-20 3776 0 0,1-7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2"/>
    </inkml:context>
    <inkml:brush xml:id="br0">
      <inkml:brushProperty name="width" value="0.1" units="cm"/>
      <inkml:brushProperty name="height" value="0.1" units="cm"/>
    </inkml:brush>
  </inkml:definitions>
  <inkml:trace contextRef="#ctx0" brushRef="#br0">26364 10329 4831 0 0,'13'9'9312'0'0,"10"8"-9312"0"0,4 5 0 0 0,3 3 0 0 0,1 2-32 0 0,-5 2-32 0 0,-3-1 0 0 0,0 0 0 0 0,0-1-96 0 0,-4 1 96 0 0,-5-1 32 0 0,-5-1 64 0 0,1-4 0 0 0,-6-1 0 0 0,-4-1 96 0 0,-6 2-96 0 0,-7-3 32 0 0,-6-1-32 0 0,-3-3 0 0 0,-4 1 0 0 0,0 1-32 0 0,-2-1 0 0 0,0 0-32 0 0,1-2-96 0 0,-1-3-224 0 0,6 0-224 0 0,1-1-32 0 0,9-7-3136 0 0,11-4 384 0 0,10-6 3360 0 0,8-2 0 0 0,2 0 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3"/>
    </inkml:context>
    <inkml:brush xml:id="br0">
      <inkml:brushProperty name="width" value="0.1" units="cm"/>
      <inkml:brushProperty name="height" value="0.1" units="cm"/>
    </inkml:brush>
  </inkml:definitions>
  <inkml:trace contextRef="#ctx0" brushRef="#br0">26669 11028 2527 0 0,'5'-9'11072'0'0,"1"-7"-10848"0"0,-5-1-64 0 0,-3-3 0 0 0,-5 3 32 0 0,-6 4 32 0 0,-5 4-160 0 0,-4 4-32 0 0,-3 3-32 0 0,-2 5-32 0 0,-1 8-32 0 0,1 6-192 0 0,-1 9 128 0 0,5 5 64 0 0,7 1 32 0 0,1 0 0 0 0,3 4 0 0 0,4 0 0 0 0,7-6 0 0 0,5-4 0 0 0,0-2 0 0 0,6-4 32 0 0,4-7 0 0 0,0-9 0 0 0,3-5 0 0 0,2-8 32 0 0,-1-6-32 0 0,0-6 32 0 0,1-3 0 0 0,3 3 0 0 0,-3-1 0 0 0,0 0 0 0 0,-3-1 0 0 0,0 3-32 0 0,1 1 32 0 0,4 3 0 0 0,1 5 0 0 0,2 4 320 0 0,-3 8-160 0 0,-5 8 32 0 0,-5 7-64 0 0,-5 5-32 0 0,-3 4-32 0 0,-2 2-64 0 0,-2 1 0 0 0,0 0-96 0 0,-4 0-288 0 0,-2-1-864 0 0,5-4-1504 0 0,3-11 736 0 0,5-7 1984 0 0,3-5 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4"/>
    </inkml:context>
    <inkml:brush xml:id="br0">
      <inkml:brushProperty name="width" value="0.1" units="cm"/>
      <inkml:brushProperty name="height" value="0.1" units="cm"/>
    </inkml:brush>
  </inkml:definitions>
  <inkml:trace contextRef="#ctx0" brushRef="#br0">27127 10880 2591 0 0,'-9'13'13760'0'0,"-3"10"-13472"0"0,-4 0-128 0 0,-4 1-64 0 0,2 1-64 0 0,-1 0 0 0 0,3 1-32 0 0,0 1 32 0 0,-2-1-32 0 0,1 1 0 0 0,1-1 96 0 0,1 1-32 0 0,5 0 0 0 0,-2-1-32 0 0,7 1-32 0 0,4-1-64 0 0,6-4-32 0 0,7-6-256 0 0,6-6 32 0 0,4-9-800 0 0,8-9 224 0 0,3-3-192 0 0,1-4-256 0 0,-2-5-160 0 0,-1-3-384 0 0,-2 3-1344 0 0,0 0 3232 0 0,-2-2 0 0 0,-5 4 0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5"/>
    </inkml:context>
    <inkml:brush xml:id="br0">
      <inkml:brushProperty name="width" value="0.1" units="cm"/>
      <inkml:brushProperty name="height" value="0.1" units="cm"/>
    </inkml:brush>
  </inkml:definitions>
  <inkml:trace contextRef="#ctx0" brushRef="#br0">27401 10647 6335 0 0,'-14'9'11968'0'0,"-3"7"-11904"0"0,-1 6 0 0 0,0 4 0 0 0,2 1-64 0 0,5 6 32 0 0,3 5-32 0 0,3 6 0 0 0,3 5 0 0 0,2 7 0 0 0,0 3 0 0 0,5 0 0 0 0,2 4-32 0 0,-1 1 32 0 0,-1-7-32 0 0,-1-4 32 0 0,-2-6-32 0 0,4-7 0 0 0,0-6-32 0 0,0-3-32 0 0,-2-13 64 0 0,-1-17 0 0 0,-1-15 0 0 0,-1-8 32 0 0,4-5-32 0 0,1-7 32 0 0,-1-3-32 0 0,-1-3 32 0 0,4 0 0 0 0,0-2-32 0 0,3 1 32 0 0,0 4-32 0 0,2 4 0 0 0,4 6 32 0 0,-1 5-32 0 0,1 5 32 0 0,2 6 0 0 0,3 0 0 0 0,2 2 0 0 0,1 2 0 0 0,1 3 0 0 0,0 7 32 0 0,1 2 0 0 0,0 5 64 0 0,-5 5 64 0 0,-5 5 64 0 0,-7 3 0 0 0,-8 3 0 0 0,-11 1 192 0 0,-2 0-160 0 0,-4-4-64 0 0,-5-6-32 0 0,-3-6-224 0 0,-1-5-352 0 0,-3-3 64 0 0,0-7-32 0 0,0-3-192 0 0,0-4 416 0 0,0-1 96 0 0,0 2-32 0 0,4 7 64 0 0,3 4-32 0 0,3 7-32 0 0,6 6 64 0 0,4 5 0 0 0,8 4 0 0 0,4 3 0 0 0,5-4 0 0 0,6 0 0 0 0,4 0 0 0 0,4-4 0 0 0,6 0 0 0 0,3-3 32 0 0,5-4-128 0 0,5-5-512 0 0,-1-2-512 0 0,2-2-992 0 0,2-2 2144 0 0,-1-1 0 0 0,-10 0 0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6"/>
    </inkml:context>
    <inkml:brush xml:id="br0">
      <inkml:brushProperty name="width" value="0.1" units="cm"/>
      <inkml:brushProperty name="height" value="0.1" units="cm"/>
    </inkml:brush>
  </inkml:definitions>
  <inkml:trace contextRef="#ctx0" brushRef="#br0">22238 13208 8927 0 0,'0'9'8608'0'0,"5"3"-8672"0"0,1-5 64 0 0,-1-8 64 0 0,0-9-32 0 0,-2-6 96 0 0,-5-6-32 0 0,-3-3-32 0 0,-5-3 0 0 0,-5 5-32 0 0,-5 1 0 0 0,-3 0-32 0 0,-2-1 32 0 0,-2 3-32 0 0,-5 1 0 0 0,-6-1 0 0 0,-5-1 0 0 0,-5-2 0 0 0,-3 3-32 0 0,-2 0 0 0 0,-5 4 32 0 0,-2 5-32 0 0,0 3 32 0 0,-3 4 0 0 0,0 3 32 0 0,2-4-32 0 0,2 0 0 0 0,3 0 0 0 0,-4 1 0 0 0,0-3 0 0 0,2 0-32 0 0,0-4 32 0 0,3 0 0 0 0,0-3 0 0 0,1-3 0 0 0,1 2 0 0 0,1-7 0 0 0,-1-3 0 0 0,0-3 0 0 0,-4 0-32 0 0,-2-5 0 0 0,1-5 32 0 0,1-2 0 0 0,0-2-32 0 0,2-3 32 0 0,1-3 0 0 0,1-2 32 0 0,0 2-32 0 0,0 1 0 0 0,-4-1 0 0 0,-6-1 32 0 0,-1 4-32 0 0,-4-1 32 0 0,1 0 0 0 0,4 2 0 0 0,-3 5 32 0 0,3 0 0 0 0,-3 6 0 0 0,2 4 0 0 0,-3 4 0 0 0,2 0-32 0 0,3 0-32 0 0,3 5 32 0 0,2 1-32 0 0,2 4 32 0 0,-3 0-32 0 0,-1-3 0 0 0,-4 3 0 0 0,1 4 0 0 0,-4-2 0 0 0,-4 3 0 0 0,1 2 0 0 0,-1 2 0 0 0,3 3 0 0 0,3 2 0 0 0,3 1 0 0 0,4 4 0 0 0,6 3-32 0 0,4-1 32 0 0,0-1 0 0 0,-1-1 0 0 0,4-2 0 0 0,0-1 0 0 0,-2 4 0 0 0,3 1 0 0 0,0 0 0 0 0,2-2 0 0 0,4 4 32 0 0,-1-1-32 0 0,2 4 32 0 0,2 0 0 0 0,-2-2-32 0 0,1-2 32 0 0,1 1-32 0 0,3 0 0 0 0,1-1-32 0 0,-2 2 32 0 0,-1 0 0 0 0,1 3-32 0 0,1-1 0 0 0,1 3 0 0 0,2-2 0 0 0,1 2-320 0 0,0-1-448 0 0,1 1-704 0 0,0-1-2368 0 0,4-8 3872 0 0,7-4 0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7"/>
    </inkml:context>
    <inkml:brush xml:id="br0">
      <inkml:brushProperty name="width" value="0.1" units="cm"/>
      <inkml:brushProperty name="height" value="0.1" units="cm"/>
    </inkml:brush>
  </inkml:definitions>
  <inkml:trace contextRef="#ctx0" brushRef="#br0">17490 11515 2271 0 0,'-14'4'6176'0'0,"-8"7"-4800"0"0,-6 0-672 0 0,3 4-64 0 0,0-1-96 0 0,5 1-128 0 0,1-1-128 0 0,0 1 64 0 0,-2-2-256 0 0,-2 2-32 0 0,-1 2-64 0 0,3 3-32 0 0,1 2 32 0 0,-1 3-32 0 0,-1 1 0 0 0,3 5 0 0 0,0 2 32 0 0,4 4-32 0 0,4 5 32 0 0,4 4 0 0 0,3-1-32 0 0,2-3 0 0 0,2-5 0 0 0,5-4 0 0 0,6-8-96 0 0,6-8 64 0 0,9-7-128 0 0,5-5-128 0 0,6-3-160 0 0,0-3-192 0 0,5 0-384 0 0,2-5-576 0 0,4-1-1184 0 0,3 0 2816 0 0,5 1 0 0 0,-6 3 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8"/>
    </inkml:context>
    <inkml:brush xml:id="br0">
      <inkml:brushProperty name="width" value="0.1" units="cm"/>
      <inkml:brushProperty name="height" value="0.1" units="cm"/>
    </inkml:brush>
  </inkml:definitions>
  <inkml:trace contextRef="#ctx0" brushRef="#br0">21524 13508 2559 0 0,'-13'9'11936'0'0,"-1"-2"-12896"0"0,3-6 672 0 0,8-12 32 0 0,8-14 64 0 0,8-11 32 0 0,11-13 64 0 0,6-8 0 0 0,7-6 64 0 0,1-3 0 0 0,4-3 32 0 0,-1 1 0 0 0,-4 3-32 0 0,-2 4 32 0 0,-4 7 32 0 0,-2 9-32 0 0,-1 12 96 0 0,-2 7 128 0 0,0 12 1312 0 0,-5 14-1088 0 0,-5 10-352 0 0,-6 9 0 0 0,-5 5 32 0 0,-3 8 32 0 0,-6 3 32 0 0,-3 4-32 0 0,-4 5-32 0 0,-1 4 0 0 0,2 2-32 0 0,3 2-32 0 0,2 2-32 0 0,2-5 0 0 0,2-6-32 0 0,1-5 0 0 0,5-10-32 0 0,1-5 0 0 0,5-1 0 0 0,4-5 0 0 0,5-6 0 0 0,3-4 64 0 0,-2-8-32 0 0,-1-8 0 0 0,2-7 0 0 0,1-10-32 0 0,-4-10-64 0 0,0-7 0 0 0,2-6-64 0 0,-4-3 0 0 0,-4 3 32 0 0,0 0 32 0 0,-3 0 32 0 0,3-1 32 0 0,-2 3 32 0 0,2 2 0 0 0,-1 3 0 0 0,-3 4 0 0 0,2 9 0 0 0,-1 5 32 0 0,2 6 160 0 0,-1 11 224 0 0,2 11-352 0 0,-1 14 0 0 0,-2 13-32 0 0,-4 14 0 0 0,-2 14-32 0 0,-2 10 0 0 0,-1 6 32 0 0,-1 5-32 0 0,4-3 0 0 0,1-1-32 0 0,1-4 32 0 0,2-6-64 0 0,1-4-224 0 0,-1-9-416 0 0,2-9-640 0 0,-1-7-992 0 0,4-6 2336 0 0,-2-7 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9"/>
    </inkml:context>
    <inkml:brush xml:id="br0">
      <inkml:brushProperty name="width" value="0.1" units="cm"/>
      <inkml:brushProperty name="height" value="0.1" units="cm"/>
    </inkml:brush>
  </inkml:definitions>
  <inkml:trace contextRef="#ctx0" brushRef="#br0">22598 13145 3039 0 0,'4'8'10752'0'0,"2"9"-10080"0"0,0 9-224 0 0,-1 10-160 0 0,-2 8-128 0 0,-1 5-96 0 0,-5 3 0 0 0,-3-2-32 0 0,0-2-96 0 0,2-3-128 0 0,0-6-160 0 0,2-4-1216 0 0,-4-13-1952 0 0,-1-15 1408 0 0,6-22 2112 0 0,3-21 0 0 0,0-6 0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0"/>
    </inkml:context>
    <inkml:brush xml:id="br0">
      <inkml:brushProperty name="width" value="0.1" units="cm"/>
      <inkml:brushProperty name="height" value="0.1" units="cm"/>
    </inkml:brush>
  </inkml:definitions>
  <inkml:trace contextRef="#ctx0" brushRef="#br0">22617 12932 7295 0 0,'4'-13'6880'0'0,"7"-10"-7360"0"0,5-5-480 0 0,0-2-768 0 0,2 0-1088 0 0,2 0 2816 0 0,3 0 0 0 0,-3 6 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1"/>
    </inkml:context>
    <inkml:brush xml:id="br0">
      <inkml:brushProperty name="width" value="0.1" units="cm"/>
      <inkml:brushProperty name="height" value="0.1" units="cm"/>
    </inkml:brush>
  </inkml:definitions>
  <inkml:trace contextRef="#ctx0" brushRef="#br0">23059 13114 4479 0 0,'4'-9'7008'0'0,"2"-8"-6112"0"0,-4 0 64 0 0,-4 7-736 0 0,-5 4-32 0 0,-6 9-96 0 0,-5 8-32 0 0,-5 7-32 0 0,-2 4 0 0 0,-1 8-64 0 0,-2 3-96 0 0,1 1-64 0 0,-1-1 0 0 0,5-2 64 0 0,2-2 32 0 0,0 4 64 0 0,3 0 0 0 0,6 4 0 0 0,-1 0 0 0 0,2 3 32 0 0,8-2-32 0 0,4 3 0 0 0,7-2 0 0 0,1-2 0 0 0,5-8-288 0 0,3-5-352 0 0,4-6-384 0 0,7-6-480 0 0,4-5-1376 0 0,5-8 2912 0 0,1-9 0 0 0,-7-2 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2"/>
    </inkml:context>
    <inkml:brush xml:id="br0">
      <inkml:brushProperty name="width" value="0.1" units="cm"/>
      <inkml:brushProperty name="height" value="0.1" units="cm"/>
    </inkml:brush>
  </inkml:definitions>
  <inkml:trace contextRef="#ctx0" brushRef="#br0">23241 13282 5407 0 0,'4'14'8800'0'0,"-2"12"-8768"0"0,-3 8 0 0 0,0 6 0 0 0,0 6 96 0 0,-5-1 32 0 0,-1 1 32 0 0,1-2-64 0 0,1-5 32 0 0,1-5 0 0 0,-2-7-32 0 0,-1-13-32 0 0,1-14 0 0 0,1-11 0 0 0,2-8-64 0 0,6-6-32 0 0,2-2 32 0 0,1-2-32 0 0,3-5 0 0 0,0 0 0 0 0,4-5-32 0 0,-1-3-160 0 0,2-1-288 0 0,3 4-320 0 0,4-1-512 0 0,2 2-480 0 0,2 3-704 0 0,1 3-1792 0 0,0 2 4288 0 0,2 2 0 0 0,-6 6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3"/>
    </inkml:context>
    <inkml:brush xml:id="br0">
      <inkml:brushProperty name="width" value="0.1" units="cm"/>
      <inkml:brushProperty name="height" value="0.1" units="cm"/>
    </inkml:brush>
  </inkml:definitions>
  <inkml:trace contextRef="#ctx0" brushRef="#br0">23855 13104 5599 0 0,'-9'-4'7840'0'0,"-7"2"-7808"0"0,-6 7-64 0 0,-3 2 32 0 0,-7 5-32 0 0,-2 9 32 0 0,0 5 0 0 0,1 3 0 0 0,2 1 0 0 0,2 0 0 0 0,6 0 0 0 0,1-2 0 0 0,6 4-32 0 0,0 1 0 0 0,4 0 0 0 0,3-2 0 0 0,3-1 0 0 0,3-2 0 0 0,2-1 0 0 0,5 0-64 0 0,7-5 64 0 0,6-6 64 0 0,5-6 32 0 0,2-9 32 0 0,7-5-32 0 0,3-11 96 0 0,4-7 32 0 0,0-4 96 0 0,-2-7 0 0 0,-2-2-32 0 0,-3-5-96 0 0,-2 1 0 0 0,-1 6-64 0 0,-6 5 0 0 0,-6-2-32 0 0,-6 0 0 0 0,-5 0-192 0 0,-3 0-288 0 0,-7 2-224 0 0,-6 1-224 0 0,-6 4-416 0 0,-5 7-448 0 0,-3 1-1312 0 0,-2 8 3040 0 0,-1 5 0 0 0,5 3 0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4"/>
    </inkml:context>
    <inkml:brush xml:id="br0">
      <inkml:brushProperty name="width" value="0.1" units="cm"/>
      <inkml:brushProperty name="height" value="0.1" units="cm"/>
    </inkml:brush>
  </inkml:definitions>
  <inkml:trace contextRef="#ctx0" brushRef="#br0">24246 13229 3711 0 0,'14'5'9824'0'0,"8"1"-10560"0"0,6-1-992 0 0,2 0 1728 0 0,-4-6 0 0 0,-6-3 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5"/>
    </inkml:context>
    <inkml:brush xml:id="br0">
      <inkml:brushProperty name="width" value="0.1" units="cm"/>
      <inkml:brushProperty name="height" value="0.1" units="cm"/>
    </inkml:brush>
  </inkml:definitions>
  <inkml:trace contextRef="#ctx0" brushRef="#br0">25210 12742 5983 0 0,'-9'9'7136'0'0,"-7"8"-6848"0"0,-6 5 0 0 0,-8 3-32 0 0,-3 7 0 0 0,-1 2 0 0 0,-3 4-32 0 0,-5 6-32 0 0,1 3-96 0 0,-3 3-32 0 0,3 6-64 0 0,-1 3 32 0 0,2 1-32 0 0,3-2 0 0 0,4 4-32 0 0,7 4 32 0 0,4 0 32 0 0,5 2 0 0 0,6 4 32 0 0,5-7 224 0 0,3-9-320 0 0,7-15-128 0 0,2-9-288 0 0,5-6-1504 0 0,6-8 448 0 0,3-6-864 0 0,4-1 2368 0 0,6-2 0 0 0,-2-3 0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6"/>
    </inkml:context>
    <inkml:brush xml:id="br0">
      <inkml:brushProperty name="width" value="0.1" units="cm"/>
      <inkml:brushProperty name="height" value="0.1" units="cm"/>
    </inkml:brush>
  </inkml:definitions>
  <inkml:trace contextRef="#ctx0" brushRef="#br0">25745 13442 5503 0 0,'-9'-4'7136'0'0,"-8"2"-6912"0"0,-4 2 64 0 0,-5 1 32 0 0,-1 1-32 0 0,-6-1 0 0 0,-1 0-64 0 0,-4 4-64 0 0,-5 1-64 0 0,1 0-64 0 0,-2-1 0 0 0,-2-2-32 0 0,2-1 0 0 0,4 4-64 0 0,0 0-64 0 0,2 4 0 0 0,3 5 0 0 0,4 4 32 0 0,1 4 64 0 0,7 2 0 0 0,2 6 0 0 0,5 2 32 0 0,5 0 0 0 0,5-1 0 0 0,3-2 0 0 0,2-1 0 0 0,6-5-64 0 0,6-8 32 0 0,6-5 32 0 0,5-6 0 0 0,3-3 0 0 0,1-2 32 0 0,2-1 32 0 0,0-4 64 0 0,-1-3 0 0 0,1-3 0 0 0,-1 0 32 0 0,0-3-64 0 0,-5-4 32 0 0,-2 2 0 0 0,-3-1 160 0 0,-11-2-128 0 0,-9-3-64 0 0,-5-2-96 0 0,-6-1 0 0 0,-4 4-96 0 0,-4 0-64 0 0,-3 4-64 0 0,3 1-32 0 0,0 3 0 0 0,1 3-832 0 0,2-1-1728 0 0,6 7-32 0 0,4 3 2848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7"/>
    </inkml:context>
    <inkml:brush xml:id="br0">
      <inkml:brushProperty name="width" value="0.1" units="cm"/>
      <inkml:brushProperty name="height" value="0.1" units="cm"/>
    </inkml:brush>
  </inkml:definitions>
  <inkml:trace contextRef="#ctx0" brushRef="#br0">25715 13377 4575 0 0,'-9'9'9792'0'0,"-3"8"-9312"0"0,-4 5-128 0 0,-4-1-128 0 0,2 0-96 0 0,-1 1-64 0 0,-1 2-32 0 0,2 5-32 0 0,0 3 32 0 0,3 0-32 0 0,0 3 0 0 0,2 1 0 0 0,-2-1 0 0 0,3-3 0 0 0,3-2 32 0 0,-2-6-32 0 0,2-2 32 0 0,6-10-32 0 0,4-11-32 0 0,1-11 32 0 0,6-12-32 0 0,1-12 32 0 0,3-4 0 0 0,0 0 0 0 0,3 1 0 0 0,-2 3 0 0 0,1 3 0 0 0,4 7 0 0 0,2 6 32 0 0,3 3 0 0 0,2 8 96 0 0,1 6 32 0 0,1 2 32 0 0,0 6 64 0 0,0 6-32 0 0,0 6 32 0 0,-5 3-64 0 0,-1 4-64 0 0,-5 0-32 0 0,0 2-32 0 0,-3-1-32 0 0,-4 1 32 0 0,-3-1-32 0 0,2-4 0 0 0,-1-2 0 0 0,-5-5-32 0 0,-4 0-448 0 0,-6-3-5088 0 0,-1-8 5536 0 0,0-5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8"/>
    </inkml:context>
    <inkml:brush xml:id="br0">
      <inkml:brushProperty name="width" value="0.1" units="cm"/>
      <inkml:brushProperty name="height" value="0.1" units="cm"/>
    </inkml:brush>
  </inkml:definitions>
  <inkml:trace contextRef="#ctx0" brushRef="#br0">26035 13039 1023 0 0,'-4'13'10912'0'0,"-2"14"-10176"0"0,0 11-96 0 0,-3 8-160 0 0,0 6-224 0 0,1 2-96 0 0,2 6-64 0 0,3 1-96 0 0,1 0-96 0 0,1-1-32 0 0,1 2-32 0 0,0-5-32 0 0,0-3-64 0 0,1-7 0 0 0,-1-5-64 0 0,5-7-128 0 0,1-4-3712 0 0,4-13 4160 0 0,1-8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9"/>
    </inkml:context>
    <inkml:brush xml:id="br0">
      <inkml:brushProperty name="width" value="0.1" units="cm"/>
      <inkml:brushProperty name="height" value="0.1" units="cm"/>
    </inkml:brush>
  </inkml:definitions>
  <inkml:trace contextRef="#ctx0" brushRef="#br0">25813 13474 4223 0 0,'9'-9'6752'0'0,"7"-3"-6560"0"0,6 1 96 0 0,3-3 96 0 0,3 2 32 0 0,4-3-128 0 0,3 2-96 0 0,-2-1-96 0 0,0 2 0 0 0,-3 2-384 0 0,-1-1-800 0 0,-1 1-2368 0 0,-6-2 3456 0 0,-6 1 0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0"/>
    </inkml:context>
    <inkml:brush xml:id="br0">
      <inkml:brushProperty name="width" value="0.1" units="cm"/>
      <inkml:brushProperty name="height" value="0.1" units="cm"/>
    </inkml:brush>
  </inkml:definitions>
  <inkml:trace contextRef="#ctx0" brushRef="#br0">26241 13588 4095 0 0,'-9'9'8256'0'0,"-7"8"-7968"0"0,-2 5 96 0 0,3 3 448 0 0,4 3-448 0 0,-1-5-64 0 0,2-1-64 0 0,3 1-96 0 0,2 0 32 0 0,-3-4-192 0 0,1 0 0 0 0,1 1 0 0 0,1-7 32 0 0,3-11 32 0 0,5-6-32 0 0,2-6-32 0 0,1-10 32 0 0,3-3-32 0 0,1-1 32 0 0,2-1-64 0 0,0-1 32 0 0,2-1 0 0 0,3 1-32 0 0,4 3-64 0 0,2 2-128 0 0,2 5-160 0 0,1 0-256 0 0,1-2-256 0 0,0 3-576 0 0,-5-1-800 0 0,-1-3 2272 0 0,0-1 0 0 0,-3 1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1"/>
    </inkml:context>
    <inkml:brush xml:id="br0">
      <inkml:brushProperty name="width" value="0.1" units="cm"/>
      <inkml:brushProperty name="height" value="0.1" units="cm"/>
    </inkml:brush>
  </inkml:definitions>
  <inkml:trace contextRef="#ctx0" brushRef="#br0">26608 13576 3583 0 0,'-14'5'9344'0'0,"-8"1"-8832"0"0,-6-1-384 0 0,-2 0-64 0 0,0 3-32 0 0,0 0-32 0 0,0 3 0 0 0,2 4-32 0 0,0 5-96 0 0,6 3-64 0 0,1 1 0 0 0,0 3 32 0 0,0 0 32 0 0,2 0 96 0 0,5 0 32 0 0,1 0-32 0 0,6 0 0 0 0,10 0 256 0 0,8-5 0 0 0,7-6-64 0 0,5-10 32 0 0,2-6-32 0 0,8-8-32 0 0,1-7-32 0 0,0-5-32 0 0,3-4 0 0 0,-1 2 0 0 0,-1 1 32 0 0,-2-2-32 0 0,-3 5 0 0 0,-6-1 0 0 0,-2 0 0 0 0,-6-3 0 0 0,-5-1 64 0 0,-5-1-192 0 0,-7-2-256 0 0,-4 0-256 0 0,-5 4-160 0 0,-6 1-96 0 0,-5 4-320 0 0,-3 6-768 0 0,-2 4-1760 0 0,-1-2 3680 0 0,5 2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2"/>
    </inkml:context>
    <inkml:brush xml:id="br0">
      <inkml:brushProperty name="width" value="0.1" units="cm"/>
      <inkml:brushProperty name="height" value="0.1" units="cm"/>
    </inkml:brush>
  </inkml:definitions>
  <inkml:trace contextRef="#ctx0" brushRef="#br0">26744 13060 3839 0 0,'9'9'9216'0'0,"3"12"-9184"0"0,0 11 0 0 0,-3 14 32 0 0,-3 8-32 0 0,-2 9 0 0 0,-1 6-32 0 0,-3 10 32 0 0,-4 5 0 0 0,-2 2-32 0 0,-1-1 0 0 0,2-5 0 0 0,-3-12-32 0 0,0-13-224 0 0,1-11-224 0 0,2-9-224 0 0,1-15-4928 0 0,3-11 5632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3"/>
    </inkml:context>
    <inkml:brush xml:id="br0">
      <inkml:brushProperty name="width" value="0.1" units="cm"/>
      <inkml:brushProperty name="height" value="0.1" units="cm"/>
    </inkml:brush>
  </inkml:definitions>
  <inkml:trace contextRef="#ctx0" brushRef="#br0">26892 13187 3359 0 0,'14'13'13600'0'0,"4"10"-13504"0"0,-1 4-32 0 0,1 8-32 0 0,-2 6 32 0 0,-4 5 0 0 0,-4 0 0 0 0,-4 0 0 0 0,-2 2 0 0 0,-1-2-32 0 0,-2-1 0 0 0,1-4 0 0 0,-1 1 0 0 0,0 2-32 0 0,1-1 0 0 0,-1-5 0 0 0,1-4-160 0 0,-5-2-32 0 0,-1-3-160 0 0,1-2-832 0 0,0-10-9632 0 0,2-12 10816 0 0,1-7 0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4"/>
    </inkml:context>
    <inkml:brush xml:id="br0">
      <inkml:brushProperty name="width" value="0.1" units="cm"/>
      <inkml:brushProperty name="height" value="0.1" units="cm"/>
    </inkml:brush>
  </inkml:definitions>
  <inkml:trace contextRef="#ctx0" brushRef="#br0">27062 13702 2911 0 0,'13'0'10752'0'0,"10"0"-10304"0"0,0-5-352 0 0,1-1-32 0 0,-4-4-32 0 0,0-5 32 0 0,-5-4-32 0 0,1-4-32 0 0,-3-2 0 0 0,1-2 0 0 0,3 0 32 0 0,-2-1-32 0 0,1 6 0 0 0,-2 0 64 0 0,-3 10 224 0 0,-9 6-288 0 0,-4 9 0 0 0,-6 9 0 0 0,-6 6-32 0 0,-6 9 32 0 0,1 5-32 0 0,-1 2 32 0 0,-1-2-32 0 0,-2 0 32 0 0,-2-2-32 0 0,4-2 32 0 0,5 0-32 0 0,2-1 32 0 0,2-1-32 0 0,3 0-32 0 0,8 0 64 0 0,5 1-32 0 0,5-6 32 0 0,1 0-32 0 0,4-5 32 0 0,4 0-32 0 0,3-3 32 0 0,8-4-32 0 0,2-8 32 0 0,1-3-32 0 0,0-7-32 0 0,-2-2-416 0 0,0-3-576 0 0,-7-3-864 0 0,-2-5-1920 0 0,1-2 3840 0 0,-5-1 0 0 0,-5 3 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5"/>
    </inkml:context>
    <inkml:brush xml:id="br0">
      <inkml:brushProperty name="width" value="0.1" units="cm"/>
      <inkml:brushProperty name="height" value="0.1" units="cm"/>
    </inkml:brush>
  </inkml:definitions>
  <inkml:trace contextRef="#ctx0" brushRef="#br0">27479 13541 4639 0 0,'0'14'8416'0'0,"0"8"-7776"0"0,-5 6 32 0 0,-1 2 0 0 0,1 0 0 0 0,0 1 0 0 0,2-2-96 0 0,-4-1 288 0 0,0 0-672 0 0,1-1-64 0 0,1 0-32 0 0,2-1-96 0 0,-3-4 0 0 0,-1-2 0 0 0,1 1-32 0 0,2 1 0 0 0,5-4 32 0 0,4-8 32 0 0,-1-12-32 0 0,5-13 0 0 0,1-10 0 0 0,2-4 0 0 0,5-6-32 0 0,3-7 32 0 0,3-5-32 0 0,2 1-64 0 0,1 0-128 0 0,6 2-224 0 0,1 5-256 0 0,0 4-224 0 0,3 4-352 0 0,0 3-736 0 0,3 5 2016 0 0,-1 8 0 0 0,-6 5 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4"/>
    </inkml:context>
    <inkml:brush xml:id="br0">
      <inkml:brushProperty name="width" value="0.1" units="cm"/>
      <inkml:brushProperty name="height" value="0.1" units="cm"/>
    </inkml:brush>
  </inkml:definitions>
  <inkml:trace contextRef="#ctx0" brushRef="#br0">4763 18230 2015 0 0,'4'13'8800'0'0,"2"10"-7872"0"0,5 1-832 0 0,-1 0-32 0 0,4-3 0 0 0,-1-2-32 0 0,2-3-32 0 0,-2 0 32 0 0,2-2-32 0 0,-2 0 0 0 0,1-2 32 0 0,3 2-32 0 0,4-2 0 0 0,-3 2 0 0 0,1-2 32 0 0,1 2-32 0 0,3-1 0 0 0,-4 1 0 0 0,0-1 32 0 0,2 1 0 0 0,-4 3 64 0 0,-3 3-32 0 0,-6 3 96 0 0,2-3-128 0 0,-2 1 32 0 0,-1 0-32 0 0,-3 2 32 0 0,-6-4-32 0 0,-3 0-32 0 0,-1 2 96 0 0,-3-4 0 0 0,-1 1 192 0 0,-3-4-192 0 0,1 2-32 0 0,-2-3 0 0 0,-4-4-32 0 0,2-7 32 0 0,-1-5-32 0 0,-2-1-32 0 0,-3 0 0 0 0,-2 0 0 0 0,-1 2 0 0 0,-2 0 32 0 0,0 1 0 0 0,5-4 0 0 0,1-1-32 0 0,4-4 0 0 0,0-1 32 0 0,4-2-32 0 0,-1-5 32 0 0,2-2 0 0 0,3-4-32 0 0,3-1 32 0 0,7-2 0 0 0,8 0-32 0 0,7-1 64 0 0,5 5 224 0 0,4 7-192 0 0,2 5-32 0 0,-8 9-32 0 0,-7 10-32 0 0,-6 8 0 0 0,-4 6 0 0 0,-7-1 32 0 0,-2 1-32 0 0,0 0 0 0 0,1 2 0 0 0,1 2 32 0 0,2 0 0 0 0,6-4 0 0 0,2-2 0 0 0,6-3 128 0 0,0-10-96 0 0,3-5-32 0 0,-1-9 0 0 0,-3-7 32 0 0,-3-5-32 0 0,-2-5-64 0 0,-3-3 32 0 0,-1 0-32 0 0,-1-2 0 0 0,-5 1 0 0 0,-11 18 32 0 0,3 16 0 0 0,2 11 0 0 0,4 7 0 0 0,7 0 32 0 0,4 0-32 0 0,1 1 0 0 0,5-4 0 0 0,0-2 32 0 0,3-3 0 0 0,4-4 64 0 0,-1-10-64 0 0,-3-8-32 0 0,-4-9 0 0 0,-4-6 32 0 0,-2-4-32 0 0,-6-3 0 0 0,-3 0 0 0 0,-1-1 0 0 0,2 1 0 0 0,1 9 0 0 0,1 12 0 0 0,2 13 0 0 0,5 4 32 0 0,2 6-32 0 0,0 4 0 0 0,-1 4 32 0 0,-2 2 32 0 0,4-3 288 0 0,0-11-192 0 0,0-11-128 0 0,-3-11-32 0 0,0-8 0 0 0,-3-5 0 0 0,0-4 0 0 0,-5 3 32 0 0,-2 1-32 0 0,-5 9 128 0 0,0 7-128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5"/>
    </inkml:context>
    <inkml:brush xml:id="br0">
      <inkml:brushProperty name="width" value="0.1" units="cm"/>
      <inkml:brushProperty name="height" value="0.1" units="cm"/>
    </inkml:brush>
  </inkml:definitions>
  <inkml:trace contextRef="#ctx0" brushRef="#br0">4130 17651 1727 0 0,'-9'5'3136'0'0,"-8"1"-2592"0"0,-5 4 64 0 0,-4 1 64 0 0,-1-2 608 0 0,3-7-832 0 0,1-3-96 0 0,5-7 160 0 0,1-6-320 0 0,3-6-32 0 0,9 1-96 0 0,4 0 32 0 0,4-3 160 0 0,5-1 32 0 0,1-2-192 0 0,4-1 64 0 0,0 0-64 0 0,-3-1 32 0 0,2 4 0 0 0,-1 2 0 0 0,-3 0-32 0 0,2 3 0 0 0,4 0 32 0 0,4 8 416 0 0,4 11-320 0 0,-3 8-192 0 0,-3 9-32 0 0,-6 5 32 0 0,-3 3 0 0 0,-4 2 64 0 0,-2 1 0 0 0,-1-1 96 0 0,-1 1 224 0 0,0-1-32 0 0,0-1-32 0 0,1 0-96 0 0,-1 0 64 0 0,6-4 128 0 0,1-12-416 0 0,-1-11-32 0 0,0-11 0 0 0,-2-8-96 0 0,-1-5-320 0 0,-1-7-992 0 0,0-4-3904 0 0,-1 0 5312 0 0,0-3 0 0 0,0 5 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6"/>
    </inkml:context>
    <inkml:brush xml:id="br0">
      <inkml:brushProperty name="width" value="0.1" units="cm"/>
      <inkml:brushProperty name="height" value="0.1" units="cm"/>
    </inkml:brush>
  </inkml:definitions>
  <inkml:trace contextRef="#ctx0" brushRef="#br0">5322 17254 2783 0 0,'-14'4'4160'0'0,"-9"2"-4128"0"0,-5 0-32 0 0,-2 3 32 0 0,-1 1 0 0 0,0-3 32 0 0,6-5 192 0 0,2-5 128 0 0,1 0 416 0 0,4-6-288 0 0,5-4-128 0 0,5-6-320 0 0,3-4 0 0 0,3-2-64 0 0,7-2 32 0 0,1 0 0 0 0,6-1 0 0 0,4 0 64 0 0,4 5 32 0 0,4 6 64 0 0,2 7 192 0 0,1-1-128 0 0,1 7 320 0 0,-1 4-64 0 0,-3 6-320 0 0,-8 8 0 0 0,0 0-96 0 0,-4 3 0 0 0,-4 3-64 0 0,-3 2 0 0 0,-2 3-32 0 0,-2 1 0 0 0,-6-3 0 0 0,-2-2-64 0 0,-4 0-256 0 0,-5-3-2240 0 0,-4-4 2560 0 0,-3-6 0 0 0,2-3 0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7"/>
    </inkml:context>
    <inkml:brush xml:id="br0">
      <inkml:brushProperty name="width" value="0.1" units="cm"/>
      <inkml:brushProperty name="height" value="0.1" units="cm"/>
    </inkml:brush>
  </inkml:definitions>
  <inkml:trace contextRef="#ctx0" brushRef="#br0">3943 17206 3935 0 0,'-5'-14'5536'0'0,"-1"-8"-5472"0"0,1-6-32 0 0,-5-7 0 0 0,1-2-32 0 0,1 1 32 0 0,2 1 128 0 0,3-2 64 0 0,1 1 64 0 0,1-2-32 0 0,1-1-32 0 0,0-1-32 0 0,0 1-64 0 0,1 2-32 0 0,-1 4-32 0 0,5 2-32 0 0,1 2-32 0 0,0 1 32 0 0,3 2-32 0 0,5 4-32 0 0,4 11 64 0 0,5 7 0 0 0,1 9 128 0 0,3 8 96 0 0,0 7 32 0 0,1 4 0 0 0,-1 7 0 0 0,1 8 32 0 0,-1 1-64 0 0,1 3-64 0 0,-1 0-32 0 0,-5-5-96 0 0,-1-2 0 0 0,-5-4-32 0 0,0-8-32 0 0,-3-2-192 0 0,-8-10-2912 0 0,-5-12 3104 0 0,-7-14 0 0 0,-2-6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8"/>
    </inkml:context>
    <inkml:brush xml:id="br0">
      <inkml:brushProperty name="width" value="0.1" units="cm"/>
      <inkml:brushProperty name="height" value="0.1" units="cm"/>
    </inkml:brush>
  </inkml:definitions>
  <inkml:trace contextRef="#ctx0" brushRef="#br0">4815 16886 5535 0 0,'0'-14'6048'0'0,"0"-9"-6176"0"0,5-5 0 0 0,1-2 64 0 0,0-1 0 0 0,3 1 64 0 0,0 0 0 0 0,4 1 0 0 0,-1 1 32 0 0,-3-4 0 0 0,2-1-32 0 0,0 1 32 0 0,-3 0-32 0 0,2 2 0 0 0,4 11 0 0 0,4 8 32 0 0,3 10 32 0 0,4 11 64 0 0,1 12 32 0 0,1 11 128 0 0,0 6 64 0 0,1 4 64 0 0,-1 0 32 0 0,-4 1 0 0 0,-2 8-32 0 0,1-1-96 0 0,-5-1-128 0 0,1-3-64 0 0,-4-5-64 0 0,-8-11-1792 0 0,-15-14 1728 0 0,-5-10 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9"/>
    </inkml:context>
    <inkml:brush xml:id="br0">
      <inkml:brushProperty name="width" value="0.1" units="cm"/>
      <inkml:brushProperty name="height" value="0.1" units="cm"/>
    </inkml:brush>
  </inkml:definitions>
  <inkml:trace contextRef="#ctx0" brushRef="#br0">5665 18735 1663 0 0,'-5'9'5632'0'0,"-1"8"-5376"0"0,-4 5-64 0 0,-5-1-32 0 0,-1 1-32 0 0,-1 0-32 0 0,-7 2 0 0 0,-4 2-64 0 0,-2-1 32 0 0,0 2-64 0 0,0 0 32 0 0,0 0 0 0 0,-2 4-32 0 0,-2 2 32 0 0,-4 0 32 0 0,1-1 0 0 0,-4-2 64 0 0,2-6 32 0 0,-3-2-64 0 0,-2 0 32 0 0,-4 0 64 0 0,-2-4 32 0 0,3 1 0 0 0,0-4-64 0 0,3-4 0 0 0,5 0 0 0 0,5-1 0 0 0,3-3 32 0 0,7-6 32 0 0,3-5 256 0 0,1 0-128 0 0,3-5-256 0 0,0-1 0 0 0,-1-2 0 0 0,-2-1-96 0 0,-3-1 32 0 0,-2 1-32 0 0,0 2 32 0 0,-2 0-32 0 0,0 1 0 0 0,0-3 32 0 0,-5-3-32 0 0,-6-3 0 0 0,-1-4 32 0 0,2-2-32 0 0,-3 3 0 0 0,2 1 32 0 0,-2 0 0 0 0,-4-2 0 0 0,2-1 0 0 0,3-1 32 0 0,-1-1 32 0 0,2-1 32 0 0,-2 0-64 0 0,1 5 0 0 0,4 1 0 0 0,6-1-32 0 0,5 5 0 0 0,5-1-32 0 0,3 4 32 0 0,-2 3-32 0 0,3 0 32 0 0,-1-3-32 0 0,-2-4 0 0 0,-2-3 32 0 0,-3 1-32 0 0,3 1 0 0 0,0-2 0 0 0,-1-2 0 0 0,-2 3 32 0 0,4 1-32 0 0,-1-1 0 0 0,0 2 0 0 0,3 0 0 0 0,-1-1 32 0 0,-1-2-32 0 0,2-3 0 0 0,0 4 0 0 0,2 0 32 0 0,0 4-32 0 0,2-1 0 0 0,-1 4 0 0 0,1-2 0 0 0,4-1 32 0 0,-2 0-32 0 0,1 0 32 0 0,3-3-32 0 0,-3 2 0 0 0,1 0 0 0 0,2-3 0 0 0,1-1 0 0 0,3-3 0 0 0,2-6 0 0 0,0-6 32 0 0,1-3-32 0 0,0 1 0 0 0,1 3 0 0 0,-1 3 32 0 0,0 1-32 0 0,1-2 0 0 0,3 0 0 0 0,2 0 0 0 0,0-2 0 0 0,-1-1 0 0 0,-2 2 0 0 0,-1 2 32 0 0,4-3-32 0 0,0-4 0 0 0,5-5 0 0 0,-1-4 0 0 0,-1 1 0 0 0,2 5 0 0 0,-1 0 0 0 0,3-2 32 0 0,-1-3-32 0 0,2-2 0 0 0,-2 3 0 0 0,-2 4 0 0 0,1 5 0 0 0,4 0 0 0 0,3-4 0 0 0,4-3 32 0 0,2-3-32 0 0,-3 1 0 0 0,0 4 0 0 0,1 5 0 0 0,1 0 0 0 0,-4 1 0 0 0,5-3 0 0 0,2 2 32 0 0,2 2-32 0 0,5 2 0 0 0,1 3 32 0 0,5 1 0 0 0,-1 2 0 0 0,3 5 0 0 0,13 1-32 0 0,1 1 32 0 0,-4 3 0 0 0,-1 4 0 0 0,4 5 0 0 0,2 4 0 0 0,1 2 0 0 0,0 1 32 0 0,-1-3-32 0 0,-1-1 0 0 0,0-4-32 0 0,-1-1 32 0 0,-1 1-32 0 0,1-2 0 0 0,9 1 32 0 0,2 2-32 0 0,-4 7 0 0 0,-5 3 0 0 0,8 7 0 0 0,1 5 0 0 0,3 6 0 0 0,0 3 0 0 0,-7 3 0 0 0,3 6 0 0 0,-3-2 0 0 0,-9-3 0 0 0,6 9 0 0 0,2 2-32 0 0,-5 0 32 0 0,-7-2 0 0 0,2 1 0 0 0,-3 9-32 0 0,-5 5 32 0 0,-5 8 0 0 0,-4-2 0 0 0,-4 8-32 0 0,-1 11 32 0 0,-6 6-32 0 0,-2 8 32 0 0,-5 2-32 0 0,-4-1 32 0 0,-10 2-32 0 0,-3 3 32 0 0,-8 0 0 0 0,-5-3-32 0 0,-6-4 32 0 0,-7-4 0 0 0,-5-6 0 0 0,-4-4 0 0 0,-2 0 0 0 0,-3-4 0 0 0,-3-1-32 0 0,-3-3-160 0 0,-3 1-672 0 0,3 3-800 0 0,0-2-1856 0 0,0 1 3520 0 0,-2-3 0 0 0,9-11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0"/>
    </inkml:context>
    <inkml:brush xml:id="br0">
      <inkml:brushProperty name="width" value="0.1" units="cm"/>
      <inkml:brushProperty name="height" value="0.1" units="cm"/>
    </inkml:brush>
  </inkml:definitions>
  <inkml:trace contextRef="#ctx0" brushRef="#br0">5477 18791 1055 0 0,'9'-5'2560'0'0,"8"-1"-1824"0"0,0-4-288 0 0,3-1-32 0 0,-3-3-64 0 0,1-3 128 0 0,-3-4-320 0 0,-4-2-64 0 0,1 2 0 0 0,-2 0-64 0 0,2 0 32 0 0,-1-2-32 0 0,2 3-32 0 0,4 6 32 0 0,-2-1-32 0 0,2 4 32 0 0,-2-2-32 0 0,0 1 64 0 0,3 4 320 0 0,-1-3-32 0 0,0 2 0 0 0,2 2 672 0 0,-2-3-384 0 0,0 1-320 0 0,2 1-160 0 0,3 3-96 0 0,2 2-32 0 0,1 1 0 0 0,1 2 128 0 0,-4-5-64 0 0,-1-1 32 0 0,1 1 64 0 0,0 1 0 0 0,2 1-64 0 0,-4-4-64 0 0,0 0-32 0 0,1 1 32 0 0,1 2 0 0 0,2 0 0 0 0,1 3-32 0 0,1-5 0 0 0,0 0 0 0 0,1 0-32 0 0,0 2 0 0 0,0 1 0 0 0,-4 6 0 0 0,-2 2 0 0 0,0 0 0 0 0,1 0 0 0 0,-3 3 0 0 0,0 0 0 0 0,1 0 0 0 0,1 1 0 0 0,3 1 0 0 0,1 2 0 0 0,1 0 0 0 0,0 2 0 0 0,1-2-32 0 0,0-2-128 0 0,5 1-416 0 0,1 0-736 0 0,0-4-2496 0 0,-1-1 3808 0 0,-7-3 0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1"/>
    </inkml:context>
    <inkml:brush xml:id="br0">
      <inkml:brushProperty name="width" value="0.1" units="cm"/>
      <inkml:brushProperty name="height" value="0.1" units="cm"/>
    </inkml:brush>
  </inkml:definitions>
  <inkml:trace contextRef="#ctx0" brushRef="#br0">6773 18480 1791 0 0,'0'-9'5856'0'0,"0"-8"-5504"0"0,5 0-128 0 0,1-3-192 0 0,4 3 0 0 0,6-1-32 0 0,3 3 32 0 0,0-1 0 0 0,0 3-32 0 0,2 3 64 0 0,-2-1 0 0 0,-1 2 0 0 0,2-3 96 0 0,2 1-96 0 0,1-3 0 0 0,2 2-32 0 0,1 3 0 0 0,1-3 0 0 0,0 2-32 0 0,0-2 0 0 0,0 1 32 0 0,0 2-32 0 0,0-2 0 0 0,5 1 96 0 0,1-2 64 0 0,-1 0 0 0 0,0 3 0 0 0,-2 3-32 0 0,-1-2 0 0 0,3-1-32 0 0,2 3-32 0 0,3-3 32 0 0,0 0-64 0 0,-1 2 0 0 0,-8-3-32 0 0,-3 0 32 0 0,-1 3-32 0 0,-1-3 32 0 0,0 0 0 0 0,2-2 0 0 0,0 1 0 0 0,1-3-32 0 0,0 2 32 0 0,1-3-32 0 0,0 3 32 0 0,0 2-32 0 0,0 3 0 0 0,0 3 0 0 0,0 2 32 0 0,-5-3-32 0 0,-1-1 32 0 0,0 1 0 0 0,1-4 0 0 0,1 0 0 0 0,2 2 32 0 0,1-3-32 0 0,0 0 0 0 0,1-2 0 0 0,0 0-32 0 0,0 3 32 0 0,0 3-32 0 0,0-3 0 0 0,0 1 32 0 0,0 1-32 0 0,0-2 0 0 0,0-4 32 0 0,-1-1-32 0 0,-3-1 0 0 0,-3 1 0 0 0,-3-2 0 0 0,-1 3 0 0 0,-3-2 0 0 0,1 2 0 0 0,-2-1 32 0 0,2 1-32 0 0,-2-1 0 0 0,1 1 0 0 0,4-1 0 0 0,3 2 0 0 0,3 2 0 0 0,2 3 32 0 0,1 4-32 0 0,1 1 0 0 0,-4-3 0 0 0,-1-1 32 0 0,-1 0 0 0 0,2 2 64 0 0,0 2 64 0 0,2 0 0 0 0,-3-3-128 0 0,-2-2 32 0 0,1 2-32 0 0,1-4-32 0 0,-3-5 0 0 0,-9 0 0 0 0,-2 7 0 0 0,-2 10 0 0 0,-2 8 0 0 0,2 2 0 0 0,1 5 0 0 0,3-3 0 0 0,1 3 0 0 0,-3 1 0 0 0,3-2 0 0 0,-1 1 0 0 0,-6 2-32 0 0,-9-3 0 0 0,-8-4 32 0 0,-6 0 0 0 0,-5-2 0 0 0,2 2 0 0 0,0-1-32 0 0,0-4-32 0 0,-2-2-1120 0 0,-1-2-2816 0 0,-1-2 4000 0 0,5-2 0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2"/>
    </inkml:context>
    <inkml:brush xml:id="br0">
      <inkml:brushProperty name="width" value="0.1" units="cm"/>
      <inkml:brushProperty name="height" value="0.1" units="cm"/>
    </inkml:brush>
  </inkml:definitions>
  <inkml:trace contextRef="#ctx0" brushRef="#br0">8762 17806 1599 0 0,'9'10'5024'0'0,"4"6"-4992"0"0,-2 6 128 0 0,-2 4 192 0 0,-2 2 64 0 0,-3 0-224 0 0,-2 1 32 0 0,-1-1 0 0 0,-1 0-64 0 0,0 0 128 0 0,-1-10-96 0 0,-4-12-160 0 0,-1-12 0 0 0,-5-5 256 0 0,-4 0 64 0 0,-5 1-224 0 0,-3 3-64 0 0,-3 2-64 0 0,0 7 0 0 0,-2 2 32 0 0,0 2-32 0 0,1 3 0 0 0,-1-3-32 0 0,1-4 0 0 0,0-2-64 0 0,0 0-512 0 0,0-1-800 0 0,0 0 1408 0 0,0 4 0 0 0,5 3 0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3"/>
    </inkml:context>
    <inkml:brush xml:id="br0">
      <inkml:brushProperty name="width" value="0.1" units="cm"/>
      <inkml:brushProperty name="height" value="0.1" units="cm"/>
    </inkml:brush>
  </inkml:definitions>
  <inkml:trace contextRef="#ctx0" brushRef="#br0">6721 19463 2783 0 0,'-5'-9'4128'0'0,"-1"-8"-4096"0"0,0-5 0 0 0,2-4 0 0 0,0-1 0 0 0,7 3 96 0 0,2 1 128 0 0,5 1 64 0 0,5-2 96 0 0,5 0 32 0 0,3-1-32 0 0,3-1-32 0 0,1-1-96 0 0,1 1-64 0 0,0-1-96 0 0,-1 0-32 0 0,1-5-32 0 0,-1-1-32 0 0,0 1 32 0 0,0-4-64 0 0,0-1 96 0 0,4 3 0 0 0,2-3 64 0 0,4 0 64 0 0,5-2 0 0 0,9 0 64 0 0,5 3 64 0 0,2 3-96 0 0,-9 2 128 0 0,-8 7-128 0 0,-6 2-160 0 0,-5 1 0 0 0,-3 4-64 0 0,3-4-32 0 0,1-4 0 0 0,0-1 0 0 0,4-1-32 0 0,0-1-64 0 0,-1 0-128 0 0,-2 0-192 0 0,3 1-224 0 0,4-5-352 0 0,1-1-448 0 0,-2 5-1152 0 0,-4 2 2592 0 0,-2 2 0 0 0,-7 4 0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4"/>
    </inkml:context>
    <inkml:brush xml:id="br0">
      <inkml:brushProperty name="width" value="0.1" units="cm"/>
      <inkml:brushProperty name="height" value="0.1" units="cm"/>
    </inkml:brush>
  </inkml:definitions>
  <inkml:trace contextRef="#ctx0" brushRef="#br0">3969 17652 991 0 0,'-4'-14'2848'0'0,"2"-8"-1024"0"0,7-6-544 0 0,7 2-1184 0 0,1 10-32 0 0,3 8-64 0 0,4 5 224 0 0,-2-1 64 0 0,0-1 192 0 0,-2-3-288 0 0,-4-5 416 0 0,-5-5-224 0 0,-7 1-128 0 0,-4 7-256 0 0,-6 10 0 0 0,-1 10 0 0 0,1 8 0 0 0,-2 1 0 0 0,1 1 32 0 0,-2-2-32 0 0,0 0 0 0 0,-1-3 32 0 0,-3-4 0 0 0,1 0 0 0 0,4-5 288 0 0,3-9-32 0 0,4-9 64 0 0,2-6-192 0 0,2-5-32 0 0,1-3 32 0 0,1-2-96 0 0,0 0 0 0 0,-1-1 64 0 0,1 10 352 0 0,-1 13-480 0 0,1 11 0 0 0,-1 10 32 0 0,-5 2 32 0 0,-1-6 448 0 0,0-10-288 0 0,2-9-32 0 0,0-8-128 0 0,2-6 64 0 0,1-4-64 0 0,5-2 32 0 0,2 9 0 0 0,0 11 32 0 0,-5 13-96 0 0,-4 9 64 0 0,0 7 0 0 0,-1 5-32 0 0,1 2 64 0 0,1 1-96 0 0,6-5 0 0 0,6-6 224 0 0,1-10 64 0 0,4-8-128 0 0,-1-7 0 0 0,-2-7 0 0 0,0-2-32 0 0,-1-3-64 0 0,2-1 64 0 0,-1-4-128 0 0,-3-1-32 0 0,-3-1-32 0 0,-7 4 0 0 0,-7 5 0 0 0,-4 11 32 0 0,2 10 0 0 0,1 10 0 0 0,-1 6 0 0 0,0 5 0 0 0,2 2 0 0 0,3 2 0 0 0,2 0 0 0 0,1 0 32 0 0,1-1-32 0 0,1-9 32 0 0,1-13-32 0 0,-1-12 32 0 0,5-5-4992 0 0,6 0 4960 0 0,1 1 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5"/>
    </inkml:context>
    <inkml:brush xml:id="br0">
      <inkml:brushProperty name="width" value="0.1" units="cm"/>
      <inkml:brushProperty name="height" value="0.1" units="cm"/>
    </inkml:brush>
  </inkml:definitions>
  <inkml:trace contextRef="#ctx0" brushRef="#br0">5107 17174 1983 0 0,'-4'-9'4640'0'0,"-7"-3"-352"0"0,-1 5-4288 0 0,2 8 32 0 0,7 9 0 0 0,3 7-32 0 0,3 5 32 0 0,5-1 64 0 0,0 0 96 0 0,5-3 0 0 0,4-4 224 0 0,3-6-224 0 0,4-3 288 0 0,2-3-128 0 0,-4-6-224 0 0,-1-7-32 0 0,-3-7-32 0 0,-6-3 0 0 0,-4-5-32 0 0,-9-5-32 0 0,-8-8 32 0 0,-7-1-32 0 0,-6 2-64 0 0,-3 7 64 0 0,-3 8 0 0 0,0 9 0 0 0,4 2 0 0 0,2 3 0 0 0,0 8 0 0 0,3 13 32 0 0,6 8-32 0 0,9 7 64 0 0,5 2-64 0 0,3 2 32 0 0,5-1 32 0 0,6-1 32 0 0,4 0-32 0 0,4-1 32 0 0,3-5 128 0 0,1-11-160 0 0,-4-12-32 0 0,-6-11 32 0 0,-5-8-32 0 0,-6-5-32 0 0,-7 1 0 0 0,-5 1 32 0 0,-5-2-32 0 0,0 0 0 0 0,-4 3 0 0 0,1 11 32 0 0,3 10-32 0 0,8 11 32 0 0,4 7 0 0 0,7 6-32 0 0,2 3 32 0 0,4-3-32 0 0,-1-1 32 0 0,-2-9 96 0 0,-3-11-128 0 0,-8-11 32 0 0,-4-9-32 0 0,-5-1 0 0 0,-1-3 0 0 0,-4 4 0 0 0,-4 3 0 0 0,-4 5 0 0 0,3 8 32 0 0,4 9 320 0 0,9 7-224 0 0,10 2 0 0 0,5-7-768 0 0,-5-10-992 0 0,-2-9 1632 0 0,-6-12 0 0 0,-2-3 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0:46.764"/>
    </inkml:context>
    <inkml:brush xml:id="br0">
      <inkml:brushProperty name="width" value="0.1" units="cm"/>
      <inkml:brushProperty name="height" value="0.1" units="cm"/>
    </inkml:brush>
  </inkml:definitions>
  <inkml:trace contextRef="#ctx0" brushRef="#br0">12673 4912 16383 0 0,'0'0'0'0'0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0.877"/>
    </inkml:context>
    <inkml:brush xml:id="br0">
      <inkml:brushProperty name="width" value="0.1" units="cm"/>
      <inkml:brushProperty name="height" value="0.1" units="cm"/>
    </inkml:brush>
  </inkml:definitions>
  <inkml:trace contextRef="#ctx0" brushRef="#br0">16651 5074 16383 0 0,'0'0'0'0'0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1.425"/>
    </inkml:context>
    <inkml:brush xml:id="br0">
      <inkml:brushProperty name="width" value="0.1" units="cm"/>
      <inkml:brushProperty name="height" value="0.1" units="cm"/>
    </inkml:brush>
  </inkml:definitions>
  <inkml:trace contextRef="#ctx0" brushRef="#br0">16986 4495 16383 0 0,'2'4'0'0'0,"1"1"0"0"0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3"/>
    </inkml:context>
    <inkml:brush xml:id="br0">
      <inkml:brushProperty name="width" value="0.1" units="cm"/>
      <inkml:brushProperty name="height" value="0.1" units="cm"/>
    </inkml:brush>
  </inkml:definitions>
  <inkml:trace contextRef="#ctx0" brushRef="#br0">30769 10046 16383 0 0,'0'1'0'0'0,"-1"2"0"0"0,-7 0 0 0 0,-26-1 0 0 0,-45 0 0 0 0,-55-1 0 0 0,-48 0 0 0 0,-40 0 0 0 0,-34-1 0 0 0,-28-3 0 0 0,-28-6 0 0 0,-20-15 0 0 0,-9-17 0 0 0,0-15 0 0 0,3-11 0 0 0,3-10 0 0 0,5-3 0 0 0,1-2 0 0 0,-6 2 0 0 0,3 4 0 0 0,6 7 0 0 0,14 9 0 0 0,17 11 0 0 0,16 7 0 0 0,14 6 0 0 0,11 3 0 0 0,8 0 0 0 0,3-2 0 0 0,4-2 0 0 0,4-3 0 0 0,4-2 0 0 0,11 2 0 0 0,11 3 0 0 0,10 4 0 0 0,10 7 0 0 0,10 5 0 0 0,9 5 0 0 0,10 4 0 0 0,7 0 0 0 0,6 1 0 0 0,6-4 0 0 0,4-4 0 0 0,6-5 0 0 0,6-5 0 0 0,7-4 0 0 0,11-2 0 0 0,12 1 0 0 0,13 4 0 0 0,12 4 0 0 0,10 4 0 0 0,7 4 0 0 0,2 3 0 0 0,-3 3 0 0 0,-6-1 0 0 0,-8 1 0 0 0,-4-2 0 0 0,-5 1 0 0 0,-3 2 0 0 0,3 4 0 0 0,1 2 0 0 0,4 1 0 0 0,4 0 0 0 0,3-1 0 0 0,1-3 0 0 0,-3-2 0 0 0,-3-4 0 0 0,-7-3 0 0 0,-4-6 0 0 0,-6-4 0 0 0,-2-3 0 0 0,1 0 0 0 0,3 0 0 0 0,4 4 0 0 0,7 2 0 0 0,5 4 0 0 0,1 4 0 0 0,0 2 0 0 0,-1 0 0 0 0,-1 1 0 0 0,-2 2 0 0 0,-1 1 0 0 0,-2 0 0 0 0,0 0 0 0 0,-1-1 0 0 0,1 1 0 0 0,2-1 0 0 0,-3-1 0 0 0,-2-2 0 0 0,-4-2 0 0 0,-7-3 0 0 0,-7-3 0 0 0,-7-4 0 0 0,-6-2 0 0 0,-4 1 0 0 0,0 2 0 0 0,3 3 0 0 0,6 6 0 0 0,8 6 0 0 0,7 3 0 0 0,2 1 0 0 0,0 0 0 0 0,-2-2 0 0 0,-4-3 0 0 0,-5-1 0 0 0,-2-3 0 0 0,1-2 0 0 0,2 0 0 0 0,5 1 0 0 0,7 2 0 0 0,7 1 0 0 0,4 3 0 0 0,2 0 0 0 0,-2 4 0 0 0,-5 1 0 0 0,-6 3 0 0 0,-4 1 0 0 0,-4 0 0 0 0,-1 2 0 0 0,-1-1 0 0 0,2 0 0 0 0,1-1 0 0 0,2-3 0 0 0,2-3 0 0 0,6-2 0 0 0,6-1 0 0 0,3-2 0 0 0,5-1 0 0 0,2 0 0 0 0,6 2 0 0 0,4 3 0 0 0,4 2 0 0 0,4 2 0 0 0,4-1 0 0 0,4 1 0 0 0,5 1 0 0 0,5 1 0 0 0,3 1 0 0 0,5 0 0 0 0,3 1 0 0 0,3 0 0 0 0,3-1 0 0 0,3-5 0 0 0,4-11-16383 0 0,3-3 16383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4"/>
    </inkml:context>
    <inkml:brush xml:id="br0">
      <inkml:brushProperty name="width" value="0.1" units="cm"/>
      <inkml:brushProperty name="height" value="0.1" units="cm"/>
    </inkml:brush>
  </inkml:definitions>
  <inkml:trace contextRef="#ctx0" brushRef="#br0">11071 8687 16383 0 0,'5'0'0'0'0,"24"0"0"0"0,49 0 0 0 0,71 0 0 0 0,79 0 0 0 0,77 0 0 0 0,57 0 0 0 0,31 0 0 0 0,13 4 0 0 0,-4 12 0 0 0,-16 17 0 0 0,-25 15 0 0 0,-36 8 0 0 0,-29 5 0 0 0,-22 0 0 0 0,-14 0 0 0 0,-1 0 0 0 0,5 0 0 0 0,0 1 0 0 0,-2 0 0 0 0,-5 1 0 0 0,-12-4 0 0 0,-18-5 0 0 0,-18-4 0 0 0,-18-5 0 0 0,-14-3 0 0 0,-12-1 0 0 0,-7-2 0 0 0,-6 0 0 0 0,-9 3 0 0 0,-8 1 0 0 0,-7 1 0 0 0,-7 1 0 0 0,-4 1 0 0 0,0 2 0 0 0,-1 1 0 0 0,1 0 0 0 0,-1 1 0 0 0,-2 2 0 0 0,-2-2 0 0 0,-2-2 0 0 0,-2-2 0 0 0,-3-2 0 0 0,1 0 0 0 0,5 3 0 0 0,6 2 0 0 0,7 4 0 0 0,6 4 0 0 0,5 4 0 0 0,4 6 0 0 0,1 3 0 0 0,2 4 0 0 0,1 3 0 0 0,3 7 0 0 0,1 5 0 0 0,3 6 0 0 0,6 8 0 0 0,15 13 0 0 0,18 14 0 0 0,11 6 0 0 0,6 0 0 0 0,-1-7 0 0 0,-11-15 0 0 0,-20-19 0 0 0,-24-20 0 0 0,-24-17 0 0 0,-19-13 0 0 0,-12-7 0 0 0,-1-6 0 0 0,8-4 0 0 0,16 1 0 0 0,20 4 0 0 0,19 5 0 0 0,16 5 0 0 0,6 3 0 0 0,-6-1 0 0 0,-16 0 0 0 0,-22-5 0 0 0,-21-4 0 0 0,-14-5 0 0 0,-8-5 0 0 0,-3-3 0 0 0,2-1 0 0 0,2 1 0 0 0,0 1 0 0 0,-4 0 0 0 0,-2 1 0 0 0,-4 2 0 0 0,-3 1 0 0 0,1 3 0 0 0,-1 0 0 0 0,0-1 0 0 0,-6-1 0 0 0,-7 0 0 0 0,-10-4 0 0 0,-8-2 0 0 0,-10-2 0 0 0,-8-4 0 0 0,-8-1 0 0 0,-7 0 0 0 0,-4 1 0 0 0,-2 0 0 0 0,0 0 0 0 0,1-2 0 0 0,0-1 0 0 0,0-1 0 0 0,-1-2 0 0 0,2-1 0 0 0,-1 0 0 0 0,0 1 0 0 0,0 1 0 0 0,0 1 0 0 0,-1 0 0 0 0,0 0 0 0 0,-1 0 0 0 0,-2-3 0 0 0,-1-3 0 0 0,-1-4 0 0 0,-6-14 0 0 0,-11-18 0 0 0,-4-5 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5"/>
    </inkml:context>
    <inkml:brush xml:id="br0">
      <inkml:brushProperty name="width" value="0.1" units="cm"/>
      <inkml:brushProperty name="height" value="0.1" units="cm"/>
    </inkml:brush>
  </inkml:definitions>
  <inkml:trace contextRef="#ctx0" brushRef="#br0">12237 11528 16383 0 0,'2'0'0'0'0,"7"0"0"0"0,20 0 0 0 0,39 0 0 0 0,46 0 0 0 0,49 1 0 0 0,50 5 0 0 0,47 11 0 0 0,40 14 0 0 0,29 13 0 0 0,17 12 0 0 0,8 8 0 0 0,3 6 0 0 0,-4 4 0 0 0,-15 2 0 0 0,-21-2 0 0 0,-19-3 0 0 0,-21-5 0 0 0,-25-5 0 0 0,-26-5 0 0 0,-26-9 0 0 0,-17-6 0 0 0,2-6 0 0 0,16-2 0 0 0,25 3 0 0 0,28 2 0 0 0,28 3 0 0 0,25 3 0 0 0,13 2 0 0 0,0 1 0 0 0,-7 0 0 0 0,-15-3 0 0 0,-22-2 0 0 0,-23-3 0 0 0,-21-4 0 0 0,-15-1 0 0 0,-6-3 0 0 0,3-1 0 0 0,5-3 0 0 0,7-2 0 0 0,3-1 0 0 0,2-4 0 0 0,1-3 0 0 0,-4-3 0 0 0,-3-2 0 0 0,-5-1 0 0 0,-3-3 0 0 0,-7-2 0 0 0,-8-3 0 0 0,-9-2 0 0 0,-3 0 0 0 0,-1-1 0 0 0,4-1 0 0 0,7 1 0 0 0,8-1 0 0 0,8 1 0 0 0,7 0 0 0 0,3 0 0 0 0,-2-4 0 0 0,-5-6 0 0 0,-10-4 0 0 0,-13-2 0 0 0,-13 1 0 0 0,-11 2 0 0 0,-11 1 0 0 0,-7 0 0 0 0,-4-1 0 0 0,1-2 0 0 0,5-1 0 0 0,8 0 0 0 0,8 1 0 0 0,5 2 0 0 0,1 0 0 0 0,2 2 0 0 0,-1-1 0 0 0,-3-4 0 0 0,-1-4 0 0 0,-1-3 0 0 0,-1-1 0 0 0,-5 2 0 0 0,-10 0 0 0 0,-11 0 0 0 0,-10 1 0 0 0,-7-1 0 0 0,-3-3 0 0 0,-5-2 0 0 0,-3-1 0 0 0,-10 1 0 0 0,-12 4 0 0 0,-15 4 0 0 0,-12 4 0 0 0,-7 3 0 0 0,-1 0 0 0 0,1 0 0 0 0,7-2 0 0 0,9-3 0 0 0,8-4 0 0 0,6-1 0 0 0,1-2 0 0 0,-8 1 0 0 0,-12 2 0 0 0,-14 2 0 0 0,-14 3 0 0 0,-10 2 0 0 0,-8 2 0 0 0,-5 1 0 0 0,-1-2 0 0 0,-1 0 0 0 0,0-1 0 0 0,2-2 0 0 0,1-2 0 0 0,3 1 0 0 0,-1 2 0 0 0,0 3 0 0 0,-7 4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6"/>
    </inkml:context>
    <inkml:brush xml:id="br0">
      <inkml:brushProperty name="width" value="0.1" units="cm"/>
      <inkml:brushProperty name="height" value="0.1" units="cm"/>
    </inkml:brush>
  </inkml:definitions>
  <inkml:trace contextRef="#ctx0" brushRef="#br0">28595 14043 16383 0 0,'0'1'0'0'0,"-6"1"0"0"0,-24 1 0 0 0,-49 0 0 0 0,-66-2 0 0 0,-66 1 0 0 0,-50-2 0 0 0,-24 1 0 0 0,-4-1 0 0 0,6 0 0 0 0,16 0 0 0 0,21 0 0 0 0,25 0 0 0 0,23-2 0 0 0,19-2 0 0 0,12-2 0 0 0,5-2 0 0 0,-1-3 0 0 0,-3-3 0 0 0,-4-3 0 0 0,-7-3 0 0 0,-5-2 0 0 0,-7-5 0 0 0,-5-3 0 0 0,-3-4 0 0 0,-2-5 0 0 0,-1-2 0 0 0,-3-5 0 0 0,-3-2 0 0 0,-4-5 0 0 0,-4-6 0 0 0,-5-5 0 0 0,-2-4 0 0 0,2-3 0 0 0,5 0 0 0 0,10 2 0 0 0,13 6 0 0 0,13 4 0 0 0,13 4 0 0 0,9 3 0 0 0,7 3 0 0 0,3 0 0 0 0,3-1 0 0 0,0 3 0 0 0,0 2 0 0 0,1 3 0 0 0,3 1 0 0 0,1 0 0 0 0,0-1 0 0 0,1-1 0 0 0,-1-2 0 0 0,-2-5 0 0 0,-3-4 0 0 0,-5-10 0 0 0,-8-10 0 0 0,-13-16 0 0 0,-14-14 0 0 0,-12-6 0 0 0,-10-6 0 0 0,-7-1 0 0 0,-3 1 0 0 0,-1 2 0 0 0,0 1 0 0 0,3 1 0 0 0,4 1 0 0 0,3 2 0 0 0,3 0 0 0 0,4 0 0 0 0,9 6 0 0 0,13 6 0 0 0,13 8 0 0 0,14 7 0 0 0,14 9 0 0 0,8 5 0 0 0,5 6 0 0 0,-1 4 0 0 0,-3 5 0 0 0,-4 3 0 0 0,-2 2 0 0 0,2 3 0 0 0,5 5 0 0 0,7 3 0 0 0,8 4 0 0 0,11 2 0 0 0,10 4 0 0 0,10 2 0 0 0,7 1 0 0 0,6 1 0 0 0,5 0 0 0 0,2-1 0 0 0,2 2 0 0 0,5 1 0 0 0,6 4 0 0 0,6 3 0 0 0,7 5 0 0 0,7 3 0 0 0,7 4 0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7:29.153"/>
    </inkml:context>
    <inkml:brush xml:id="br0">
      <inkml:brushProperty name="width" value="0.1" units="cm"/>
      <inkml:brushProperty name="height" value="0.1" units="cm"/>
    </inkml:brush>
  </inkml:definitions>
  <inkml:trace contextRef="#ctx0" brushRef="#br0">13735 7800 16383 0 0,'-1'0'0'0'0,"-10"0"0"0"0,-49-16 0 0 0,-107-30 0 0 0,-160-32 0 0 0,-192-33 0 0 0,-175-24 0 0 0,-125-15 0 0 0,-60-5 0 0 0,15 7 0 0 0,67 13 0 0 0,84 10 0 0 0,84 5 0 0 0,81 2 0 0 0,73-4 0 0 0,71-3 0 0 0,71 3 0 0 0,66 7 0 0 0,55 11 0 0 0,48 11 0 0 0,37 14 0 0 0,29 11 0 0 0,20 10 0 0 0,14 9 0 0 0,12 10 0 0 0,10 9 0 0 0,9 8 0 0 0,8 9 0 0 0,7 6 0 0 0,7 4 0 0 0,8 4 0 0 0,10 4 0 0 0,8 4-16383 0 0,2 1 16383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1"/>
    </inkml:context>
    <inkml:brush xml:id="br0">
      <inkml:brushProperty name="width" value="0.1" units="cm"/>
      <inkml:brushProperty name="height" value="0.1" units="cm"/>
    </inkml:brush>
  </inkml:definitions>
  <inkml:trace contextRef="#ctx0" brushRef="#br0">18207 9719 16383 0 0,'-1'0'0'0'0,"-5"0"0"0"0,-16-2 0 0 0,-22-6 0 0 0,-21-10 0 0 0,-15-7 0 0 0,-6-1 0 0 0,2 4 0 0 0,7 5 0 0 0,5 5 0 0 0,2 5 0 0 0,-1 4 0 0 0,-1 2 0 0 0,-5 4 0 0 0,-5 4 0 0 0,-11 3 0 0 0,-14-1 0 0 0,-15-1 0 0 0,-15-3 0 0 0,-11-2 0 0 0,-5-1 0 0 0,-3-6 0 0 0,0-7 0 0 0,2-9 0 0 0,4-8 0 0 0,8-6 0 0 0,11-4 0 0 0,16-1 0 0 0,17 1 0 0 0,13 0 0 0 0,11 1 0 0 0,8 2 0 0 0,7 1 0 0 0,7 0 0 0 0,6 2 0 0 0,4 0 0 0 0,3-1 0 0 0,3 0 0 0 0,2 1 0 0 0,2 1 0 0 0,2 2 0 0 0,1 3 0 0 0,1 4 0 0 0,2 3 0 0 0,2 3 0 0 0,0 3 0 0 0,-1 0 0 0 0,0 2 0 0 0,1 0 0 0 0,-1 2 0 0 0,-1 0 0 0 0,0 2 0 0 0,-2 1 0 0 0,-1 0 0 0 0,-3 0 0 0 0,-6 1 0 0 0,-8 0 0 0 0,-10-1 0 0 0,-10-1 0 0 0,-9-2 0 0 0,-4-2 0 0 0,-1 0 0 0 0,-1-2 0 0 0,1-1 0 0 0,0-2 0 0 0,1 0 0 0 0,3 1 0 0 0,4 2 0 0 0,2 1 0 0 0,4 3 0 0 0,2 0 0 0 0,2 1 0 0 0,0 1 0 0 0,-1-1 0 0 0,-4-1 0 0 0,-3-2 0 0 0,-3 0 0 0 0,-1-1 0 0 0,-3 1 0 0 0,-5 0 0 0 0,-6 1 0 0 0,-7-1 0 0 0,-7 2 0 0 0,-9 0 0 0 0,-10 1 0 0 0,-12 1 0 0 0,-10 2 0 0 0,-8 2 0 0 0,-12-1 0 0 0,-10 0 0 0 0,-13 0 0 0 0,-17 0 0 0 0,-15-4 0 0 0,-19-1 0 0 0,-24-1 0 0 0,-26 0 0 0 0,-14 2 0 0 0,3 0 0 0 0,14 1 0 0 0,21 0 0 0 0,27 0 0 0 0,32 1 0 0 0,30 1 0 0 0,31 2 0 0 0,26-1 0 0 0,20 0 0 0 0,15-2 0 0 0,14 1 0 0 0,9 1 0 0 0,11 1 0 0 0,7 2 0 0 0,9 0 0 0 0,4 1 0 0 0,5 0 0 0 0,1 0 0 0 0,2 0 0 0 0,-1 0 0 0 0,-3 0 0 0 0,-3 1 0 0 0,-4-1 0 0 0,-4 0 0 0 0,-2 0 0 0 0,0 0 0 0 0,3 0 0 0 0,4 0 0 0 0,6-2 0 0 0,6-5 0 0 0,7-3 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2"/>
    </inkml:context>
    <inkml:brush xml:id="br0">
      <inkml:brushProperty name="width" value="0.1" units="cm"/>
      <inkml:brushProperty name="height" value="0.1" units="cm"/>
    </inkml:brush>
  </inkml:definitions>
  <inkml:trace contextRef="#ctx0" brushRef="#br0">18075 10471 16383 0 0,'-2'0'0'0'0,"-8"0"0"0"0,-15 1 0 0 0,-31 6 0 0 0,-45 13 0 0 0,-41 14 0 0 0,-41 14 0 0 0,-36 16 0 0 0,-21 11 0 0 0,-2 5 0 0 0,9-1 0 0 0,9-6 0 0 0,12-7 0 0 0,15-8 0 0 0,18-10 0 0 0,18-13 0 0 0,18-9 0 0 0,16-7 0 0 0,14-6 0 0 0,10 0 0 0 0,7 0 0 0 0,3 0 0 0 0,-4-1 0 0 0,-9-1 0 0 0,-12-3 0 0 0,-12-2 0 0 0,-14-3 0 0 0,-15-1 0 0 0,-15-3 0 0 0,-11-5 0 0 0,-11-11 0 0 0,-8-11 0 0 0,-2-9 0 0 0,4-7 0 0 0,8-3 0 0 0,14-1 0 0 0,18 1 0 0 0,16 3 0 0 0,15 5 0 0 0,16 5 0 0 0,12 5 0 0 0,8 5 0 0 0,3 5 0 0 0,0 3 0 0 0,-3-2 0 0 0,-3-2 0 0 0,0-2 0 0 0,-1-3 0 0 0,2-1 0 0 0,-1-1 0 0 0,-3 0 0 0 0,-7 1 0 0 0,-9-2 0 0 0,-9-2 0 0 0,-5-2 0 0 0,-1-1 0 0 0,-2-4 0 0 0,0-4 0 0 0,-2-5 0 0 0,-3-8 0 0 0,-6-7 0 0 0,-7-7 0 0 0,-2-5 0 0 0,1-1 0 0 0,2 1 0 0 0,4 2 0 0 0,7-1 0 0 0,8-2 0 0 0,7-3 0 0 0,10-4 0 0 0,8-3 0 0 0,11 0 0 0 0,8 3 0 0 0,9 5 0 0 0,8 7 0 0 0,4 11 0 0 0,5 9 0 0 0,5 10 0 0 0,5 7 0 0 0,5 8 0 0 0,5 2 0 0 0,4 3 0 0 0,4 2 0 0 0,5 0 0 0 0,2 1 0 0 0,3 0 0 0 0,1 0 0 0 0,2 0 0 0 0,-1 0 0 0 0,2-2 0 0 0,-1 0 0 0 0,-1 1 0 0 0,2 0 0 0 0,0 1 0 0 0,-3-3 0 0 0,-3-3 0 0 0,-2-2 0 0 0,-1 0 0 0 0,1-1 0 0 0,2 1 0 0 0,0 1 0 0 0,3 1 0 0 0,1 2 0 0 0,2 0 0 0 0,4 2 0 0 0,2 1 0 0 0,2 4 0 0 0,3 2 0 0 0,3 3 0 0 0,1 0 0 0 0,0 2 0 0 0,2-1 0 0 0,1 0 0 0 0,0-1 0 0 0,2 0 0 0 0,0 1 0 0 0,0 1 0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3"/>
    </inkml:context>
    <inkml:brush xml:id="br0">
      <inkml:brushProperty name="width" value="0.1" units="cm"/>
      <inkml:brushProperty name="height" value="0.1" units="cm"/>
    </inkml:brush>
  </inkml:definitions>
  <inkml:trace contextRef="#ctx0" brushRef="#br0">12197 9597 16383 0 0,'0'0'0'0'0,"-1"2"0"0"0,-9 1 0 0 0,-26-1 0 0 0,-45-1 0 0 0,-54-1 0 0 0,-51-4 0 0 0,-39-10 0 0 0,-24-10 0 0 0,-14-12 0 0 0,-5-8 0 0 0,3-3 0 0 0,7 0 0 0 0,5 2 0 0 0,12 4 0 0 0,16 6 0 0 0,14 2 0 0 0,15 3 0 0 0,15 3 0 0 0,16 1 0 0 0,13 1 0 0 0,11 2 0 0 0,10 0 0 0 0,7 1 0 0 0,7-2 0 0 0,6-1 0 0 0,6-1 0 0 0,5-2 0 0 0,8-2 0 0 0,8-4 0 0 0,10-1 0 0 0,9-2 0 0 0,10 1 0 0 0,9 2 0 0 0,7 2 0 0 0,4 1 0 0 0,5 4 0 0 0,2 1 0 0 0,3 3 0 0 0,2 2 0 0 0,2 3 0 0 0,3 4 0 0 0,2 2 0 0 0,3 2 0 0 0,0 3 0 0 0,1 0 0 0 0,0 1 0 0 0,1 0 0 0 0,1 1 0 0 0,3-2 0 0 0,2 0 0 0 0,1-2 0 0 0,1-1 0 0 0,0 2 0 0 0,0 0 0 0 0,0 1 0 0 0,-1 0 0 0 0,-2-3 0 0 0,0-4 0 0 0,-1-3 0 0 0,0-2 0 0 0,2 0 0 0 0,1 3 0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4"/>
    </inkml:context>
    <inkml:brush xml:id="br0">
      <inkml:brushProperty name="width" value="0.1" units="cm"/>
      <inkml:brushProperty name="height" value="0.1" units="cm"/>
    </inkml:brush>
  </inkml:definitions>
  <inkml:trace contextRef="#ctx0" brushRef="#br0">12021 10588 16383 0 0,'0'0'0'0'0,"-2"2"0"0"0,-13-7 0 0 0,-22-13 0 0 0,-28-19 0 0 0,-28-22 0 0 0,-24-19 0 0 0,-15-12 0 0 0,-4-6 0 0 0,4 3 0 0 0,11 9 0 0 0,14 12 0 0 0,15 13 0 0 0,14 13 0 0 0,12 9 0 0 0,9 8 0 0 0,6 4 0 0 0,5 3 0 0 0,5 3 0 0 0,3 1 0 0 0,3 1 0 0 0,2-1 0 0 0,2 1 0 0 0,0-1 0 0 0,-1-1 0 0 0,-1 0 0 0 0,-3 1 0 0 0,-1 1 0 0 0,-1 0 0 0 0,0 2 0 0 0,-2 3 0 0 0,0 1 0 0 0,-3-1 0 0 0,-2-1 0 0 0,-1 0 0 0 0,-2-3 0 0 0,0 0 0 0 0,-1 0 0 0 0,1 0 0 0 0,3 1 0 0 0,2 2 0 0 0,4-1 0 0 0,2-1 0 0 0,5 1 0 0 0,4 1 0 0 0,2 0 0 0 0,3 0 0 0 0,3 2 0 0 0,1 1 0 0 0,0 1 0 0 0,0-1 0 0 0,-1-1 0 0 0,1 0 0 0 0,-1 0 0 0 0,-2-3 0 0 0,-1-1 0 0 0,-1-2 0 0 0,-3-1 0 0 0,-1-2 0 0 0,-2 0 0 0 0,-3 0 0 0 0,-1 1 0 0 0,-5 1 0 0 0,-2 0 0 0 0,-3 0 0 0 0,-3 1 0 0 0,0-1 0 0 0,-1 0 0 0 0,1 0 0 0 0,0-2 0 0 0,1-1 0 0 0,0-2 0 0 0,1 0 0 0 0,1 1 0 0 0,2 2 0 0 0,1 2 0 0 0,-1 1 0 0 0,-1 2 0 0 0,-3 1 0 0 0,-2 2 0 0 0,-2 1 0 0 0,3 1 0 0 0,-7 1 0 0 0,-18-1 0 0 0,-17-3 0 0 0,-16-3 0 0 0,-10-3 0 0 0,-3-3 0 0 0,6 1 0 0 0,12 3 0 0 0,15 2 0 0 0,17 4 0 0 0,14 1 0 0 0,12 2 0 0 0,10 1 0 0 0,6 0 0 0 0,7 0 0 0 0,4 0 0 0 0,3-1 0 0 0,1-4 0 0 0,1-2 0 0 0,0-2 0 0 0,0-1 0 0 0,0 1 0 0 0,-1 0 0 0 0,2 3 0 0 0,0 2 0 0 0,2 2 0 0 0,0 3 0 0 0,0 2 0 0 0,0 1 0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5"/>
    </inkml:context>
    <inkml:brush xml:id="br0">
      <inkml:brushProperty name="width" value="0.1" units="cm"/>
      <inkml:brushProperty name="height" value="0.1" units="cm"/>
    </inkml:brush>
  </inkml:definitions>
  <inkml:trace contextRef="#ctx0" brushRef="#br0">16027 11774 16383 0 0,'-4'0'0'0'0,"-18"0"0"0"0,-50 0 0 0 0,-94 0 0 0 0,-136 0 0 0 0,-174 0 0 0 0,-185 0 0 0 0,-167 0 0 0 0,-99 0 0 0 0,-26 0 0 0 0,17-2 0 0 0,47-13 0 0 0,67-23 0 0 0,88-23 0 0 0,93-20 0 0 0,95-11 0 0 0,93 0 0 0 0,81 9 0 0 0,66 9 0 0 0,51 11 0 0 0,39 12 0 0 0,26 10 0 0 0,19 7 0 0 0,15 5 0 0 0,15 4 0 0 0,18 3 0 0 0,22 4 0 0 0,22 5 0 0 0,19 3 0 0 0,18 4 0 0 0,15 2 0 0 0,13 2 0 0 0,13 1 0 0 0,6 1 0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93E-6207-961A-27D3-BA5572E63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B8784A3-B07D-CB07-0193-9C45816AA3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90879BE-22E6-124E-17FA-86A37A9C2208}"/>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5" name="Footer Placeholder 4">
            <a:extLst>
              <a:ext uri="{FF2B5EF4-FFF2-40B4-BE49-F238E27FC236}">
                <a16:creationId xmlns:a16="http://schemas.microsoft.com/office/drawing/2014/main" id="{F1380A8E-7415-76F6-A78A-C62AE9BAA00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EE6339C-B0C4-1E62-89DB-C58D8D1EB672}"/>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49034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D790-479E-FB2C-B09D-93E7C5825A8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0E0CD6-F134-7BDE-ABF1-79CF39895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06FB849-8FCB-70AF-BDA1-61AE7574B25B}"/>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5" name="Footer Placeholder 4">
            <a:extLst>
              <a:ext uri="{FF2B5EF4-FFF2-40B4-BE49-F238E27FC236}">
                <a16:creationId xmlns:a16="http://schemas.microsoft.com/office/drawing/2014/main" id="{5E752926-502E-8742-25E3-EE4872D664D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435BE01-3EAE-A0D6-DC32-3C4EF127E1A1}"/>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05607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9CE4-966E-F69D-882C-2F66D5406B2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B9B822C8-53C5-A403-A41F-C15978F787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AB16C-512C-E5D4-8458-8DAEC2D5FEE0}"/>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5" name="Footer Placeholder 4">
            <a:extLst>
              <a:ext uri="{FF2B5EF4-FFF2-40B4-BE49-F238E27FC236}">
                <a16:creationId xmlns:a16="http://schemas.microsoft.com/office/drawing/2014/main" id="{9ACD149A-CCC9-316B-F5B2-1D9721A2581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59795F-932C-6C24-440F-27251F43EA7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80566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1E770-3378-75BE-1EED-C98F3011EB88}"/>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FBC8922-0AEF-D31B-3E1B-5C3944744F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53D5E35-1C38-219D-6253-23D7052584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2D4AC897-CD7E-BD66-F55B-7304A8D792B3}"/>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6" name="Footer Placeholder 5">
            <a:extLst>
              <a:ext uri="{FF2B5EF4-FFF2-40B4-BE49-F238E27FC236}">
                <a16:creationId xmlns:a16="http://schemas.microsoft.com/office/drawing/2014/main" id="{1468B5C9-48C3-0090-95B9-A140A602E57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4DFC3AC-52E8-8F23-DAB5-345FE57EF01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18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18B90-C596-DD37-58D8-BF8F44C23554}"/>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68267A7-7218-A6C8-2229-33D4F35698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24471F-74EA-6723-E1C0-B2F6D72DF6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106054E-CF8F-4E20-E08D-F9940E770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24052C-89F2-D8FB-2E02-AE25B5012B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B779723-618B-EB71-ED91-02FB31A33867}"/>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8" name="Footer Placeholder 7">
            <a:extLst>
              <a:ext uri="{FF2B5EF4-FFF2-40B4-BE49-F238E27FC236}">
                <a16:creationId xmlns:a16="http://schemas.microsoft.com/office/drawing/2014/main" id="{A38B54C0-35B4-121B-EEF8-544FDED5D565}"/>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79A6F5-5FBF-7482-2E69-6E374E7669E8}"/>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46129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30472-AC8A-60B9-1798-830C55CA5F3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5170EFE-84C9-B124-7676-BD3F647FBD48}"/>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4" name="Footer Placeholder 3">
            <a:extLst>
              <a:ext uri="{FF2B5EF4-FFF2-40B4-BE49-F238E27FC236}">
                <a16:creationId xmlns:a16="http://schemas.microsoft.com/office/drawing/2014/main" id="{514FD78E-942F-0252-E54E-EB0A6A1A7D7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73EC701-C906-71AE-8E7B-08B722152C8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9940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8D4999-70E4-430C-679C-B6C1BD8CF70A}"/>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3" name="Footer Placeholder 2">
            <a:extLst>
              <a:ext uri="{FF2B5EF4-FFF2-40B4-BE49-F238E27FC236}">
                <a16:creationId xmlns:a16="http://schemas.microsoft.com/office/drawing/2014/main" id="{B092EBBF-DC05-8F92-66DF-E389C28FB09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C7A34E-848E-6CB5-2037-8E2686F7F23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60477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FEB8-D44A-A94C-6D96-A10D560859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3F6F3F1-1949-2ECE-337C-75DA3DD925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27F68C-D483-206F-86F0-B8AD1A376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94533C-26BE-85A3-1578-C1FD486B8BE4}"/>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6" name="Footer Placeholder 5">
            <a:extLst>
              <a:ext uri="{FF2B5EF4-FFF2-40B4-BE49-F238E27FC236}">
                <a16:creationId xmlns:a16="http://schemas.microsoft.com/office/drawing/2014/main" id="{448C9B39-1905-0C9D-5976-8D4EE934071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9D38069-9681-3D3C-8922-C1DF3413C34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282788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51B2-C676-0BB3-41BF-2DC2EA6A95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9063321-2C7A-9FB7-7C89-0B9A4ECB5D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8F928BF-DAB0-5C67-AFE5-33708C6B7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F9F807-CAF2-70A3-754E-3B06461B2244}"/>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6" name="Footer Placeholder 5">
            <a:extLst>
              <a:ext uri="{FF2B5EF4-FFF2-40B4-BE49-F238E27FC236}">
                <a16:creationId xmlns:a16="http://schemas.microsoft.com/office/drawing/2014/main" id="{4A60D4B2-4340-E180-201D-4A8AA3ABF7D8}"/>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6DE566EE-6EDB-DC85-2C59-6C744BF2DFC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872851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DCD60-2C57-3579-D6AD-36F7CB47E9A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EFAD4E8-5659-906A-40B6-DC79F74A0A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9FFD11-A090-9ABF-599E-BF8634B9C090}"/>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5" name="Footer Placeholder 4">
            <a:extLst>
              <a:ext uri="{FF2B5EF4-FFF2-40B4-BE49-F238E27FC236}">
                <a16:creationId xmlns:a16="http://schemas.microsoft.com/office/drawing/2014/main" id="{C0F70FFD-B070-4F30-7B33-8AC9A090BB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075ACB5-2F99-C176-180F-7D9565F42736}"/>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51132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924EDC-270A-132D-A94C-6D49162B40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C1CBA7E-C267-07A8-38F7-A93C5196FB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986E541-6571-F42A-FEA2-E468A663ACCA}"/>
              </a:ext>
            </a:extLst>
          </p:cNvPr>
          <p:cNvSpPr>
            <a:spLocks noGrp="1"/>
          </p:cNvSpPr>
          <p:nvPr>
            <p:ph type="dt" sz="half" idx="10"/>
          </p:nvPr>
        </p:nvSpPr>
        <p:spPr/>
        <p:txBody>
          <a:bodyPr/>
          <a:lstStyle/>
          <a:p>
            <a:fld id="{585BAAA6-0493-4262-AD30-4183B33F0543}" type="datetimeFigureOut">
              <a:rPr lang="en-AU" smtClean="0"/>
              <a:t>21/08/2026</a:t>
            </a:fld>
            <a:endParaRPr lang="en-AU"/>
          </a:p>
        </p:txBody>
      </p:sp>
      <p:sp>
        <p:nvSpPr>
          <p:cNvPr id="5" name="Footer Placeholder 4">
            <a:extLst>
              <a:ext uri="{FF2B5EF4-FFF2-40B4-BE49-F238E27FC236}">
                <a16:creationId xmlns:a16="http://schemas.microsoft.com/office/drawing/2014/main" id="{FA47B1E3-EE60-551E-0D89-F36C5460CE1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6D1882C-5837-8AF3-5255-E41DDF52474D}"/>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744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06D12-988D-81D2-D483-332B117343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A4164DD-ED81-6B02-869C-3054B695F3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FF7907-3E26-9080-94DE-DC7DA9A44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5BAAA6-0493-4262-AD30-4183B33F0543}" type="datetimeFigureOut">
              <a:rPr lang="en-AU" smtClean="0"/>
              <a:t>21/08/2026</a:t>
            </a:fld>
            <a:endParaRPr lang="en-AU"/>
          </a:p>
        </p:txBody>
      </p:sp>
      <p:sp>
        <p:nvSpPr>
          <p:cNvPr id="5" name="Footer Placeholder 4">
            <a:extLst>
              <a:ext uri="{FF2B5EF4-FFF2-40B4-BE49-F238E27FC236}">
                <a16:creationId xmlns:a16="http://schemas.microsoft.com/office/drawing/2014/main" id="{5DE280BE-9C64-374D-A2F1-C89F733594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EAB3139C-D90D-6EC2-2594-C68100770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5786F8-FF83-4303-AD71-92C0C8C6DD44}" type="slidenum">
              <a:rPr lang="en-AU" smtClean="0"/>
              <a:t>‹#›</a:t>
            </a:fld>
            <a:endParaRPr lang="en-AU"/>
          </a:p>
        </p:txBody>
      </p:sp>
    </p:spTree>
    <p:extLst>
      <p:ext uri="{BB962C8B-B14F-4D97-AF65-F5344CB8AC3E}">
        <p14:creationId xmlns:p14="http://schemas.microsoft.com/office/powerpoint/2010/main" val="3007389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17" Type="http://schemas.openxmlformats.org/officeDocument/2006/relationships/customXml" Target="../ink/ink58.xml"/><Relationship Id="rId21" Type="http://schemas.openxmlformats.org/officeDocument/2006/relationships/customXml" Target="../ink/ink10.xml"/><Relationship Id="rId42" Type="http://schemas.openxmlformats.org/officeDocument/2006/relationships/image" Target="../media/image23.png"/><Relationship Id="rId63" Type="http://schemas.openxmlformats.org/officeDocument/2006/relationships/customXml" Target="../ink/ink31.xml"/><Relationship Id="rId84" Type="http://schemas.openxmlformats.org/officeDocument/2006/relationships/image" Target="../media/image44.png"/><Relationship Id="rId138" Type="http://schemas.openxmlformats.org/officeDocument/2006/relationships/image" Target="../media/image71.png"/><Relationship Id="rId159" Type="http://schemas.openxmlformats.org/officeDocument/2006/relationships/customXml" Target="../ink/ink79.xml"/><Relationship Id="rId170" Type="http://schemas.openxmlformats.org/officeDocument/2006/relationships/image" Target="../media/image87.png"/><Relationship Id="rId191" Type="http://schemas.openxmlformats.org/officeDocument/2006/relationships/customXml" Target="../ink/ink95.xml"/><Relationship Id="rId107" Type="http://schemas.openxmlformats.org/officeDocument/2006/relationships/customXml" Target="../ink/ink53.xml"/><Relationship Id="rId11" Type="http://schemas.openxmlformats.org/officeDocument/2006/relationships/customXml" Target="../ink/ink5.xml"/><Relationship Id="rId32" Type="http://schemas.openxmlformats.org/officeDocument/2006/relationships/image" Target="../media/image18.png"/><Relationship Id="rId53" Type="http://schemas.openxmlformats.org/officeDocument/2006/relationships/customXml" Target="../ink/ink26.xml"/><Relationship Id="rId74" Type="http://schemas.openxmlformats.org/officeDocument/2006/relationships/image" Target="../media/image39.png"/><Relationship Id="rId128" Type="http://schemas.openxmlformats.org/officeDocument/2006/relationships/image" Target="../media/image66.png"/><Relationship Id="rId149" Type="http://schemas.openxmlformats.org/officeDocument/2006/relationships/customXml" Target="../ink/ink74.xml"/><Relationship Id="rId5" Type="http://schemas.openxmlformats.org/officeDocument/2006/relationships/customXml" Target="../ink/ink2.xml"/><Relationship Id="rId95" Type="http://schemas.openxmlformats.org/officeDocument/2006/relationships/customXml" Target="../ink/ink47.xml"/><Relationship Id="rId160" Type="http://schemas.openxmlformats.org/officeDocument/2006/relationships/image" Target="../media/image82.png"/><Relationship Id="rId181" Type="http://schemas.openxmlformats.org/officeDocument/2006/relationships/customXml" Target="../ink/ink90.xml"/><Relationship Id="rId22" Type="http://schemas.openxmlformats.org/officeDocument/2006/relationships/image" Target="../media/image13.png"/><Relationship Id="rId43" Type="http://schemas.openxmlformats.org/officeDocument/2006/relationships/customXml" Target="../ink/ink21.xml"/><Relationship Id="rId64" Type="http://schemas.openxmlformats.org/officeDocument/2006/relationships/image" Target="../media/image34.png"/><Relationship Id="rId118" Type="http://schemas.openxmlformats.org/officeDocument/2006/relationships/image" Target="../media/image61.png"/><Relationship Id="rId139" Type="http://schemas.openxmlformats.org/officeDocument/2006/relationships/customXml" Target="../ink/ink69.xml"/><Relationship Id="rId85" Type="http://schemas.openxmlformats.org/officeDocument/2006/relationships/customXml" Target="../ink/ink42.xml"/><Relationship Id="rId150" Type="http://schemas.openxmlformats.org/officeDocument/2006/relationships/image" Target="../media/image77.png"/><Relationship Id="rId171" Type="http://schemas.openxmlformats.org/officeDocument/2006/relationships/customXml" Target="../ink/ink85.xml"/><Relationship Id="rId192" Type="http://schemas.openxmlformats.org/officeDocument/2006/relationships/image" Target="../media/image98.png"/><Relationship Id="rId12" Type="http://schemas.openxmlformats.org/officeDocument/2006/relationships/image" Target="../media/image8.png"/><Relationship Id="rId33" Type="http://schemas.openxmlformats.org/officeDocument/2006/relationships/customXml" Target="../ink/ink16.xml"/><Relationship Id="rId108" Type="http://schemas.openxmlformats.org/officeDocument/2006/relationships/image" Target="../media/image56.png"/><Relationship Id="rId129" Type="http://schemas.openxmlformats.org/officeDocument/2006/relationships/customXml" Target="../ink/ink64.xml"/><Relationship Id="rId54" Type="http://schemas.openxmlformats.org/officeDocument/2006/relationships/image" Target="../media/image29.png"/><Relationship Id="rId75" Type="http://schemas.openxmlformats.org/officeDocument/2006/relationships/customXml" Target="../ink/ink37.xml"/><Relationship Id="rId96" Type="http://schemas.openxmlformats.org/officeDocument/2006/relationships/image" Target="../media/image50.png"/><Relationship Id="rId140" Type="http://schemas.openxmlformats.org/officeDocument/2006/relationships/image" Target="../media/image72.png"/><Relationship Id="rId161" Type="http://schemas.openxmlformats.org/officeDocument/2006/relationships/customXml" Target="../ink/ink80.xml"/><Relationship Id="rId182" Type="http://schemas.openxmlformats.org/officeDocument/2006/relationships/image" Target="../media/image93.png"/><Relationship Id="rId6" Type="http://schemas.openxmlformats.org/officeDocument/2006/relationships/image" Target="../media/image5.png"/><Relationship Id="rId23" Type="http://schemas.openxmlformats.org/officeDocument/2006/relationships/customXml" Target="../ink/ink11.xml"/><Relationship Id="rId119" Type="http://schemas.openxmlformats.org/officeDocument/2006/relationships/customXml" Target="../ink/ink59.xml"/><Relationship Id="rId44" Type="http://schemas.openxmlformats.org/officeDocument/2006/relationships/image" Target="../media/image24.png"/><Relationship Id="rId65" Type="http://schemas.openxmlformats.org/officeDocument/2006/relationships/customXml" Target="../ink/ink32.xml"/><Relationship Id="rId86" Type="http://schemas.openxmlformats.org/officeDocument/2006/relationships/image" Target="../media/image45.png"/><Relationship Id="rId130" Type="http://schemas.openxmlformats.org/officeDocument/2006/relationships/image" Target="../media/image67.png"/><Relationship Id="rId151" Type="http://schemas.openxmlformats.org/officeDocument/2006/relationships/customXml" Target="../ink/ink75.xml"/><Relationship Id="rId172" Type="http://schemas.openxmlformats.org/officeDocument/2006/relationships/image" Target="../media/image88.png"/><Relationship Id="rId193" Type="http://schemas.openxmlformats.org/officeDocument/2006/relationships/customXml" Target="../ink/ink96.xml"/><Relationship Id="rId13" Type="http://schemas.openxmlformats.org/officeDocument/2006/relationships/customXml" Target="../ink/ink6.xml"/><Relationship Id="rId109" Type="http://schemas.openxmlformats.org/officeDocument/2006/relationships/customXml" Target="../ink/ink54.xml"/><Relationship Id="rId34" Type="http://schemas.openxmlformats.org/officeDocument/2006/relationships/image" Target="../media/image19.png"/><Relationship Id="rId50" Type="http://schemas.openxmlformats.org/officeDocument/2006/relationships/image" Target="../media/image27.png"/><Relationship Id="rId55" Type="http://schemas.openxmlformats.org/officeDocument/2006/relationships/customXml" Target="../ink/ink27.xml"/><Relationship Id="rId76" Type="http://schemas.openxmlformats.org/officeDocument/2006/relationships/image" Target="../media/image40.png"/><Relationship Id="rId97" Type="http://schemas.openxmlformats.org/officeDocument/2006/relationships/customXml" Target="../ink/ink48.xml"/><Relationship Id="rId104" Type="http://schemas.openxmlformats.org/officeDocument/2006/relationships/image" Target="../media/image54.png"/><Relationship Id="rId120" Type="http://schemas.openxmlformats.org/officeDocument/2006/relationships/image" Target="../media/image62.png"/><Relationship Id="rId125" Type="http://schemas.openxmlformats.org/officeDocument/2006/relationships/customXml" Target="../ink/ink62.xml"/><Relationship Id="rId141" Type="http://schemas.openxmlformats.org/officeDocument/2006/relationships/customXml" Target="../ink/ink70.xml"/><Relationship Id="rId146" Type="http://schemas.openxmlformats.org/officeDocument/2006/relationships/image" Target="../media/image75.png"/><Relationship Id="rId167" Type="http://schemas.openxmlformats.org/officeDocument/2006/relationships/customXml" Target="../ink/ink83.xml"/><Relationship Id="rId188" Type="http://schemas.openxmlformats.org/officeDocument/2006/relationships/image" Target="../media/image96.png"/><Relationship Id="rId7" Type="http://schemas.openxmlformats.org/officeDocument/2006/relationships/customXml" Target="../ink/ink3.xml"/><Relationship Id="rId71" Type="http://schemas.openxmlformats.org/officeDocument/2006/relationships/customXml" Target="../ink/ink35.xml"/><Relationship Id="rId92" Type="http://schemas.openxmlformats.org/officeDocument/2006/relationships/image" Target="../media/image48.png"/><Relationship Id="rId162" Type="http://schemas.openxmlformats.org/officeDocument/2006/relationships/image" Target="../media/image83.png"/><Relationship Id="rId183" Type="http://schemas.openxmlformats.org/officeDocument/2006/relationships/customXml" Target="../ink/ink91.xml"/><Relationship Id="rId2" Type="http://schemas.openxmlformats.org/officeDocument/2006/relationships/image" Target="../media/image3.png"/><Relationship Id="rId29" Type="http://schemas.openxmlformats.org/officeDocument/2006/relationships/customXml" Target="../ink/ink14.xml"/><Relationship Id="rId24" Type="http://schemas.openxmlformats.org/officeDocument/2006/relationships/image" Target="../media/image14.png"/><Relationship Id="rId40" Type="http://schemas.openxmlformats.org/officeDocument/2006/relationships/image" Target="../media/image22.png"/><Relationship Id="rId45" Type="http://schemas.openxmlformats.org/officeDocument/2006/relationships/customXml" Target="../ink/ink22.xml"/><Relationship Id="rId66" Type="http://schemas.openxmlformats.org/officeDocument/2006/relationships/image" Target="../media/image35.png"/><Relationship Id="rId87" Type="http://schemas.openxmlformats.org/officeDocument/2006/relationships/customXml" Target="../ink/ink43.xml"/><Relationship Id="rId110" Type="http://schemas.openxmlformats.org/officeDocument/2006/relationships/image" Target="../media/image57.png"/><Relationship Id="rId115" Type="http://schemas.openxmlformats.org/officeDocument/2006/relationships/customXml" Target="../ink/ink57.xml"/><Relationship Id="rId131" Type="http://schemas.openxmlformats.org/officeDocument/2006/relationships/customXml" Target="../ink/ink65.xml"/><Relationship Id="rId136" Type="http://schemas.openxmlformats.org/officeDocument/2006/relationships/image" Target="../media/image70.png"/><Relationship Id="rId157" Type="http://schemas.openxmlformats.org/officeDocument/2006/relationships/customXml" Target="../ink/ink78.xml"/><Relationship Id="rId178" Type="http://schemas.openxmlformats.org/officeDocument/2006/relationships/image" Target="../media/image91.png"/><Relationship Id="rId61" Type="http://schemas.openxmlformats.org/officeDocument/2006/relationships/customXml" Target="../ink/ink30.xml"/><Relationship Id="rId82" Type="http://schemas.openxmlformats.org/officeDocument/2006/relationships/image" Target="../media/image43.png"/><Relationship Id="rId152" Type="http://schemas.openxmlformats.org/officeDocument/2006/relationships/image" Target="../media/image78.png"/><Relationship Id="rId173" Type="http://schemas.openxmlformats.org/officeDocument/2006/relationships/customXml" Target="../ink/ink86.xml"/><Relationship Id="rId194" Type="http://schemas.openxmlformats.org/officeDocument/2006/relationships/image" Target="../media/image99.png"/><Relationship Id="rId19" Type="http://schemas.openxmlformats.org/officeDocument/2006/relationships/customXml" Target="../ink/ink9.xml"/><Relationship Id="rId14" Type="http://schemas.openxmlformats.org/officeDocument/2006/relationships/image" Target="../media/image9.png"/><Relationship Id="rId30" Type="http://schemas.openxmlformats.org/officeDocument/2006/relationships/image" Target="../media/image17.png"/><Relationship Id="rId35" Type="http://schemas.openxmlformats.org/officeDocument/2006/relationships/customXml" Target="../ink/ink17.xml"/><Relationship Id="rId56" Type="http://schemas.openxmlformats.org/officeDocument/2006/relationships/image" Target="../media/image30.png"/><Relationship Id="rId77" Type="http://schemas.openxmlformats.org/officeDocument/2006/relationships/customXml" Target="../ink/ink38.xml"/><Relationship Id="rId100" Type="http://schemas.openxmlformats.org/officeDocument/2006/relationships/image" Target="../media/image52.png"/><Relationship Id="rId105" Type="http://schemas.openxmlformats.org/officeDocument/2006/relationships/customXml" Target="../ink/ink52.xml"/><Relationship Id="rId126" Type="http://schemas.openxmlformats.org/officeDocument/2006/relationships/image" Target="../media/image65.png"/><Relationship Id="rId147" Type="http://schemas.openxmlformats.org/officeDocument/2006/relationships/customXml" Target="../ink/ink73.xml"/><Relationship Id="rId168" Type="http://schemas.openxmlformats.org/officeDocument/2006/relationships/image" Target="../media/image86.png"/><Relationship Id="rId8" Type="http://schemas.openxmlformats.org/officeDocument/2006/relationships/image" Target="../media/image6.png"/><Relationship Id="rId51" Type="http://schemas.openxmlformats.org/officeDocument/2006/relationships/customXml" Target="../ink/ink25.xml"/><Relationship Id="rId72" Type="http://schemas.openxmlformats.org/officeDocument/2006/relationships/image" Target="../media/image38.png"/><Relationship Id="rId93" Type="http://schemas.openxmlformats.org/officeDocument/2006/relationships/customXml" Target="../ink/ink46.xml"/><Relationship Id="rId98" Type="http://schemas.openxmlformats.org/officeDocument/2006/relationships/image" Target="../media/image51.png"/><Relationship Id="rId121" Type="http://schemas.openxmlformats.org/officeDocument/2006/relationships/customXml" Target="../ink/ink60.xml"/><Relationship Id="rId142" Type="http://schemas.openxmlformats.org/officeDocument/2006/relationships/image" Target="../media/image73.png"/><Relationship Id="rId163" Type="http://schemas.openxmlformats.org/officeDocument/2006/relationships/customXml" Target="../ink/ink81.xml"/><Relationship Id="rId184" Type="http://schemas.openxmlformats.org/officeDocument/2006/relationships/image" Target="../media/image94.png"/><Relationship Id="rId189" Type="http://schemas.openxmlformats.org/officeDocument/2006/relationships/customXml" Target="../ink/ink94.xml"/><Relationship Id="rId3" Type="http://schemas.openxmlformats.org/officeDocument/2006/relationships/customXml" Target="../ink/ink1.xml"/><Relationship Id="rId25" Type="http://schemas.openxmlformats.org/officeDocument/2006/relationships/customXml" Target="../ink/ink12.xml"/><Relationship Id="rId46" Type="http://schemas.openxmlformats.org/officeDocument/2006/relationships/image" Target="../media/image25.png"/><Relationship Id="rId67" Type="http://schemas.openxmlformats.org/officeDocument/2006/relationships/customXml" Target="../ink/ink33.xml"/><Relationship Id="rId116" Type="http://schemas.openxmlformats.org/officeDocument/2006/relationships/image" Target="../media/image60.png"/><Relationship Id="rId137" Type="http://schemas.openxmlformats.org/officeDocument/2006/relationships/customXml" Target="../ink/ink68.xml"/><Relationship Id="rId158" Type="http://schemas.openxmlformats.org/officeDocument/2006/relationships/image" Target="../media/image81.png"/><Relationship Id="rId20" Type="http://schemas.openxmlformats.org/officeDocument/2006/relationships/image" Target="../media/image12.png"/><Relationship Id="rId41" Type="http://schemas.openxmlformats.org/officeDocument/2006/relationships/customXml" Target="../ink/ink20.xml"/><Relationship Id="rId62" Type="http://schemas.openxmlformats.org/officeDocument/2006/relationships/image" Target="../media/image33.png"/><Relationship Id="rId83" Type="http://schemas.openxmlformats.org/officeDocument/2006/relationships/customXml" Target="../ink/ink41.xml"/><Relationship Id="rId88" Type="http://schemas.openxmlformats.org/officeDocument/2006/relationships/image" Target="../media/image46.png"/><Relationship Id="rId111" Type="http://schemas.openxmlformats.org/officeDocument/2006/relationships/customXml" Target="../ink/ink55.xml"/><Relationship Id="rId132" Type="http://schemas.openxmlformats.org/officeDocument/2006/relationships/image" Target="../media/image68.png"/><Relationship Id="rId153" Type="http://schemas.openxmlformats.org/officeDocument/2006/relationships/customXml" Target="../ink/ink76.xml"/><Relationship Id="rId174" Type="http://schemas.openxmlformats.org/officeDocument/2006/relationships/image" Target="../media/image89.png"/><Relationship Id="rId179" Type="http://schemas.openxmlformats.org/officeDocument/2006/relationships/customXml" Target="../ink/ink89.xml"/><Relationship Id="rId195" Type="http://schemas.openxmlformats.org/officeDocument/2006/relationships/customXml" Target="../ink/ink97.xml"/><Relationship Id="rId190" Type="http://schemas.openxmlformats.org/officeDocument/2006/relationships/image" Target="../media/image97.png"/><Relationship Id="rId15" Type="http://schemas.openxmlformats.org/officeDocument/2006/relationships/customXml" Target="../ink/ink7.xml"/><Relationship Id="rId36" Type="http://schemas.openxmlformats.org/officeDocument/2006/relationships/image" Target="../media/image20.png"/><Relationship Id="rId57" Type="http://schemas.openxmlformats.org/officeDocument/2006/relationships/customXml" Target="../ink/ink28.xml"/><Relationship Id="rId106" Type="http://schemas.openxmlformats.org/officeDocument/2006/relationships/image" Target="../media/image55.png"/><Relationship Id="rId127" Type="http://schemas.openxmlformats.org/officeDocument/2006/relationships/customXml" Target="../ink/ink63.xml"/><Relationship Id="rId10" Type="http://schemas.openxmlformats.org/officeDocument/2006/relationships/image" Target="../media/image7.png"/><Relationship Id="rId31" Type="http://schemas.openxmlformats.org/officeDocument/2006/relationships/customXml" Target="../ink/ink15.xml"/><Relationship Id="rId52" Type="http://schemas.openxmlformats.org/officeDocument/2006/relationships/image" Target="../media/image28.png"/><Relationship Id="rId73" Type="http://schemas.openxmlformats.org/officeDocument/2006/relationships/customXml" Target="../ink/ink36.xml"/><Relationship Id="rId78" Type="http://schemas.openxmlformats.org/officeDocument/2006/relationships/image" Target="../media/image41.png"/><Relationship Id="rId94" Type="http://schemas.openxmlformats.org/officeDocument/2006/relationships/image" Target="../media/image49.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media/image63.png"/><Relationship Id="rId143" Type="http://schemas.openxmlformats.org/officeDocument/2006/relationships/customXml" Target="../ink/ink71.xml"/><Relationship Id="rId148" Type="http://schemas.openxmlformats.org/officeDocument/2006/relationships/image" Target="../media/image76.png"/><Relationship Id="rId164" Type="http://schemas.openxmlformats.org/officeDocument/2006/relationships/image" Target="../media/image84.png"/><Relationship Id="rId169" Type="http://schemas.openxmlformats.org/officeDocument/2006/relationships/customXml" Target="../ink/ink84.xml"/><Relationship Id="rId185" Type="http://schemas.openxmlformats.org/officeDocument/2006/relationships/customXml" Target="../ink/ink92.xml"/><Relationship Id="rId4" Type="http://schemas.openxmlformats.org/officeDocument/2006/relationships/image" Target="../media/image4.png"/><Relationship Id="rId9" Type="http://schemas.openxmlformats.org/officeDocument/2006/relationships/customXml" Target="../ink/ink4.xml"/><Relationship Id="rId180" Type="http://schemas.openxmlformats.org/officeDocument/2006/relationships/image" Target="../media/image92.png"/><Relationship Id="rId26" Type="http://schemas.openxmlformats.org/officeDocument/2006/relationships/image" Target="../media/image15.png"/><Relationship Id="rId47" Type="http://schemas.openxmlformats.org/officeDocument/2006/relationships/customXml" Target="../ink/ink23.xml"/><Relationship Id="rId68" Type="http://schemas.openxmlformats.org/officeDocument/2006/relationships/image" Target="../media/image36.png"/><Relationship Id="rId89" Type="http://schemas.openxmlformats.org/officeDocument/2006/relationships/customXml" Target="../ink/ink44.xml"/><Relationship Id="rId112" Type="http://schemas.openxmlformats.org/officeDocument/2006/relationships/image" Target="../media/image58.png"/><Relationship Id="rId133" Type="http://schemas.openxmlformats.org/officeDocument/2006/relationships/customXml" Target="../ink/ink66.xml"/><Relationship Id="rId154" Type="http://schemas.openxmlformats.org/officeDocument/2006/relationships/image" Target="../media/image79.png"/><Relationship Id="rId175" Type="http://schemas.openxmlformats.org/officeDocument/2006/relationships/customXml" Target="../ink/ink87.xml"/><Relationship Id="rId196" Type="http://schemas.openxmlformats.org/officeDocument/2006/relationships/image" Target="../media/image100.png"/><Relationship Id="rId16" Type="http://schemas.openxmlformats.org/officeDocument/2006/relationships/image" Target="../media/image10.png"/><Relationship Id="rId37" Type="http://schemas.openxmlformats.org/officeDocument/2006/relationships/customXml" Target="../ink/ink18.xml"/><Relationship Id="rId58" Type="http://schemas.openxmlformats.org/officeDocument/2006/relationships/image" Target="../media/image31.png"/><Relationship Id="rId79" Type="http://schemas.openxmlformats.org/officeDocument/2006/relationships/customXml" Target="../ink/ink39.xml"/><Relationship Id="rId102" Type="http://schemas.openxmlformats.org/officeDocument/2006/relationships/image" Target="../media/image53.png"/><Relationship Id="rId123" Type="http://schemas.openxmlformats.org/officeDocument/2006/relationships/customXml" Target="../ink/ink61.xml"/><Relationship Id="rId144" Type="http://schemas.openxmlformats.org/officeDocument/2006/relationships/image" Target="../media/image74.png"/><Relationship Id="rId90" Type="http://schemas.openxmlformats.org/officeDocument/2006/relationships/image" Target="../media/image47.png"/><Relationship Id="rId165" Type="http://schemas.openxmlformats.org/officeDocument/2006/relationships/customXml" Target="../ink/ink82.xml"/><Relationship Id="rId186" Type="http://schemas.openxmlformats.org/officeDocument/2006/relationships/image" Target="../media/image95.png"/><Relationship Id="rId27" Type="http://schemas.openxmlformats.org/officeDocument/2006/relationships/customXml" Target="../ink/ink13.xml"/><Relationship Id="rId48" Type="http://schemas.openxmlformats.org/officeDocument/2006/relationships/image" Target="../media/image26.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media/image69.png"/><Relationship Id="rId80" Type="http://schemas.openxmlformats.org/officeDocument/2006/relationships/image" Target="../media/image42.png"/><Relationship Id="rId155" Type="http://schemas.openxmlformats.org/officeDocument/2006/relationships/customXml" Target="../ink/ink77.xml"/><Relationship Id="rId176" Type="http://schemas.openxmlformats.org/officeDocument/2006/relationships/image" Target="../media/image90.png"/><Relationship Id="rId17" Type="http://schemas.openxmlformats.org/officeDocument/2006/relationships/customXml" Target="../ink/ink8.xml"/><Relationship Id="rId38" Type="http://schemas.openxmlformats.org/officeDocument/2006/relationships/image" Target="../media/image21.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media/image64.png"/><Relationship Id="rId70" Type="http://schemas.openxmlformats.org/officeDocument/2006/relationships/image" Target="../media/image37.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media/image85.png"/><Relationship Id="rId187" Type="http://schemas.openxmlformats.org/officeDocument/2006/relationships/customXml" Target="../ink/ink93.xml"/><Relationship Id="rId1" Type="http://schemas.openxmlformats.org/officeDocument/2006/relationships/slideLayout" Target="../slideLayouts/slideLayout2.xml"/><Relationship Id="rId28" Type="http://schemas.openxmlformats.org/officeDocument/2006/relationships/image" Target="../media/image16.png"/><Relationship Id="rId49" Type="http://schemas.openxmlformats.org/officeDocument/2006/relationships/customXml" Target="../ink/ink24.xml"/><Relationship Id="rId114" Type="http://schemas.openxmlformats.org/officeDocument/2006/relationships/image" Target="../media/image59.png"/><Relationship Id="rId60" Type="http://schemas.openxmlformats.org/officeDocument/2006/relationships/image" Target="../media/image32.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media/image80.png"/><Relationship Id="rId177" Type="http://schemas.openxmlformats.org/officeDocument/2006/relationships/customXml" Target="../ink/ink88.xml"/><Relationship Id="rId18" Type="http://schemas.openxmlformats.org/officeDocument/2006/relationships/image" Target="../media/image11.png"/><Relationship Id="rId39" Type="http://schemas.openxmlformats.org/officeDocument/2006/relationships/customXml" Target="../ink/ink19.xml"/></Relationships>
</file>

<file path=ppt/slides/_rels/slide9.xml.rels><?xml version="1.0" encoding="UTF-8" standalone="yes"?>
<Relationships xmlns="http://schemas.openxmlformats.org/package/2006/relationships"><Relationship Id="rId8" Type="http://schemas.openxmlformats.org/officeDocument/2006/relationships/image" Target="../media/image104.png"/><Relationship Id="rId13" Type="http://schemas.openxmlformats.org/officeDocument/2006/relationships/customXml" Target="../ink/ink103.xml"/><Relationship Id="rId18" Type="http://schemas.openxmlformats.org/officeDocument/2006/relationships/image" Target="../media/image109.png"/><Relationship Id="rId26" Type="http://schemas.openxmlformats.org/officeDocument/2006/relationships/image" Target="../media/image113.png"/><Relationship Id="rId3" Type="http://schemas.openxmlformats.org/officeDocument/2006/relationships/customXml" Target="../ink/ink98.xml"/><Relationship Id="rId21" Type="http://schemas.openxmlformats.org/officeDocument/2006/relationships/customXml" Target="../ink/ink107.xml"/><Relationship Id="rId7" Type="http://schemas.openxmlformats.org/officeDocument/2006/relationships/customXml" Target="../ink/ink100.xml"/><Relationship Id="rId12" Type="http://schemas.openxmlformats.org/officeDocument/2006/relationships/image" Target="../media/image106.png"/><Relationship Id="rId17" Type="http://schemas.openxmlformats.org/officeDocument/2006/relationships/customXml" Target="../ink/ink105.xml"/><Relationship Id="rId25" Type="http://schemas.openxmlformats.org/officeDocument/2006/relationships/customXml" Target="../ink/ink109.xml"/><Relationship Id="rId2" Type="http://schemas.openxmlformats.org/officeDocument/2006/relationships/image" Target="../media/image101.png"/><Relationship Id="rId16" Type="http://schemas.openxmlformats.org/officeDocument/2006/relationships/image" Target="../media/image108.png"/><Relationship Id="rId20"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03.png"/><Relationship Id="rId11" Type="http://schemas.openxmlformats.org/officeDocument/2006/relationships/customXml" Target="../ink/ink102.xml"/><Relationship Id="rId24" Type="http://schemas.openxmlformats.org/officeDocument/2006/relationships/image" Target="../media/image112.png"/><Relationship Id="rId5" Type="http://schemas.openxmlformats.org/officeDocument/2006/relationships/customXml" Target="../ink/ink99.xml"/><Relationship Id="rId15" Type="http://schemas.openxmlformats.org/officeDocument/2006/relationships/customXml" Target="../ink/ink104.xml"/><Relationship Id="rId23" Type="http://schemas.openxmlformats.org/officeDocument/2006/relationships/customXml" Target="../ink/ink108.xml"/><Relationship Id="rId10" Type="http://schemas.openxmlformats.org/officeDocument/2006/relationships/image" Target="../media/image105.png"/><Relationship Id="rId19" Type="http://schemas.openxmlformats.org/officeDocument/2006/relationships/customXml" Target="../ink/ink106.xml"/><Relationship Id="rId4" Type="http://schemas.openxmlformats.org/officeDocument/2006/relationships/image" Target="../media/image102.png"/><Relationship Id="rId9" Type="http://schemas.openxmlformats.org/officeDocument/2006/relationships/customXml" Target="../ink/ink101.xml"/><Relationship Id="rId14" Type="http://schemas.openxmlformats.org/officeDocument/2006/relationships/image" Target="../media/image107.png"/><Relationship Id="rId22" Type="http://schemas.openxmlformats.org/officeDocument/2006/relationships/image" Target="../media/image111.png"/></Relationships>
</file>

<file path=ppt/slides/_rels/slide10.xml.rels><?xml version="1.0" encoding="UTF-8" standalone="yes"?>
<Relationships xmlns="http://schemas.openxmlformats.org/package/2006/relationships"><Relationship Id="rId8" Type="http://schemas.openxmlformats.org/officeDocument/2006/relationships/customXml" Target="../ink/ink113.xml"/><Relationship Id="rId13" Type="http://schemas.openxmlformats.org/officeDocument/2006/relationships/image" Target="../media/image118.png"/><Relationship Id="rId3" Type="http://schemas.openxmlformats.org/officeDocument/2006/relationships/image" Target="../media/image57.png"/><Relationship Id="rId7" Type="http://schemas.openxmlformats.org/officeDocument/2006/relationships/image" Target="../media/image115.png"/><Relationship Id="rId12" Type="http://schemas.openxmlformats.org/officeDocument/2006/relationships/customXml" Target="../ink/ink115.xml"/><Relationship Id="rId2" Type="http://schemas.openxmlformats.org/officeDocument/2006/relationships/customXml" Target="../ink/ink110.xml"/><Relationship Id="rId1" Type="http://schemas.openxmlformats.org/officeDocument/2006/relationships/slideLayout" Target="../slideLayouts/slideLayout2.xml"/><Relationship Id="rId6" Type="http://schemas.openxmlformats.org/officeDocument/2006/relationships/image" Target="../media/image114.png"/><Relationship Id="rId11" Type="http://schemas.openxmlformats.org/officeDocument/2006/relationships/image" Target="../media/image117.png"/><Relationship Id="rId5" Type="http://schemas.openxmlformats.org/officeDocument/2006/relationships/customXml" Target="../ink/ink112.xml"/><Relationship Id="rId15" Type="http://schemas.openxmlformats.org/officeDocument/2006/relationships/image" Target="../media/image119.png"/><Relationship Id="rId10" Type="http://schemas.openxmlformats.org/officeDocument/2006/relationships/customXml" Target="../ink/ink114.xml"/><Relationship Id="rId4" Type="http://schemas.openxmlformats.org/officeDocument/2006/relationships/customXml" Target="../ink/ink111.xml"/><Relationship Id="rId9" Type="http://schemas.openxmlformats.org/officeDocument/2006/relationships/image" Target="../media/image116.png"/><Relationship Id="rId14" Type="http://schemas.openxmlformats.org/officeDocument/2006/relationships/customXml" Target="../ink/ink116.xml"/></Relationships>
</file>

<file path=ppt/slides/_rels/slide11.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25.png"/><Relationship Id="rId13" Type="http://schemas.openxmlformats.org/officeDocument/2006/relationships/customXml" Target="../ink/ink122.xml"/><Relationship Id="rId3" Type="http://schemas.openxmlformats.org/officeDocument/2006/relationships/customXml" Target="../ink/ink117.xml"/><Relationship Id="rId7" Type="http://schemas.openxmlformats.org/officeDocument/2006/relationships/customXml" Target="../ink/ink119.xml"/><Relationship Id="rId12" Type="http://schemas.openxmlformats.org/officeDocument/2006/relationships/image" Target="../media/image127.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customXml" Target="../ink/ink121.xml"/><Relationship Id="rId5" Type="http://schemas.openxmlformats.org/officeDocument/2006/relationships/customXml" Target="../ink/ink118.xml"/><Relationship Id="rId10" Type="http://schemas.openxmlformats.org/officeDocument/2006/relationships/image" Target="../media/image126.png"/><Relationship Id="rId4" Type="http://schemas.openxmlformats.org/officeDocument/2006/relationships/image" Target="../media/image123.png"/><Relationship Id="rId9" Type="http://schemas.openxmlformats.org/officeDocument/2006/relationships/customXml" Target="../ink/ink120.xml"/><Relationship Id="rId14" Type="http://schemas.openxmlformats.org/officeDocument/2006/relationships/image" Target="../media/image128.png"/></Relationships>
</file>

<file path=ppt/slides/_rels/slide14.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1" name="Rectangle 320">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94" name="Freeform: Shape 293">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3" name="Group 32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297" name="Freeform: Shape 296">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4" name="Freeform: Shape 323">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99" name="Freeform: Shape 298">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5" name="Freeform: Shape 324">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1" name="Freeform: Shape 300">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6" name="Freeform: Shape 325">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3" name="Freeform: Shape 302">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grpSp>
      <p:sp>
        <p:nvSpPr>
          <p:cNvPr id="2" name="Title 1">
            <a:extLst>
              <a:ext uri="{FF2B5EF4-FFF2-40B4-BE49-F238E27FC236}">
                <a16:creationId xmlns:a16="http://schemas.microsoft.com/office/drawing/2014/main" id="{6DB75583-8F97-757A-3D9C-B459F698BB0E}"/>
              </a:ext>
            </a:extLst>
          </p:cNvPr>
          <p:cNvSpPr>
            <a:spLocks noGrp="1"/>
          </p:cNvSpPr>
          <p:nvPr>
            <p:ph type="ctrTitle"/>
          </p:nvPr>
        </p:nvSpPr>
        <p:spPr>
          <a:xfrm>
            <a:off x="3502731" y="1542402"/>
            <a:ext cx="5186842" cy="2387918"/>
          </a:xfrm>
        </p:spPr>
        <p:txBody>
          <a:bodyPr anchor="b">
            <a:normAutofit/>
          </a:bodyPr>
          <a:lstStyle/>
          <a:p>
            <a:r>
              <a:rPr lang="en-AU" sz="5200">
                <a:solidFill>
                  <a:schemeClr val="tx2"/>
                </a:solidFill>
              </a:rPr>
              <a:t>S.W.Q.S.</a:t>
            </a:r>
          </a:p>
        </p:txBody>
      </p:sp>
      <p:sp>
        <p:nvSpPr>
          <p:cNvPr id="3" name="Subtitle 2">
            <a:extLst>
              <a:ext uri="{FF2B5EF4-FFF2-40B4-BE49-F238E27FC236}">
                <a16:creationId xmlns:a16="http://schemas.microsoft.com/office/drawing/2014/main" id="{D6761061-F77B-C890-18C0-41105821CB02}"/>
              </a:ext>
            </a:extLst>
          </p:cNvPr>
          <p:cNvSpPr>
            <a:spLocks noGrp="1"/>
          </p:cNvSpPr>
          <p:nvPr>
            <p:ph type="subTitle" idx="1"/>
          </p:nvPr>
        </p:nvSpPr>
        <p:spPr>
          <a:xfrm>
            <a:off x="3502135" y="4001587"/>
            <a:ext cx="5188034" cy="682079"/>
          </a:xfrm>
        </p:spPr>
        <p:txBody>
          <a:bodyPr anchor="t">
            <a:normAutofit/>
          </a:bodyPr>
          <a:lstStyle/>
          <a:p>
            <a:r>
              <a:rPr lang="en-AU">
                <a:solidFill>
                  <a:schemeClr val="tx2"/>
                </a:solidFill>
              </a:rPr>
              <a:t>Zef, Taliah, and Oscar</a:t>
            </a:r>
          </a:p>
        </p:txBody>
      </p:sp>
      <p:grpSp>
        <p:nvGrpSpPr>
          <p:cNvPr id="305" name="Group 304">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327" name="Freeform: Shape 326">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Freeform: Shape 306">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 name="Freeform: Shape 307">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09" name="Freeform: Shape 308">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1" name="Group 310">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12" name="Freeform: Shape 311">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Freeform: Shape 327">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Freeform: Shape 313">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9" name="Freeform: Shape 328">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88250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1F26B0-D3C6-35B1-EC55-6D3A318B5E22}"/>
              </a:ext>
            </a:extLst>
          </p:cNvPr>
          <p:cNvSpPr>
            <a:spLocks noGrp="1"/>
          </p:cNvSpPr>
          <p:nvPr>
            <p:ph type="ctrTitle"/>
          </p:nvPr>
        </p:nvSpPr>
        <p:spPr>
          <a:xfrm>
            <a:off x="1524000" y="1293338"/>
            <a:ext cx="9144000" cy="3274592"/>
          </a:xfrm>
        </p:spPr>
        <p:txBody>
          <a:bodyPr anchor="ctr">
            <a:normAutofit/>
          </a:bodyPr>
          <a:lstStyle/>
          <a:p>
            <a:r>
              <a:rPr lang="en-US" sz="7200"/>
              <a:t>Analysis stage</a:t>
            </a:r>
          </a:p>
        </p:txBody>
      </p:sp>
      <p:cxnSp>
        <p:nvCxnSpPr>
          <p:cNvPr id="49" name="Straight Connector 48">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1627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AA57E7-68CC-80F7-B972-7F8686A3B3B1}"/>
              </a:ext>
            </a:extLst>
          </p:cNvPr>
          <p:cNvSpPr>
            <a:spLocks noGrp="1"/>
          </p:cNvSpPr>
          <p:nvPr>
            <p:ph type="title"/>
          </p:nvPr>
        </p:nvSpPr>
        <p:spPr>
          <a:xfrm>
            <a:off x="1043631" y="809898"/>
            <a:ext cx="9942716" cy="1554480"/>
          </a:xfrm>
        </p:spPr>
        <p:txBody>
          <a:bodyPr anchor="ctr">
            <a:normAutofit/>
          </a:bodyPr>
          <a:lstStyle/>
          <a:p>
            <a:r>
              <a:rPr lang="en-US" sz="4800"/>
              <a:t>Empathy map</a:t>
            </a:r>
            <a:endParaRPr lang="en-US"/>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9" name="Content Placeholder 58">
            <a:extLst>
              <a:ext uri="{FF2B5EF4-FFF2-40B4-BE49-F238E27FC236}">
                <a16:creationId xmlns:a16="http://schemas.microsoft.com/office/drawing/2014/main" id="{C04AA241-D4D8-4ED3-7A44-1CA89225DA6F}"/>
              </a:ext>
            </a:extLst>
          </p:cNvPr>
          <p:cNvGraphicFramePr>
            <a:graphicFrameLocks noGrp="1"/>
          </p:cNvGraphicFramePr>
          <p:nvPr>
            <p:ph idx="1"/>
            <p:extLst>
              <p:ext uri="{D42A27DB-BD31-4B8C-83A1-F6EECF244321}">
                <p14:modId xmlns:p14="http://schemas.microsoft.com/office/powerpoint/2010/main" val="2773700345"/>
              </p:ext>
            </p:extLst>
          </p:nvPr>
        </p:nvGraphicFramePr>
        <p:xfrm>
          <a:off x="848590" y="2580409"/>
          <a:ext cx="10494730" cy="1702264"/>
        </p:xfrm>
        <a:graphic>
          <a:graphicData uri="http://schemas.openxmlformats.org/drawingml/2006/table">
            <a:tbl>
              <a:tblPr bandRow="1">
                <a:tableStyleId>{5C22544A-7EE6-4342-B048-85BDC9FD1C3A}</a:tableStyleId>
              </a:tblPr>
              <a:tblGrid>
                <a:gridCol w="5247365">
                  <a:extLst>
                    <a:ext uri="{9D8B030D-6E8A-4147-A177-3AD203B41FA5}">
                      <a16:colId xmlns:a16="http://schemas.microsoft.com/office/drawing/2014/main" val="3307508896"/>
                    </a:ext>
                  </a:extLst>
                </a:gridCol>
                <a:gridCol w="5247365">
                  <a:extLst>
                    <a:ext uri="{9D8B030D-6E8A-4147-A177-3AD203B41FA5}">
                      <a16:colId xmlns:a16="http://schemas.microsoft.com/office/drawing/2014/main" val="2832495967"/>
                    </a:ext>
                  </a:extLst>
                </a:gridCol>
              </a:tblGrid>
              <a:tr h="243228">
                <a:tc>
                  <a:txBody>
                    <a:bodyPr/>
                    <a:lstStyle/>
                    <a:p>
                      <a:pPr marL="0" marR="0" indent="0" algn="l" rtl="0" fontAlgn="base">
                        <a:buNone/>
                      </a:pPr>
                      <a:r>
                        <a:rPr lang="en-AU" sz="1400" b="1" i="0">
                          <a:solidFill>
                            <a:srgbClr val="000000"/>
                          </a:solidFill>
                          <a:effectLst/>
                          <a:latin typeface="Aptos"/>
                        </a:rPr>
                        <a:t>SAYS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THINKS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65098070"/>
                  </a:ext>
                </a:extLst>
              </a:tr>
              <a:tr h="243228">
                <a:tc>
                  <a:txBody>
                    <a:bodyPr/>
                    <a:lstStyle/>
                    <a:p>
                      <a:pPr marL="0" marR="0" indent="0" algn="l" rtl="0" fontAlgn="base">
                        <a:buNone/>
                      </a:pPr>
                      <a:r>
                        <a:rPr lang="en-AU" sz="1400" b="0" i="0">
                          <a:solidFill>
                            <a:srgbClr val="000000"/>
                          </a:solidFill>
                          <a:effectLst/>
                          <a:latin typeface="Aptos"/>
                        </a:rPr>
                        <a:t>"Is this tap water actually safe?"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don't want to ruin my trip by getting sick."</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25176399"/>
                  </a:ext>
                </a:extLst>
              </a:tr>
              <a:tr h="425651">
                <a:tc>
                  <a:txBody>
                    <a:bodyPr/>
                    <a:lstStyle/>
                    <a:p>
                      <a:pPr marL="0" marR="0" indent="0" algn="l" rtl="0" fontAlgn="base">
                        <a:buNone/>
                      </a:pPr>
                      <a:r>
                        <a:rPr lang="en-AU" sz="1400" b="0" i="0">
                          <a:solidFill>
                            <a:srgbClr val="000000"/>
                          </a:solidFill>
                          <a:effectLst/>
                          <a:latin typeface="Aptos"/>
                        </a:rPr>
                        <a:t>"Should I buy bottled water instead?"</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wish there was an easy way to know if this water is clean."</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8727269"/>
                  </a:ext>
                </a:extLst>
              </a:tr>
              <a:tr h="243228">
                <a:tc>
                  <a:txBody>
                    <a:bodyPr/>
                    <a:lstStyle/>
                    <a:p>
                      <a:pPr marL="0" marR="0" indent="0" algn="l" rtl="0" fontAlgn="base">
                        <a:buNone/>
                      </a:pPr>
                      <a:r>
                        <a:rPr lang="en-AU" sz="1400" b="0" i="0">
                          <a:solidFill>
                            <a:srgbClr val="000000"/>
                          </a:solidFill>
                          <a:effectLst/>
                          <a:latin typeface="Aptos"/>
                        </a:rPr>
                        <a:t>"The locals drink it, but can I?"</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"Can I trust what people are telling me?"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8615523"/>
                  </a:ext>
                </a:extLst>
              </a:tr>
              <a:tr h="425651">
                <a:tc>
                  <a:txBody>
                    <a:bodyPr/>
                    <a:lstStyle/>
                    <a:p>
                      <a:pPr marL="0" marR="0" indent="0" algn="l" rtl="0" fontAlgn="base">
                        <a:buNone/>
                      </a:pPr>
                      <a:r>
                        <a:rPr lang="en-AU" sz="1400" b="0" i="0">
                          <a:solidFill>
                            <a:srgbClr val="000000"/>
                          </a:solidFill>
                          <a:effectLst/>
                          <a:latin typeface="Aptos"/>
                        </a:rPr>
                        <a:t>"I don't want to waste money on bottled water if I don't have to."</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"What if the water looks clean but still has harmful bacteria?"</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57275389"/>
                  </a:ext>
                </a:extLst>
              </a:tr>
            </a:tbl>
          </a:graphicData>
        </a:graphic>
      </p:graphicFrame>
      <p:graphicFrame>
        <p:nvGraphicFramePr>
          <p:cNvPr id="61" name="Table 60">
            <a:extLst>
              <a:ext uri="{FF2B5EF4-FFF2-40B4-BE49-F238E27FC236}">
                <a16:creationId xmlns:a16="http://schemas.microsoft.com/office/drawing/2014/main" id="{A43B6AB0-3DA1-1C0B-3C5F-DBA82F8DBD83}"/>
              </a:ext>
            </a:extLst>
          </p:cNvPr>
          <p:cNvGraphicFramePr>
            <a:graphicFrameLocks noGrp="1"/>
          </p:cNvGraphicFramePr>
          <p:nvPr>
            <p:extLst>
              <p:ext uri="{D42A27DB-BD31-4B8C-83A1-F6EECF244321}">
                <p14:modId xmlns:p14="http://schemas.microsoft.com/office/powerpoint/2010/main" val="974319584"/>
              </p:ext>
            </p:extLst>
          </p:nvPr>
        </p:nvGraphicFramePr>
        <p:xfrm>
          <a:off x="838200" y="4501797"/>
          <a:ext cx="10515600" cy="1937291"/>
        </p:xfrm>
        <a:graphic>
          <a:graphicData uri="http://schemas.openxmlformats.org/drawingml/2006/table">
            <a:tbl>
              <a:tblPr bandRow="1">
                <a:tableStyleId>{5C22544A-7EE6-4342-B048-85BDC9FD1C3A}</a:tableStyleId>
              </a:tblPr>
              <a:tblGrid>
                <a:gridCol w="5257800">
                  <a:extLst>
                    <a:ext uri="{9D8B030D-6E8A-4147-A177-3AD203B41FA5}">
                      <a16:colId xmlns:a16="http://schemas.microsoft.com/office/drawing/2014/main" val="715813763"/>
                    </a:ext>
                  </a:extLst>
                </a:gridCol>
                <a:gridCol w="5257800">
                  <a:extLst>
                    <a:ext uri="{9D8B030D-6E8A-4147-A177-3AD203B41FA5}">
                      <a16:colId xmlns:a16="http://schemas.microsoft.com/office/drawing/2014/main" val="441424277"/>
                    </a:ext>
                  </a:extLst>
                </a:gridCol>
              </a:tblGrid>
              <a:tr h="325507">
                <a:tc>
                  <a:txBody>
                    <a:bodyPr/>
                    <a:lstStyle/>
                    <a:p>
                      <a:pPr marL="0" marR="0" indent="0" algn="l" rtl="0" fontAlgn="base">
                        <a:buNone/>
                      </a:pPr>
                      <a:r>
                        <a:rPr lang="en-AU" sz="1400" b="1" i="0">
                          <a:solidFill>
                            <a:srgbClr val="000000"/>
                          </a:solidFill>
                          <a:effectLst/>
                          <a:latin typeface="Aptos"/>
                        </a:rPr>
                        <a:t>DOES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FEELS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02277166"/>
                  </a:ext>
                </a:extLst>
              </a:tr>
              <a:tr h="325507">
                <a:tc>
                  <a:txBody>
                    <a:bodyPr/>
                    <a:lstStyle/>
                    <a:p>
                      <a:pPr marL="0" marR="0" indent="0" algn="l" rtl="0" fontAlgn="base">
                        <a:buNone/>
                      </a:pPr>
                      <a:r>
                        <a:rPr lang="en-AU" sz="1400" b="0" i="0">
                          <a:solidFill>
                            <a:srgbClr val="000000"/>
                          </a:solidFill>
                          <a:effectLst/>
                          <a:latin typeface="Aptos"/>
                        </a:rPr>
                        <a:t>Buys bottled water whenever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Anxious about drinking unfamiliar water.</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71608796"/>
                  </a:ext>
                </a:extLst>
              </a:tr>
              <a:tr h="325507">
                <a:tc>
                  <a:txBody>
                    <a:bodyPr/>
                    <a:lstStyle/>
                    <a:p>
                      <a:pPr marL="0" marR="0" indent="0" algn="l" rtl="0" fontAlgn="base">
                        <a:buNone/>
                      </a:pPr>
                      <a:r>
                        <a:rPr lang="en-AU" sz="1400" b="0" i="0">
                          <a:solidFill>
                            <a:srgbClr val="000000"/>
                          </a:solidFill>
                          <a:effectLst/>
                          <a:latin typeface="Aptos"/>
                        </a:rPr>
                        <a:t>Asks locals or hotel staff if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Uncertain because there is no clear evidence.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59026087"/>
                  </a:ext>
                </a:extLst>
              </a:tr>
              <a:tr h="325507">
                <a:tc>
                  <a:txBody>
                    <a:bodyPr/>
                    <a:lstStyle/>
                    <a:p>
                      <a:pPr marL="0" marR="0" indent="0" algn="l" rtl="0" fontAlgn="base">
                        <a:buNone/>
                      </a:pPr>
                      <a:r>
                        <a:rPr lang="en-AU" sz="1400" b="0" i="0">
                          <a:solidFill>
                            <a:srgbClr val="000000"/>
                          </a:solidFill>
                          <a:effectLst/>
                          <a:latin typeface="Aptos"/>
                        </a:rPr>
                        <a:t>Boils water before drinking when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Frustrated by conflicting advice.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50254733"/>
                  </a:ext>
                </a:extLst>
              </a:tr>
              <a:tr h="325507">
                <a:tc>
                  <a:txBody>
                    <a:bodyPr/>
                    <a:lstStyle/>
                    <a:p>
                      <a:pPr marL="0" marR="0" indent="0" algn="l" rtl="0" fontAlgn="base">
                        <a:buNone/>
                      </a:pPr>
                      <a:r>
                        <a:rPr lang="en-AU" sz="1400" b="0" i="0">
                          <a:solidFill>
                            <a:srgbClr val="000000"/>
                          </a:solidFill>
                          <a:effectLst/>
                          <a:latin typeface="Aptos"/>
                        </a:rPr>
                        <a:t>Avoids drinking as much water as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Relieved when they know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9127730"/>
                  </a:ext>
                </a:extLst>
              </a:tr>
              <a:tr h="309756">
                <a:tc>
                  <a:txBody>
                    <a:bodyPr/>
                    <a:lstStyle/>
                    <a:p>
                      <a:pPr marL="0" marR="0" indent="0" algn="l" rtl="0" fontAlgn="base">
                        <a:buNone/>
                      </a:pPr>
                      <a:r>
                        <a:rPr lang="en-AU" sz="1400" b="0" i="0">
                          <a:solidFill>
                            <a:srgbClr val="000000"/>
                          </a:solidFill>
                          <a:effectLst/>
                          <a:latin typeface="Aptos"/>
                        </a:rPr>
                        <a:t>Avoids drinking tap water in unfamiliar places.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Worried about food poisoning or stomach illnesses.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36095359"/>
                  </a:ext>
                </a:extLst>
              </a:tr>
            </a:tbl>
          </a:graphicData>
        </a:graphic>
      </p:graphicFrame>
    </p:spTree>
    <p:extLst>
      <p:ext uri="{BB962C8B-B14F-4D97-AF65-F5344CB8AC3E}">
        <p14:creationId xmlns:p14="http://schemas.microsoft.com/office/powerpoint/2010/main" val="3022893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659EA95B-100E-0446-4B7D-481A03839FB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289303" y="1119116"/>
            <a:ext cx="9419723" cy="2213635"/>
          </a:xfrm>
          <a:prstGeom prst="rect">
            <a:avLst/>
          </a:prstGeom>
        </p:spPr>
      </p:pic>
      <p:sp>
        <p:nvSpPr>
          <p:cNvPr id="82" name="Right Triangle 8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C16963-ECB7-19CB-C33A-B083B7563E37}"/>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8000" b="0" i="0" kern="1200">
                <a:solidFill>
                  <a:schemeClr val="tx1"/>
                </a:solidFill>
                <a:latin typeface="+mj-lt"/>
                <a:ea typeface="+mj-ea"/>
                <a:cs typeface="+mj-cs"/>
              </a:rPr>
              <a:t>Ideate</a:t>
            </a:r>
          </a:p>
        </p:txBody>
      </p:sp>
    </p:spTree>
    <p:extLst>
      <p:ext uri="{BB962C8B-B14F-4D97-AF65-F5344CB8AC3E}">
        <p14:creationId xmlns:p14="http://schemas.microsoft.com/office/powerpoint/2010/main" val="2897359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9214ED-179A-0B65-50E5-204EF28F27F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C1CC761-0608-0088-EDB1-3591810F82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C5DCDA4-8137-72F0-C48F-0B99171FA71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9E844A47-622E-3571-BF3E-E77AF497F4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4C60AC4-1235-EB7C-C499-37C2E21DF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6ECEDF1-A563-2E5B-5F94-3D22F801B9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9CE562D-2ECB-8BB7-ACB8-2D3C066B04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B5C6FE-A736-5FCE-CD39-0C1663242E4A}"/>
              </a:ext>
            </a:extLst>
          </p:cNvPr>
          <p:cNvSpPr>
            <a:spLocks noGrp="1"/>
          </p:cNvSpPr>
          <p:nvPr>
            <p:ph type="title"/>
          </p:nvPr>
        </p:nvSpPr>
        <p:spPr>
          <a:xfrm>
            <a:off x="1043631" y="809898"/>
            <a:ext cx="9942716" cy="1554480"/>
          </a:xfrm>
        </p:spPr>
        <p:txBody>
          <a:bodyPr anchor="ctr">
            <a:normAutofit/>
          </a:bodyPr>
          <a:lstStyle/>
          <a:p>
            <a:r>
              <a:rPr lang="en-US" sz="4800"/>
              <a:t>Filter </a:t>
            </a:r>
          </a:p>
        </p:txBody>
      </p:sp>
      <p:sp>
        <p:nvSpPr>
          <p:cNvPr id="7" name="Content Placeholder 2">
            <a:extLst>
              <a:ext uri="{FF2B5EF4-FFF2-40B4-BE49-F238E27FC236}">
                <a16:creationId xmlns:a16="http://schemas.microsoft.com/office/drawing/2014/main" id="{6AC99089-EC87-66ED-706B-80DF1158A821}"/>
              </a:ext>
            </a:extLst>
          </p:cNvPr>
          <p:cNvSpPr>
            <a:spLocks noGrp="1"/>
          </p:cNvSpPr>
          <p:nvPr>
            <p:ph idx="1"/>
          </p:nvPr>
        </p:nvSpPr>
        <p:spPr>
          <a:xfrm>
            <a:off x="1045028" y="3017522"/>
            <a:ext cx="9941319" cy="3124658"/>
          </a:xfrm>
        </p:spPr>
        <p:txBody>
          <a:bodyPr anchor="ctr">
            <a:normAutofit/>
          </a:bodyPr>
          <a:lstStyle/>
          <a:p>
            <a:r>
              <a:rPr lang="en-US" sz="1300" b="1"/>
              <a:t>Our choices </a:t>
            </a:r>
          </a:p>
          <a:p>
            <a:r>
              <a:rPr lang="en-US" sz="1300" b="1"/>
              <a:t>Creating a device that detects the cleanliness of bodies of water </a:t>
            </a:r>
          </a:p>
          <a:p>
            <a:pPr>
              <a:buFontTx/>
              <a:buChar char="-"/>
            </a:pPr>
            <a:r>
              <a:rPr lang="en-AU" sz="1300"/>
              <a:t>It directly addresses the concerns people have about water  safety.</a:t>
            </a:r>
          </a:p>
          <a:p>
            <a:pPr>
              <a:buFontTx/>
              <a:buChar char="-"/>
            </a:pPr>
            <a:r>
              <a:rPr lang="en-AU" sz="1300"/>
              <a:t>It helps reduce the risk of drinking contaminated water.</a:t>
            </a:r>
          </a:p>
          <a:p>
            <a:pPr>
              <a:buFontTx/>
              <a:buChar char="-"/>
            </a:pPr>
            <a:r>
              <a:rPr lang="en-AU" sz="1300"/>
              <a:t>The device can detect contamination that cannot be seen with the naked eye.</a:t>
            </a:r>
            <a:endParaRPr lang="en-US" sz="1300"/>
          </a:p>
          <a:p>
            <a:r>
              <a:rPr lang="en-US" sz="1300" b="1"/>
              <a:t>Creating a portable </a:t>
            </a:r>
            <a:r>
              <a:rPr lang="en-AU" sz="1300" b="1"/>
              <a:t>submersible water quality surveyance probe.</a:t>
            </a:r>
          </a:p>
          <a:p>
            <a:pPr>
              <a:buFontTx/>
              <a:buChar char="-"/>
            </a:pPr>
            <a:r>
              <a:rPr lang="en-AU" sz="1300"/>
              <a:t>It allows people to test water quickly and accurately wherever they are.</a:t>
            </a:r>
          </a:p>
          <a:p>
            <a:pPr>
              <a:buFontTx/>
              <a:buChar char="-"/>
            </a:pPr>
            <a:r>
              <a:rPr lang="en-AU" sz="1300"/>
              <a:t>Because it is portable, it is ideal for travellers, campers, hikers, emergency workers, and people living in areas where water quality is uncertain.</a:t>
            </a:r>
          </a:p>
          <a:p>
            <a:pPr>
              <a:buFontTx/>
              <a:buChar char="-"/>
            </a:pPr>
            <a:r>
              <a:rPr lang="en-AU" sz="1300"/>
              <a:t>Overall, the probe improves health and safety, provides reliable information, and helps people make informed decisions about the water they use.</a:t>
            </a:r>
          </a:p>
          <a:p>
            <a:pPr marL="0" indent="0">
              <a:buNone/>
            </a:pPr>
            <a:endParaRPr lang="en-US" sz="1300"/>
          </a:p>
        </p:txBody>
      </p:sp>
      <p:cxnSp>
        <p:nvCxnSpPr>
          <p:cNvPr id="17" name="Straight Connector 16">
            <a:extLst>
              <a:ext uri="{FF2B5EF4-FFF2-40B4-BE49-F238E27FC236}">
                <a16:creationId xmlns:a16="http://schemas.microsoft.com/office/drawing/2014/main" id="{58A58955-D980-431A-6EA6-B864B8A6BC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60885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a:p>
            <a:pPr algn="ctr"/>
            <a:endParaRPr lang="en-US"/>
          </a:p>
        </p:txBody>
      </p:sp>
      <p:sp>
        <p:nvSpPr>
          <p:cNvPr id="2" name="Title 1">
            <a:extLst>
              <a:ext uri="{FF2B5EF4-FFF2-40B4-BE49-F238E27FC236}">
                <a16:creationId xmlns:a16="http://schemas.microsoft.com/office/drawing/2014/main" id="{5BD4AA40-355A-C02C-B9AC-365B969BF878}"/>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sz="3600" b="0" i="0" kern="1200">
                <a:solidFill>
                  <a:schemeClr val="tx1"/>
                </a:solidFill>
                <a:latin typeface="+mj-lt"/>
                <a:ea typeface="+mj-ea"/>
                <a:cs typeface="+mj-cs"/>
              </a:rPr>
              <a:t>Final decision </a:t>
            </a:r>
          </a:p>
        </p:txBody>
      </p:sp>
      <p:sp>
        <p:nvSpPr>
          <p:cNvPr id="15" name="Rectangle 1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5BE8265-4C5F-67BB-6A15-D068CDB22A3C}"/>
              </a:ext>
            </a:extLst>
          </p:cNvPr>
          <p:cNvSpPr txBox="1"/>
          <p:nvPr/>
        </p:nvSpPr>
        <p:spPr>
          <a:xfrm>
            <a:off x="486721" y="2111008"/>
            <a:ext cx="4282984" cy="3511943"/>
          </a:xfrm>
          <a:prstGeom prst="rect">
            <a:avLst/>
          </a:prstGeom>
        </p:spPr>
        <p:txBody>
          <a:bodyPr vert="horz" lIns="91440" tIns="45720" rIns="91440" bIns="45720" rtlCol="0" anchor="ctr">
            <a:noAutofit/>
          </a:bodyPr>
          <a:lstStyle/>
          <a:p>
            <a:pPr indent="-228600">
              <a:lnSpc>
                <a:spcPct val="90000"/>
              </a:lnSpc>
              <a:spcBef>
                <a:spcPts val="1000"/>
              </a:spcBef>
              <a:buClr>
                <a:schemeClr val="accent1"/>
              </a:buClr>
              <a:buSzPct val="80000"/>
              <a:buFont typeface="Arial" panose="020B0604020202020204" pitchFamily="34" charset="0"/>
              <a:buChar char="•"/>
            </a:pPr>
            <a:r>
              <a:rPr lang="en-US" sz="950"/>
              <a:t>We chose to create a portable submersible water quality surveillance probe because many people are unsure whether the water around them is safe to drink or use. Travelers, campers, hikers, and people in remote areas often worry about getting sick from contaminated water and cannot always trust what they are told or judge the water by its appearance.</a:t>
            </a:r>
          </a:p>
          <a:p>
            <a:pPr indent="-228600">
              <a:lnSpc>
                <a:spcPct val="90000"/>
              </a:lnSpc>
              <a:spcBef>
                <a:spcPts val="1000"/>
              </a:spcBef>
              <a:buClr>
                <a:schemeClr val="accent1"/>
              </a:buClr>
              <a:buSzPct val="80000"/>
              <a:buFont typeface="Arial" panose="020B0604020202020204" pitchFamily="34" charset="0"/>
              <a:buChar char="•"/>
            </a:pPr>
            <a:r>
              <a:rPr lang="en-US" sz="950"/>
              <a:t>Our probe provides a quick and reliable way to test water quality on the spot. It helps users make informed decisions, reduces the risk of waterborne illness, and can save money by avoiding unnecessary purchases of bottled water. We believe this solution will improve health and safety while giving people confidence and peace of mind wherever they are.</a:t>
            </a:r>
          </a:p>
          <a:p>
            <a:pPr indent="-228600">
              <a:lnSpc>
                <a:spcPct val="90000"/>
              </a:lnSpc>
              <a:spcBef>
                <a:spcPts val="1000"/>
              </a:spcBef>
              <a:buClr>
                <a:schemeClr val="accent1"/>
              </a:buClr>
              <a:buSzPct val="80000"/>
              <a:buFont typeface="Arial" panose="020B0604020202020204" pitchFamily="34" charset="0"/>
              <a:buChar char="•"/>
            </a:pPr>
            <a:r>
              <a:rPr lang="en-US" sz="950" b="1"/>
              <a:t>Functional Requirements:</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Purity </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Temperature</a:t>
            </a:r>
          </a:p>
          <a:p>
            <a:pPr marL="171450" indent="-228600">
              <a:lnSpc>
                <a:spcPct val="90000"/>
              </a:lnSpc>
              <a:spcBef>
                <a:spcPts val="1000"/>
              </a:spcBef>
              <a:buClr>
                <a:schemeClr val="accent1"/>
              </a:buClr>
              <a:buSzPct val="80000"/>
              <a:buFont typeface="Arial" panose="020B0604020202020204" pitchFamily="34" charset="0"/>
              <a:buChar char="•"/>
            </a:pPr>
            <a:r>
              <a:rPr lang="en-US" sz="950"/>
              <a:t>Dashboard</a:t>
            </a:r>
          </a:p>
          <a:p>
            <a:pPr marL="171450" indent="-228600">
              <a:lnSpc>
                <a:spcPct val="90000"/>
              </a:lnSpc>
              <a:spcBef>
                <a:spcPts val="1000"/>
              </a:spcBef>
              <a:buClr>
                <a:schemeClr val="accent1"/>
              </a:buClr>
              <a:buSzPct val="80000"/>
              <a:buFont typeface="Arial" panose="020B0604020202020204" pitchFamily="34" charset="0"/>
              <a:buChar char="•"/>
            </a:pPr>
            <a:r>
              <a:rPr lang="en-US" sz="950"/>
              <a:t>Be able to function in remote communities</a:t>
            </a:r>
          </a:p>
          <a:p>
            <a:pPr marL="171450" indent="-228600">
              <a:lnSpc>
                <a:spcPct val="90000"/>
              </a:lnSpc>
              <a:spcBef>
                <a:spcPts val="1000"/>
              </a:spcBef>
              <a:buClr>
                <a:schemeClr val="accent1"/>
              </a:buClr>
              <a:buSzPct val="80000"/>
              <a:buFont typeface="Arial" panose="020B0604020202020204" pitchFamily="34" charset="0"/>
              <a:buChar char="•"/>
            </a:pPr>
            <a:r>
              <a:rPr lang="en-US" sz="950"/>
              <a:t>Waterproof</a:t>
            </a:r>
          </a:p>
          <a:p>
            <a:pPr marL="171450" indent="-228600">
              <a:lnSpc>
                <a:spcPct val="90000"/>
              </a:lnSpc>
              <a:spcBef>
                <a:spcPts val="1000"/>
              </a:spcBef>
              <a:buClr>
                <a:schemeClr val="accent1"/>
              </a:buClr>
              <a:buSzPct val="80000"/>
              <a:buFont typeface="Arial" panose="020B0604020202020204" pitchFamily="34" charset="0"/>
              <a:buChar char="•"/>
            </a:pPr>
            <a:r>
              <a:rPr lang="en-US" sz="950"/>
              <a:t>Must record all data to a SD card</a:t>
            </a:r>
          </a:p>
          <a:p>
            <a:pPr marL="171450" indent="-228600">
              <a:lnSpc>
                <a:spcPct val="90000"/>
              </a:lnSpc>
              <a:spcBef>
                <a:spcPts val="1000"/>
              </a:spcBef>
              <a:buClr>
                <a:schemeClr val="accent1"/>
              </a:buClr>
              <a:buSzPct val="80000"/>
              <a:buFont typeface="Arial" panose="020B0604020202020204" pitchFamily="34" charset="0"/>
              <a:buChar char="•"/>
            </a:pPr>
            <a:r>
              <a:rPr lang="en-US" sz="950"/>
              <a:t>Water safety ranking system</a:t>
            </a:r>
          </a:p>
        </p:txBody>
      </p:sp>
      <p:sp>
        <p:nvSpPr>
          <p:cNvPr id="17" name="Rectangle 1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3BDD952C-E95A-AFD5-E3D3-F39F40925992}"/>
              </a:ext>
            </a:extLst>
          </p:cNvPr>
          <p:cNvPicPr>
            <a:picLocks noGrp="1" noChangeAspect="1"/>
          </p:cNvPicPr>
          <p:nvPr>
            <p:ph idx="1"/>
          </p:nvPr>
        </p:nvPicPr>
        <p:blipFill>
          <a:blip r:embed="rId2"/>
          <a:stretch>
            <a:fillRect/>
          </a:stretch>
        </p:blipFill>
        <p:spPr>
          <a:xfrm>
            <a:off x="5987738" y="1652300"/>
            <a:ext cx="5628018" cy="3320529"/>
          </a:xfrm>
          <a:prstGeom prst="rect">
            <a:avLst/>
          </a:prstGeom>
        </p:spPr>
      </p:pic>
      <p:sp>
        <p:nvSpPr>
          <p:cNvPr id="3" name="TextBox 2">
            <a:extLst>
              <a:ext uri="{FF2B5EF4-FFF2-40B4-BE49-F238E27FC236}">
                <a16:creationId xmlns:a16="http://schemas.microsoft.com/office/drawing/2014/main" id="{69689C90-6221-A1FF-3431-0941A890942C}"/>
              </a:ext>
            </a:extLst>
          </p:cNvPr>
          <p:cNvSpPr txBox="1"/>
          <p:nvPr/>
        </p:nvSpPr>
        <p:spPr>
          <a:xfrm>
            <a:off x="3083464" y="3632131"/>
            <a:ext cx="6096000" cy="103246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lnSpc>
                <a:spcPct val="80000"/>
              </a:lnSpc>
              <a:buClr>
                <a:schemeClr val="accent1"/>
              </a:buClr>
              <a:buSzPct val="80000"/>
              <a:buFont typeface="Arial,Sans-Serif"/>
              <a:buChar char="•"/>
            </a:pPr>
            <a:r>
              <a:rPr lang="en-US" sz="950" b="1" i="0" u="none" strike="noStrike" baseline="0">
                <a:solidFill>
                  <a:srgbClr val="000000"/>
                </a:solidFill>
                <a:latin typeface="Aptos"/>
                <a:ea typeface="Arial"/>
                <a:cs typeface="Arial"/>
              </a:rPr>
              <a:t>Non-Functional Requirements:</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Work Online and Offline</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Wireless Communication</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Long battery life</a:t>
            </a:r>
            <a:r>
              <a:rPr lang="en-US" sz="950" b="0" i="0">
                <a:solidFill>
                  <a:srgbClr val="000000"/>
                </a:solidFill>
                <a:latin typeface="Aptos"/>
                <a:ea typeface="Arial"/>
                <a:cs typeface="Arial"/>
              </a:rPr>
              <a:t>​</a:t>
            </a:r>
          </a:p>
          <a:p>
            <a:pPr algn="ctr">
              <a:lnSpc>
                <a:spcPct val="80000"/>
              </a:lnSpc>
            </a:pPr>
            <a:endParaRPr lang="en-US" sz="950"/>
          </a:p>
        </p:txBody>
      </p:sp>
    </p:spTree>
    <p:extLst>
      <p:ext uri="{BB962C8B-B14F-4D97-AF65-F5344CB8AC3E}">
        <p14:creationId xmlns:p14="http://schemas.microsoft.com/office/powerpoint/2010/main" val="4094592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6"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57">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8862" y="0"/>
            <a:ext cx="12223587" cy="6858000"/>
            <a:chOff x="625494" y="598259"/>
            <a:chExt cx="10920384" cy="5680742"/>
          </a:xfrm>
        </p:grpSpPr>
        <p:sp>
          <p:nvSpPr>
            <p:cNvPr id="59"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6436"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5494"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63" name="Freeform: Shape 62">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4" name="Freeform: Shape 63">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5" name="Freeform: Shape 64">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6" name="Freeform: Shape 65">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7" name="Freeform: Shape 66">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8" name="Freeform: Shape 67">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9" name="Freeform: Shape 68">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5334C21F-1E61-5A28-E4F1-49A38C083C82}"/>
              </a:ext>
            </a:extLst>
          </p:cNvPr>
          <p:cNvSpPr>
            <a:spLocks noGrp="1"/>
          </p:cNvSpPr>
          <p:nvPr>
            <p:ph type="ctrTitle"/>
          </p:nvPr>
        </p:nvSpPr>
        <p:spPr>
          <a:xfrm>
            <a:off x="789708" y="666351"/>
            <a:ext cx="10558405" cy="3044335"/>
          </a:xfrm>
        </p:spPr>
        <p:txBody>
          <a:bodyPr anchor="b">
            <a:normAutofit/>
          </a:bodyPr>
          <a:lstStyle/>
          <a:p>
            <a:r>
              <a:rPr lang="en-US" sz="4800">
                <a:solidFill>
                  <a:schemeClr val="bg1"/>
                </a:solidFill>
              </a:rPr>
              <a:t>Design</a:t>
            </a:r>
          </a:p>
        </p:txBody>
      </p:sp>
    </p:spTree>
    <p:extLst>
      <p:ext uri="{BB962C8B-B14F-4D97-AF65-F5344CB8AC3E}">
        <p14:creationId xmlns:p14="http://schemas.microsoft.com/office/powerpoint/2010/main" val="59123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FB784F4-19E0-6371-C2EC-F604C4DF27A8}"/>
              </a:ext>
            </a:extLst>
          </p:cNvPr>
          <p:cNvPicPr>
            <a:picLocks noGrp="1" noChangeAspect="1"/>
          </p:cNvPicPr>
          <p:nvPr>
            <p:ph idx="1"/>
          </p:nvPr>
        </p:nvPicPr>
        <p:blipFill>
          <a:blip r:embed="rId2"/>
          <a:stretch>
            <a:fillRect/>
          </a:stretch>
        </p:blipFill>
        <p:spPr>
          <a:xfrm>
            <a:off x="3560048" y="2691848"/>
            <a:ext cx="5075646" cy="3416300"/>
          </a:xfrm>
          <a:prstGeom prst="rect">
            <a:avLst/>
          </a:prstGeom>
        </p:spPr>
      </p:pic>
      <mc:AlternateContent xmlns:mc="http://schemas.openxmlformats.org/markup-compatibility/2006">
        <mc:Choice xmlns:p14="http://schemas.microsoft.com/office/powerpoint/2010/main" Requires="p14">
          <p:contentPart p14:bwMode="auto" r:id="rId3">
            <p14:nvContentPartPr>
              <p14:cNvPr id="3" name="Ink 2">
                <a:extLst>
                  <a:ext uri="{FF2B5EF4-FFF2-40B4-BE49-F238E27FC236}">
                    <a16:creationId xmlns:a16="http://schemas.microsoft.com/office/drawing/2014/main" id="{50F8B406-358F-1196-6AE5-865EE1CD42AF}"/>
                  </a:ext>
                </a:extLst>
              </p14:cNvPr>
              <p14:cNvContentPartPr/>
              <p14:nvPr/>
            </p14:nvContentPartPr>
            <p14:xfrm>
              <a:off x="8000620" y="2876550"/>
              <a:ext cx="362329" cy="408127"/>
            </p14:xfrm>
          </p:contentPart>
        </mc:Choice>
        <mc:Fallback>
          <p:pic>
            <p:nvPicPr>
              <p:cNvPr id="3" name="Ink 2">
                <a:extLst>
                  <a:ext uri="{FF2B5EF4-FFF2-40B4-BE49-F238E27FC236}">
                    <a16:creationId xmlns:a16="http://schemas.microsoft.com/office/drawing/2014/main" id="{50F8B406-358F-1196-6AE5-865EE1CD42AF}"/>
                  </a:ext>
                </a:extLst>
              </p:cNvPr>
              <p:cNvPicPr/>
              <p:nvPr/>
            </p:nvPicPr>
            <p:blipFill>
              <a:blip r:embed="rId4"/>
              <a:stretch>
                <a:fillRect/>
              </a:stretch>
            </p:blipFill>
            <p:spPr>
              <a:xfrm>
                <a:off x="7982647" y="2858571"/>
                <a:ext cx="397915" cy="443726"/>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BD14DB4F-83B9-BDAD-7CE1-B0ADD41823AA}"/>
                  </a:ext>
                </a:extLst>
              </p14:cNvPr>
              <p14:cNvContentPartPr/>
              <p14:nvPr/>
            </p14:nvContentPartPr>
            <p14:xfrm>
              <a:off x="7857224" y="3219449"/>
              <a:ext cx="170533" cy="130010"/>
            </p14:xfrm>
          </p:contentPart>
        </mc:Choice>
        <mc:Fallback>
          <p:pic>
            <p:nvPicPr>
              <p:cNvPr id="5" name="Ink 4">
                <a:extLst>
                  <a:ext uri="{FF2B5EF4-FFF2-40B4-BE49-F238E27FC236}">
                    <a16:creationId xmlns:a16="http://schemas.microsoft.com/office/drawing/2014/main" id="{BD14DB4F-83B9-BDAD-7CE1-B0ADD41823AA}"/>
                  </a:ext>
                </a:extLst>
              </p:cNvPr>
              <p:cNvPicPr/>
              <p:nvPr/>
            </p:nvPicPr>
            <p:blipFill>
              <a:blip r:embed="rId6"/>
              <a:stretch>
                <a:fillRect/>
              </a:stretch>
            </p:blipFill>
            <p:spPr>
              <a:xfrm>
                <a:off x="7839273" y="3201492"/>
                <a:ext cx="206076" cy="165565"/>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6FC25B3F-AD97-2B5E-E624-789B46BC3723}"/>
                  </a:ext>
                </a:extLst>
              </p14:cNvPr>
              <p14:cNvContentPartPr/>
              <p14:nvPr/>
            </p14:nvContentPartPr>
            <p14:xfrm>
              <a:off x="8467331" y="2537927"/>
              <a:ext cx="277679" cy="243995"/>
            </p14:xfrm>
          </p:contentPart>
        </mc:Choice>
        <mc:Fallback>
          <p:pic>
            <p:nvPicPr>
              <p:cNvPr id="6" name="Ink 5">
                <a:extLst>
                  <a:ext uri="{FF2B5EF4-FFF2-40B4-BE49-F238E27FC236}">
                    <a16:creationId xmlns:a16="http://schemas.microsoft.com/office/drawing/2014/main" id="{6FC25B3F-AD97-2B5E-E624-789B46BC3723}"/>
                  </a:ext>
                </a:extLst>
              </p:cNvPr>
              <p:cNvPicPr/>
              <p:nvPr/>
            </p:nvPicPr>
            <p:blipFill>
              <a:blip r:embed="rId8"/>
              <a:stretch>
                <a:fillRect/>
              </a:stretch>
            </p:blipFill>
            <p:spPr>
              <a:xfrm>
                <a:off x="8449370" y="2519960"/>
                <a:ext cx="313242" cy="27957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3ADC25D5-892F-35EA-3CF9-6C5036922EA5}"/>
                  </a:ext>
                </a:extLst>
              </p14:cNvPr>
              <p14:cNvContentPartPr/>
              <p14:nvPr/>
            </p14:nvContentPartPr>
            <p14:xfrm>
              <a:off x="9323828" y="2600324"/>
              <a:ext cx="67821" cy="200788"/>
            </p14:xfrm>
          </p:contentPart>
        </mc:Choice>
        <mc:Fallback>
          <p:pic>
            <p:nvPicPr>
              <p:cNvPr id="8" name="Ink 7">
                <a:extLst>
                  <a:ext uri="{FF2B5EF4-FFF2-40B4-BE49-F238E27FC236}">
                    <a16:creationId xmlns:a16="http://schemas.microsoft.com/office/drawing/2014/main" id="{3ADC25D5-892F-35EA-3CF9-6C5036922EA5}"/>
                  </a:ext>
                </a:extLst>
              </p:cNvPr>
              <p:cNvPicPr/>
              <p:nvPr/>
            </p:nvPicPr>
            <p:blipFill>
              <a:blip r:embed="rId10"/>
              <a:stretch>
                <a:fillRect/>
              </a:stretch>
            </p:blipFill>
            <p:spPr>
              <a:xfrm>
                <a:off x="9305886" y="2582332"/>
                <a:ext cx="103346" cy="236412"/>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9" name="Ink 8">
                <a:extLst>
                  <a:ext uri="{FF2B5EF4-FFF2-40B4-BE49-F238E27FC236}">
                    <a16:creationId xmlns:a16="http://schemas.microsoft.com/office/drawing/2014/main" id="{F82A0B1B-A76E-DA6C-895D-666EA80EE65F}"/>
                  </a:ext>
                </a:extLst>
              </p14:cNvPr>
              <p14:cNvContentPartPr/>
              <p14:nvPr/>
            </p14:nvContentPartPr>
            <p14:xfrm>
              <a:off x="9391650" y="2544048"/>
              <a:ext cx="151488" cy="52924"/>
            </p14:xfrm>
          </p:contentPart>
        </mc:Choice>
        <mc:Fallback>
          <p:pic>
            <p:nvPicPr>
              <p:cNvPr id="9" name="Ink 8">
                <a:extLst>
                  <a:ext uri="{FF2B5EF4-FFF2-40B4-BE49-F238E27FC236}">
                    <a16:creationId xmlns:a16="http://schemas.microsoft.com/office/drawing/2014/main" id="{F82A0B1B-A76E-DA6C-895D-666EA80EE65F}"/>
                  </a:ext>
                </a:extLst>
              </p:cNvPr>
              <p:cNvPicPr/>
              <p:nvPr/>
            </p:nvPicPr>
            <p:blipFill>
              <a:blip r:embed="rId12"/>
              <a:stretch>
                <a:fillRect/>
              </a:stretch>
            </p:blipFill>
            <p:spPr>
              <a:xfrm>
                <a:off x="9373701" y="2526168"/>
                <a:ext cx="187027" cy="88326"/>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0" name="Ink 9">
                <a:extLst>
                  <a:ext uri="{FF2B5EF4-FFF2-40B4-BE49-F238E27FC236}">
                    <a16:creationId xmlns:a16="http://schemas.microsoft.com/office/drawing/2014/main" id="{6E2D3BBA-7EBF-744E-ADB7-792EAEB4AF25}"/>
                  </a:ext>
                </a:extLst>
              </p14:cNvPr>
              <p14:cNvContentPartPr/>
              <p14:nvPr/>
            </p14:nvContentPartPr>
            <p14:xfrm>
              <a:off x="9382124" y="2671051"/>
              <a:ext cx="112483" cy="34048"/>
            </p14:xfrm>
          </p:contentPart>
        </mc:Choice>
        <mc:Fallback>
          <p:pic>
            <p:nvPicPr>
              <p:cNvPr id="10" name="Ink 9">
                <a:extLst>
                  <a:ext uri="{FF2B5EF4-FFF2-40B4-BE49-F238E27FC236}">
                    <a16:creationId xmlns:a16="http://schemas.microsoft.com/office/drawing/2014/main" id="{6E2D3BBA-7EBF-744E-ADB7-792EAEB4AF25}"/>
                  </a:ext>
                </a:extLst>
              </p:cNvPr>
              <p:cNvPicPr/>
              <p:nvPr/>
            </p:nvPicPr>
            <p:blipFill>
              <a:blip r:embed="rId14"/>
              <a:stretch>
                <a:fillRect/>
              </a:stretch>
            </p:blipFill>
            <p:spPr>
              <a:xfrm>
                <a:off x="9364213" y="2653131"/>
                <a:ext cx="147947" cy="6953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1" name="Ink 10">
                <a:extLst>
                  <a:ext uri="{FF2B5EF4-FFF2-40B4-BE49-F238E27FC236}">
                    <a16:creationId xmlns:a16="http://schemas.microsoft.com/office/drawing/2014/main" id="{7A8DEFE5-1C25-1B54-36B3-F083C87F6828}"/>
                  </a:ext>
                </a:extLst>
              </p14:cNvPr>
              <p14:cNvContentPartPr/>
              <p14:nvPr/>
            </p14:nvContentPartPr>
            <p14:xfrm>
              <a:off x="9363075" y="2763750"/>
              <a:ext cx="122445" cy="36599"/>
            </p14:xfrm>
          </p:contentPart>
        </mc:Choice>
        <mc:Fallback>
          <p:pic>
            <p:nvPicPr>
              <p:cNvPr id="11" name="Ink 10">
                <a:extLst>
                  <a:ext uri="{FF2B5EF4-FFF2-40B4-BE49-F238E27FC236}">
                    <a16:creationId xmlns:a16="http://schemas.microsoft.com/office/drawing/2014/main" id="{7A8DEFE5-1C25-1B54-36B3-F083C87F6828}"/>
                  </a:ext>
                </a:extLst>
              </p:cNvPr>
              <p:cNvPicPr/>
              <p:nvPr/>
            </p:nvPicPr>
            <p:blipFill>
              <a:blip r:embed="rId16"/>
              <a:stretch>
                <a:fillRect/>
              </a:stretch>
            </p:blipFill>
            <p:spPr>
              <a:xfrm>
                <a:off x="9345121" y="2745809"/>
                <a:ext cx="157994" cy="72122"/>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2" name="Ink 11">
                <a:extLst>
                  <a:ext uri="{FF2B5EF4-FFF2-40B4-BE49-F238E27FC236}">
                    <a16:creationId xmlns:a16="http://schemas.microsoft.com/office/drawing/2014/main" id="{E619E572-F0D1-84EF-FCAD-93F3A4836DDE}"/>
                  </a:ext>
                </a:extLst>
              </p14:cNvPr>
              <p14:cNvContentPartPr/>
              <p14:nvPr/>
            </p14:nvContentPartPr>
            <p14:xfrm>
              <a:off x="8792528" y="2500553"/>
              <a:ext cx="164797" cy="319218"/>
            </p14:xfrm>
          </p:contentPart>
        </mc:Choice>
        <mc:Fallback>
          <p:pic>
            <p:nvPicPr>
              <p:cNvPr id="12" name="Ink 11">
                <a:extLst>
                  <a:ext uri="{FF2B5EF4-FFF2-40B4-BE49-F238E27FC236}">
                    <a16:creationId xmlns:a16="http://schemas.microsoft.com/office/drawing/2014/main" id="{E619E572-F0D1-84EF-FCAD-93F3A4836DDE}"/>
                  </a:ext>
                </a:extLst>
              </p:cNvPr>
              <p:cNvPicPr/>
              <p:nvPr/>
            </p:nvPicPr>
            <p:blipFill>
              <a:blip r:embed="rId18"/>
              <a:stretch>
                <a:fillRect/>
              </a:stretch>
            </p:blipFill>
            <p:spPr>
              <a:xfrm>
                <a:off x="8774576" y="2482579"/>
                <a:ext cx="200341" cy="354806"/>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3" name="Ink 12">
                <a:extLst>
                  <a:ext uri="{FF2B5EF4-FFF2-40B4-BE49-F238E27FC236}">
                    <a16:creationId xmlns:a16="http://schemas.microsoft.com/office/drawing/2014/main" id="{C603EEB5-DFAD-7724-543E-5E2BB117799D}"/>
                  </a:ext>
                </a:extLst>
              </p14:cNvPr>
              <p14:cNvContentPartPr/>
              <p14:nvPr/>
            </p14:nvContentPartPr>
            <p14:xfrm>
              <a:off x="9641690" y="2575011"/>
              <a:ext cx="203897" cy="189801"/>
            </p14:xfrm>
          </p:contentPart>
        </mc:Choice>
        <mc:Fallback>
          <p:pic>
            <p:nvPicPr>
              <p:cNvPr id="13" name="Ink 12">
                <a:extLst>
                  <a:ext uri="{FF2B5EF4-FFF2-40B4-BE49-F238E27FC236}">
                    <a16:creationId xmlns:a16="http://schemas.microsoft.com/office/drawing/2014/main" id="{C603EEB5-DFAD-7724-543E-5E2BB117799D}"/>
                  </a:ext>
                </a:extLst>
              </p:cNvPr>
              <p:cNvPicPr/>
              <p:nvPr/>
            </p:nvPicPr>
            <p:blipFill>
              <a:blip r:embed="rId20"/>
              <a:stretch>
                <a:fillRect/>
              </a:stretch>
            </p:blipFill>
            <p:spPr>
              <a:xfrm>
                <a:off x="9623710" y="2557037"/>
                <a:ext cx="239498" cy="225389"/>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4" name="Ink 13">
                <a:extLst>
                  <a:ext uri="{FF2B5EF4-FFF2-40B4-BE49-F238E27FC236}">
                    <a16:creationId xmlns:a16="http://schemas.microsoft.com/office/drawing/2014/main" id="{3E0DE556-139C-9A55-B280-627DF9621762}"/>
                  </a:ext>
                </a:extLst>
              </p14:cNvPr>
              <p14:cNvContentPartPr/>
              <p14:nvPr/>
            </p14:nvContentPartPr>
            <p14:xfrm>
              <a:off x="9678095" y="2571750"/>
              <a:ext cx="132646" cy="50764"/>
            </p14:xfrm>
          </p:contentPart>
        </mc:Choice>
        <mc:Fallback>
          <p:pic>
            <p:nvPicPr>
              <p:cNvPr id="14" name="Ink 13">
                <a:extLst>
                  <a:ext uri="{FF2B5EF4-FFF2-40B4-BE49-F238E27FC236}">
                    <a16:creationId xmlns:a16="http://schemas.microsoft.com/office/drawing/2014/main" id="{3E0DE556-139C-9A55-B280-627DF9621762}"/>
                  </a:ext>
                </a:extLst>
              </p:cNvPr>
              <p:cNvPicPr/>
              <p:nvPr/>
            </p:nvPicPr>
            <p:blipFill>
              <a:blip r:embed="rId22"/>
              <a:stretch>
                <a:fillRect/>
              </a:stretch>
            </p:blipFill>
            <p:spPr>
              <a:xfrm>
                <a:off x="9660121" y="2553875"/>
                <a:ext cx="168234" cy="86156"/>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5" name="Ink 14">
                <a:extLst>
                  <a:ext uri="{FF2B5EF4-FFF2-40B4-BE49-F238E27FC236}">
                    <a16:creationId xmlns:a16="http://schemas.microsoft.com/office/drawing/2014/main" id="{16303A8E-AE43-EC9E-66CB-D638A63BB5AB}"/>
                  </a:ext>
                </a:extLst>
              </p14:cNvPr>
              <p14:cNvContentPartPr/>
              <p14:nvPr/>
            </p14:nvContentPartPr>
            <p14:xfrm>
              <a:off x="9868858" y="2599092"/>
              <a:ext cx="131826" cy="174596"/>
            </p14:xfrm>
          </p:contentPart>
        </mc:Choice>
        <mc:Fallback>
          <p:pic>
            <p:nvPicPr>
              <p:cNvPr id="15" name="Ink 14">
                <a:extLst>
                  <a:ext uri="{FF2B5EF4-FFF2-40B4-BE49-F238E27FC236}">
                    <a16:creationId xmlns:a16="http://schemas.microsoft.com/office/drawing/2014/main" id="{16303A8E-AE43-EC9E-66CB-D638A63BB5AB}"/>
                  </a:ext>
                </a:extLst>
              </p:cNvPr>
              <p:cNvPicPr/>
              <p:nvPr/>
            </p:nvPicPr>
            <p:blipFill>
              <a:blip r:embed="rId24"/>
              <a:stretch>
                <a:fillRect/>
              </a:stretch>
            </p:blipFill>
            <p:spPr>
              <a:xfrm>
                <a:off x="9850898" y="2581129"/>
                <a:ext cx="167387" cy="210162"/>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6" name="Ink 15">
                <a:extLst>
                  <a:ext uri="{FF2B5EF4-FFF2-40B4-BE49-F238E27FC236}">
                    <a16:creationId xmlns:a16="http://schemas.microsoft.com/office/drawing/2014/main" id="{0C8A04B1-571F-98D7-AC25-F9B51D2ABE73}"/>
                  </a:ext>
                </a:extLst>
              </p14:cNvPr>
              <p14:cNvContentPartPr/>
              <p14:nvPr/>
            </p14:nvContentPartPr>
            <p14:xfrm>
              <a:off x="10286708" y="2605641"/>
              <a:ext cx="65324" cy="213481"/>
            </p14:xfrm>
          </p:contentPart>
        </mc:Choice>
        <mc:Fallback>
          <p:pic>
            <p:nvPicPr>
              <p:cNvPr id="16" name="Ink 15">
                <a:extLst>
                  <a:ext uri="{FF2B5EF4-FFF2-40B4-BE49-F238E27FC236}">
                    <a16:creationId xmlns:a16="http://schemas.microsoft.com/office/drawing/2014/main" id="{0C8A04B1-571F-98D7-AC25-F9B51D2ABE73}"/>
                  </a:ext>
                </a:extLst>
              </p:cNvPr>
              <p:cNvPicPr/>
              <p:nvPr/>
            </p:nvPicPr>
            <p:blipFill>
              <a:blip r:embed="rId26"/>
              <a:stretch>
                <a:fillRect/>
              </a:stretch>
            </p:blipFill>
            <p:spPr>
              <a:xfrm>
                <a:off x="10268860" y="2587671"/>
                <a:ext cx="100663" cy="249061"/>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17" name="Ink 16">
                <a:extLst>
                  <a:ext uri="{FF2B5EF4-FFF2-40B4-BE49-F238E27FC236}">
                    <a16:creationId xmlns:a16="http://schemas.microsoft.com/office/drawing/2014/main" id="{91A0ADAF-8A22-161A-D25E-9A779F7DD008}"/>
                  </a:ext>
                </a:extLst>
              </p14:cNvPr>
              <p14:cNvContentPartPr/>
              <p14:nvPr/>
            </p14:nvContentPartPr>
            <p14:xfrm>
              <a:off x="10325099" y="2503902"/>
              <a:ext cx="191561" cy="311981"/>
            </p14:xfrm>
          </p:contentPart>
        </mc:Choice>
        <mc:Fallback>
          <p:pic>
            <p:nvPicPr>
              <p:cNvPr id="17" name="Ink 16">
                <a:extLst>
                  <a:ext uri="{FF2B5EF4-FFF2-40B4-BE49-F238E27FC236}">
                    <a16:creationId xmlns:a16="http://schemas.microsoft.com/office/drawing/2014/main" id="{91A0ADAF-8A22-161A-D25E-9A779F7DD008}"/>
                  </a:ext>
                </a:extLst>
              </p:cNvPr>
              <p:cNvPicPr/>
              <p:nvPr/>
            </p:nvPicPr>
            <p:blipFill>
              <a:blip r:embed="rId28"/>
              <a:stretch>
                <a:fillRect/>
              </a:stretch>
            </p:blipFill>
            <p:spPr>
              <a:xfrm>
                <a:off x="10307129" y="2485931"/>
                <a:ext cx="227142" cy="347564"/>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18" name="Ink 17">
                <a:extLst>
                  <a:ext uri="{FF2B5EF4-FFF2-40B4-BE49-F238E27FC236}">
                    <a16:creationId xmlns:a16="http://schemas.microsoft.com/office/drawing/2014/main" id="{048ABBEC-0E8E-0C8C-45C9-7D2488A7030C}"/>
                  </a:ext>
                </a:extLst>
              </p14:cNvPr>
              <p14:cNvContentPartPr/>
              <p14:nvPr/>
            </p14:nvContentPartPr>
            <p14:xfrm>
              <a:off x="10533723" y="2701081"/>
              <a:ext cx="182900" cy="136514"/>
            </p14:xfrm>
          </p:contentPart>
        </mc:Choice>
        <mc:Fallback>
          <p:pic>
            <p:nvPicPr>
              <p:cNvPr id="18" name="Ink 17">
                <a:extLst>
                  <a:ext uri="{FF2B5EF4-FFF2-40B4-BE49-F238E27FC236}">
                    <a16:creationId xmlns:a16="http://schemas.microsoft.com/office/drawing/2014/main" id="{048ABBEC-0E8E-0C8C-45C9-7D2488A7030C}"/>
                  </a:ext>
                </a:extLst>
              </p:cNvPr>
              <p:cNvPicPr/>
              <p:nvPr/>
            </p:nvPicPr>
            <p:blipFill>
              <a:blip r:embed="rId30"/>
              <a:stretch>
                <a:fillRect/>
              </a:stretch>
            </p:blipFill>
            <p:spPr>
              <a:xfrm>
                <a:off x="10515756" y="2683166"/>
                <a:ext cx="218474" cy="171986"/>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19" name="Ink 18">
                <a:extLst>
                  <a:ext uri="{FF2B5EF4-FFF2-40B4-BE49-F238E27FC236}">
                    <a16:creationId xmlns:a16="http://schemas.microsoft.com/office/drawing/2014/main" id="{8CF08DF3-7874-6CE6-4203-627905AD1836}"/>
                  </a:ext>
                </a:extLst>
              </p14:cNvPr>
              <p14:cNvContentPartPr/>
              <p14:nvPr/>
            </p14:nvContentPartPr>
            <p14:xfrm>
              <a:off x="10800174" y="2540609"/>
              <a:ext cx="64190" cy="266153"/>
            </p14:xfrm>
          </p:contentPart>
        </mc:Choice>
        <mc:Fallback>
          <p:pic>
            <p:nvPicPr>
              <p:cNvPr id="19" name="Ink 18">
                <a:extLst>
                  <a:ext uri="{FF2B5EF4-FFF2-40B4-BE49-F238E27FC236}">
                    <a16:creationId xmlns:a16="http://schemas.microsoft.com/office/drawing/2014/main" id="{8CF08DF3-7874-6CE6-4203-627905AD1836}"/>
                  </a:ext>
                </a:extLst>
              </p:cNvPr>
              <p:cNvPicPr/>
              <p:nvPr/>
            </p:nvPicPr>
            <p:blipFill>
              <a:blip r:embed="rId32"/>
              <a:stretch>
                <a:fillRect/>
              </a:stretch>
            </p:blipFill>
            <p:spPr>
              <a:xfrm>
                <a:off x="10782343" y="2522626"/>
                <a:ext cx="99495" cy="30176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0" name="Ink 19">
                <a:extLst>
                  <a:ext uri="{FF2B5EF4-FFF2-40B4-BE49-F238E27FC236}">
                    <a16:creationId xmlns:a16="http://schemas.microsoft.com/office/drawing/2014/main" id="{60B4F100-E91B-7239-ED32-CC429DA6DA7E}"/>
                  </a:ext>
                </a:extLst>
              </p14:cNvPr>
              <p14:cNvContentPartPr/>
              <p14:nvPr/>
            </p14:nvContentPartPr>
            <p14:xfrm>
              <a:off x="10934484" y="2562225"/>
              <a:ext cx="66890" cy="229060"/>
            </p14:xfrm>
          </p:contentPart>
        </mc:Choice>
        <mc:Fallback>
          <p:pic>
            <p:nvPicPr>
              <p:cNvPr id="20" name="Ink 19">
                <a:extLst>
                  <a:ext uri="{FF2B5EF4-FFF2-40B4-BE49-F238E27FC236}">
                    <a16:creationId xmlns:a16="http://schemas.microsoft.com/office/drawing/2014/main" id="{60B4F100-E91B-7239-ED32-CC429DA6DA7E}"/>
                  </a:ext>
                </a:extLst>
              </p:cNvPr>
              <p:cNvPicPr/>
              <p:nvPr/>
            </p:nvPicPr>
            <p:blipFill>
              <a:blip r:embed="rId34"/>
              <a:stretch>
                <a:fillRect/>
              </a:stretch>
            </p:blipFill>
            <p:spPr>
              <a:xfrm>
                <a:off x="10916599" y="2544245"/>
                <a:ext cx="102302" cy="26466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1" name="Ink 20">
                <a:extLst>
                  <a:ext uri="{FF2B5EF4-FFF2-40B4-BE49-F238E27FC236}">
                    <a16:creationId xmlns:a16="http://schemas.microsoft.com/office/drawing/2014/main" id="{38E71F16-C265-58AC-AA58-EE95D6D4BB38}"/>
                  </a:ext>
                </a:extLst>
              </p14:cNvPr>
              <p14:cNvContentPartPr/>
              <p14:nvPr/>
            </p14:nvContentPartPr>
            <p14:xfrm>
              <a:off x="10915650" y="2704270"/>
              <a:ext cx="142147" cy="19880"/>
            </p14:xfrm>
          </p:contentPart>
        </mc:Choice>
        <mc:Fallback>
          <p:pic>
            <p:nvPicPr>
              <p:cNvPr id="21" name="Ink 20">
                <a:extLst>
                  <a:ext uri="{FF2B5EF4-FFF2-40B4-BE49-F238E27FC236}">
                    <a16:creationId xmlns:a16="http://schemas.microsoft.com/office/drawing/2014/main" id="{38E71F16-C265-58AC-AA58-EE95D6D4BB38}"/>
                  </a:ext>
                </a:extLst>
              </p:cNvPr>
              <p:cNvPicPr/>
              <p:nvPr/>
            </p:nvPicPr>
            <p:blipFill>
              <a:blip r:embed="rId36"/>
              <a:stretch>
                <a:fillRect/>
              </a:stretch>
            </p:blipFill>
            <p:spPr>
              <a:xfrm>
                <a:off x="10897702" y="2686831"/>
                <a:ext cx="177684" cy="54408"/>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2" name="Ink 21">
                <a:extLst>
                  <a:ext uri="{FF2B5EF4-FFF2-40B4-BE49-F238E27FC236}">
                    <a16:creationId xmlns:a16="http://schemas.microsoft.com/office/drawing/2014/main" id="{6D2CFF7A-3F6D-476E-BA67-C0C259B43A19}"/>
                  </a:ext>
                </a:extLst>
              </p14:cNvPr>
              <p14:cNvContentPartPr/>
              <p14:nvPr/>
            </p14:nvContentPartPr>
            <p14:xfrm>
              <a:off x="4885966" y="3190616"/>
              <a:ext cx="399235" cy="528745"/>
            </p14:xfrm>
          </p:contentPart>
        </mc:Choice>
        <mc:Fallback>
          <p:pic>
            <p:nvPicPr>
              <p:cNvPr id="22" name="Ink 21">
                <a:extLst>
                  <a:ext uri="{FF2B5EF4-FFF2-40B4-BE49-F238E27FC236}">
                    <a16:creationId xmlns:a16="http://schemas.microsoft.com/office/drawing/2014/main" id="{6D2CFF7A-3F6D-476E-BA67-C0C259B43A19}"/>
                  </a:ext>
                </a:extLst>
              </p:cNvPr>
              <p:cNvPicPr/>
              <p:nvPr/>
            </p:nvPicPr>
            <p:blipFill>
              <a:blip r:embed="rId38"/>
              <a:stretch>
                <a:fillRect/>
              </a:stretch>
            </p:blipFill>
            <p:spPr>
              <a:xfrm>
                <a:off x="4867982" y="3172631"/>
                <a:ext cx="434842" cy="564354"/>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3" name="Ink 22">
                <a:extLst>
                  <a:ext uri="{FF2B5EF4-FFF2-40B4-BE49-F238E27FC236}">
                    <a16:creationId xmlns:a16="http://schemas.microsoft.com/office/drawing/2014/main" id="{42CD2085-11D4-4E3F-A5D9-E3EE53DD4DA8}"/>
                  </a:ext>
                </a:extLst>
              </p14:cNvPr>
              <p14:cNvContentPartPr/>
              <p14:nvPr/>
            </p14:nvContentPartPr>
            <p14:xfrm>
              <a:off x="5210175" y="3714750"/>
              <a:ext cx="167522" cy="134842"/>
            </p14:xfrm>
          </p:contentPart>
        </mc:Choice>
        <mc:Fallback>
          <p:pic>
            <p:nvPicPr>
              <p:cNvPr id="23" name="Ink 22">
                <a:extLst>
                  <a:ext uri="{FF2B5EF4-FFF2-40B4-BE49-F238E27FC236}">
                    <a16:creationId xmlns:a16="http://schemas.microsoft.com/office/drawing/2014/main" id="{42CD2085-11D4-4E3F-A5D9-E3EE53DD4DA8}"/>
                  </a:ext>
                </a:extLst>
              </p:cNvPr>
              <p:cNvPicPr/>
              <p:nvPr/>
            </p:nvPicPr>
            <p:blipFill>
              <a:blip r:embed="rId40"/>
              <a:stretch>
                <a:fillRect/>
              </a:stretch>
            </p:blipFill>
            <p:spPr>
              <a:xfrm>
                <a:off x="5192201" y="3696819"/>
                <a:ext cx="203111" cy="170346"/>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4" name="Ink 23">
                <a:extLst>
                  <a:ext uri="{FF2B5EF4-FFF2-40B4-BE49-F238E27FC236}">
                    <a16:creationId xmlns:a16="http://schemas.microsoft.com/office/drawing/2014/main" id="{76D94FC2-20F1-E756-36B5-74395EFAF599}"/>
                  </a:ext>
                </a:extLst>
              </p14:cNvPr>
              <p14:cNvContentPartPr/>
              <p14:nvPr/>
            </p14:nvContentPartPr>
            <p14:xfrm>
              <a:off x="3875992" y="2647950"/>
              <a:ext cx="225246" cy="314274"/>
            </p14:xfrm>
          </p:contentPart>
        </mc:Choice>
        <mc:Fallback>
          <p:pic>
            <p:nvPicPr>
              <p:cNvPr id="24" name="Ink 23">
                <a:extLst>
                  <a:ext uri="{FF2B5EF4-FFF2-40B4-BE49-F238E27FC236}">
                    <a16:creationId xmlns:a16="http://schemas.microsoft.com/office/drawing/2014/main" id="{76D94FC2-20F1-E756-36B5-74395EFAF599}"/>
                  </a:ext>
                </a:extLst>
              </p:cNvPr>
              <p:cNvPicPr/>
              <p:nvPr/>
            </p:nvPicPr>
            <p:blipFill>
              <a:blip r:embed="rId42"/>
              <a:stretch>
                <a:fillRect/>
              </a:stretch>
            </p:blipFill>
            <p:spPr>
              <a:xfrm>
                <a:off x="3858030" y="2629971"/>
                <a:ext cx="260811" cy="349873"/>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5" name="Ink 24">
                <a:extLst>
                  <a:ext uri="{FF2B5EF4-FFF2-40B4-BE49-F238E27FC236}">
                    <a16:creationId xmlns:a16="http://schemas.microsoft.com/office/drawing/2014/main" id="{BD654805-7BD3-6FAF-1331-84D160C938C7}"/>
                  </a:ext>
                </a:extLst>
              </p14:cNvPr>
              <p14:cNvContentPartPr/>
              <p14:nvPr/>
            </p14:nvContentPartPr>
            <p14:xfrm>
              <a:off x="4173069" y="2686050"/>
              <a:ext cx="94130" cy="271840"/>
            </p14:xfrm>
          </p:contentPart>
        </mc:Choice>
        <mc:Fallback>
          <p:pic>
            <p:nvPicPr>
              <p:cNvPr id="25" name="Ink 24">
                <a:extLst>
                  <a:ext uri="{FF2B5EF4-FFF2-40B4-BE49-F238E27FC236}">
                    <a16:creationId xmlns:a16="http://schemas.microsoft.com/office/drawing/2014/main" id="{BD654805-7BD3-6FAF-1331-84D160C938C7}"/>
                  </a:ext>
                </a:extLst>
              </p:cNvPr>
              <p:cNvPicPr/>
              <p:nvPr/>
            </p:nvPicPr>
            <p:blipFill>
              <a:blip r:embed="rId44"/>
              <a:stretch>
                <a:fillRect/>
              </a:stretch>
            </p:blipFill>
            <p:spPr>
              <a:xfrm>
                <a:off x="4155174" y="2668071"/>
                <a:ext cx="129563" cy="307438"/>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26" name="Ink 25">
                <a:extLst>
                  <a:ext uri="{FF2B5EF4-FFF2-40B4-BE49-F238E27FC236}">
                    <a16:creationId xmlns:a16="http://schemas.microsoft.com/office/drawing/2014/main" id="{7809C925-323C-4164-0081-06EA724A804B}"/>
                  </a:ext>
                </a:extLst>
              </p14:cNvPr>
              <p14:cNvContentPartPr/>
              <p14:nvPr/>
            </p14:nvContentPartPr>
            <p14:xfrm>
              <a:off x="4236663" y="2676524"/>
              <a:ext cx="193488" cy="290893"/>
            </p14:xfrm>
          </p:contentPart>
        </mc:Choice>
        <mc:Fallback>
          <p:pic>
            <p:nvPicPr>
              <p:cNvPr id="26" name="Ink 25">
                <a:extLst>
                  <a:ext uri="{FF2B5EF4-FFF2-40B4-BE49-F238E27FC236}">
                    <a16:creationId xmlns:a16="http://schemas.microsoft.com/office/drawing/2014/main" id="{7809C925-323C-4164-0081-06EA724A804B}"/>
                  </a:ext>
                </a:extLst>
              </p:cNvPr>
              <p:cNvPicPr/>
              <p:nvPr/>
            </p:nvPicPr>
            <p:blipFill>
              <a:blip r:embed="rId46"/>
              <a:stretch>
                <a:fillRect/>
              </a:stretch>
            </p:blipFill>
            <p:spPr>
              <a:xfrm>
                <a:off x="4218681" y="2658545"/>
                <a:ext cx="229093" cy="326491"/>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27" name="Ink 26">
                <a:extLst>
                  <a:ext uri="{FF2B5EF4-FFF2-40B4-BE49-F238E27FC236}">
                    <a16:creationId xmlns:a16="http://schemas.microsoft.com/office/drawing/2014/main" id="{B890D7DB-8AA7-83B8-CB10-C4027AAD3182}"/>
                  </a:ext>
                </a:extLst>
              </p14:cNvPr>
              <p14:cNvContentPartPr/>
              <p14:nvPr/>
            </p14:nvContentPartPr>
            <p14:xfrm>
              <a:off x="3980168" y="3028950"/>
              <a:ext cx="172731" cy="220972"/>
            </p14:xfrm>
          </p:contentPart>
        </mc:Choice>
        <mc:Fallback>
          <p:pic>
            <p:nvPicPr>
              <p:cNvPr id="27" name="Ink 26">
                <a:extLst>
                  <a:ext uri="{FF2B5EF4-FFF2-40B4-BE49-F238E27FC236}">
                    <a16:creationId xmlns:a16="http://schemas.microsoft.com/office/drawing/2014/main" id="{B890D7DB-8AA7-83B8-CB10-C4027AAD3182}"/>
                  </a:ext>
                </a:extLst>
              </p:cNvPr>
              <p:cNvPicPr/>
              <p:nvPr/>
            </p:nvPicPr>
            <p:blipFill>
              <a:blip r:embed="rId48"/>
              <a:stretch>
                <a:fillRect/>
              </a:stretch>
            </p:blipFill>
            <p:spPr>
              <a:xfrm>
                <a:off x="3962213" y="3010985"/>
                <a:ext cx="208283" cy="256543"/>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28" name="Ink 27">
                <a:extLst>
                  <a:ext uri="{FF2B5EF4-FFF2-40B4-BE49-F238E27FC236}">
                    <a16:creationId xmlns:a16="http://schemas.microsoft.com/office/drawing/2014/main" id="{38AFF882-0BCC-0BA6-81C9-1B46E7DEFD22}"/>
                  </a:ext>
                </a:extLst>
              </p14:cNvPr>
              <p14:cNvContentPartPr/>
              <p14:nvPr/>
            </p14:nvContentPartPr>
            <p14:xfrm>
              <a:off x="4144269" y="3152360"/>
              <a:ext cx="141346" cy="99153"/>
            </p14:xfrm>
          </p:contentPart>
        </mc:Choice>
        <mc:Fallback>
          <p:pic>
            <p:nvPicPr>
              <p:cNvPr id="28" name="Ink 27">
                <a:extLst>
                  <a:ext uri="{FF2B5EF4-FFF2-40B4-BE49-F238E27FC236}">
                    <a16:creationId xmlns:a16="http://schemas.microsoft.com/office/drawing/2014/main" id="{38AFF882-0BCC-0BA6-81C9-1B46E7DEFD22}"/>
                  </a:ext>
                </a:extLst>
              </p:cNvPr>
              <p:cNvPicPr/>
              <p:nvPr/>
            </p:nvPicPr>
            <p:blipFill>
              <a:blip r:embed="rId50"/>
              <a:stretch>
                <a:fillRect/>
              </a:stretch>
            </p:blipFill>
            <p:spPr>
              <a:xfrm>
                <a:off x="4126332" y="3134462"/>
                <a:ext cx="176862" cy="13459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29" name="Ink 28">
                <a:extLst>
                  <a:ext uri="{FF2B5EF4-FFF2-40B4-BE49-F238E27FC236}">
                    <a16:creationId xmlns:a16="http://schemas.microsoft.com/office/drawing/2014/main" id="{96069C11-8A80-AAAC-2663-8BDD262C68DE}"/>
                  </a:ext>
                </a:extLst>
              </p14:cNvPr>
              <p14:cNvContentPartPr/>
              <p14:nvPr/>
            </p14:nvContentPartPr>
            <p14:xfrm>
              <a:off x="4343400" y="3148629"/>
              <a:ext cx="46194" cy="42245"/>
            </p14:xfrm>
          </p:contentPart>
        </mc:Choice>
        <mc:Fallback>
          <p:pic>
            <p:nvPicPr>
              <p:cNvPr id="29" name="Ink 28">
                <a:extLst>
                  <a:ext uri="{FF2B5EF4-FFF2-40B4-BE49-F238E27FC236}">
                    <a16:creationId xmlns:a16="http://schemas.microsoft.com/office/drawing/2014/main" id="{96069C11-8A80-AAAC-2663-8BDD262C68DE}"/>
                  </a:ext>
                </a:extLst>
              </p:cNvPr>
              <p:cNvPicPr/>
              <p:nvPr/>
            </p:nvPicPr>
            <p:blipFill>
              <a:blip r:embed="rId52"/>
              <a:stretch>
                <a:fillRect/>
              </a:stretch>
            </p:blipFill>
            <p:spPr>
              <a:xfrm>
                <a:off x="4325495" y="3130729"/>
                <a:ext cx="81645" cy="77688"/>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0" name="Ink 29">
                <a:extLst>
                  <a:ext uri="{FF2B5EF4-FFF2-40B4-BE49-F238E27FC236}">
                    <a16:creationId xmlns:a16="http://schemas.microsoft.com/office/drawing/2014/main" id="{CDC4BC18-B4A5-2F9F-CA7F-C12D544AB970}"/>
                  </a:ext>
                </a:extLst>
              </p14:cNvPr>
              <p14:cNvContentPartPr/>
              <p14:nvPr/>
            </p14:nvContentPartPr>
            <p14:xfrm>
              <a:off x="4392733" y="2956986"/>
              <a:ext cx="204122" cy="287979"/>
            </p14:xfrm>
          </p:contentPart>
        </mc:Choice>
        <mc:Fallback>
          <p:pic>
            <p:nvPicPr>
              <p:cNvPr id="30" name="Ink 29">
                <a:extLst>
                  <a:ext uri="{FF2B5EF4-FFF2-40B4-BE49-F238E27FC236}">
                    <a16:creationId xmlns:a16="http://schemas.microsoft.com/office/drawing/2014/main" id="{CDC4BC18-B4A5-2F9F-CA7F-C12D544AB970}"/>
                  </a:ext>
                </a:extLst>
              </p:cNvPr>
              <p:cNvPicPr/>
              <p:nvPr/>
            </p:nvPicPr>
            <p:blipFill>
              <a:blip r:embed="rId54"/>
              <a:stretch>
                <a:fillRect/>
              </a:stretch>
            </p:blipFill>
            <p:spPr>
              <a:xfrm>
                <a:off x="4374765" y="2939010"/>
                <a:ext cx="239700" cy="323572"/>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1" name="Ink 30">
                <a:extLst>
                  <a:ext uri="{FF2B5EF4-FFF2-40B4-BE49-F238E27FC236}">
                    <a16:creationId xmlns:a16="http://schemas.microsoft.com/office/drawing/2014/main" id="{F733060C-4DAC-9A66-8678-5DCFEFE73E82}"/>
                  </a:ext>
                </a:extLst>
              </p14:cNvPr>
              <p14:cNvContentPartPr/>
              <p14:nvPr/>
            </p14:nvContentPartPr>
            <p14:xfrm>
              <a:off x="3800474" y="3914775"/>
              <a:ext cx="240755" cy="273209"/>
            </p14:xfrm>
          </p:contentPart>
        </mc:Choice>
        <mc:Fallback>
          <p:pic>
            <p:nvPicPr>
              <p:cNvPr id="31" name="Ink 30">
                <a:extLst>
                  <a:ext uri="{FF2B5EF4-FFF2-40B4-BE49-F238E27FC236}">
                    <a16:creationId xmlns:a16="http://schemas.microsoft.com/office/drawing/2014/main" id="{F733060C-4DAC-9A66-8678-5DCFEFE73E82}"/>
                  </a:ext>
                </a:extLst>
              </p:cNvPr>
              <p:cNvPicPr/>
              <p:nvPr/>
            </p:nvPicPr>
            <p:blipFill>
              <a:blip r:embed="rId56"/>
              <a:stretch>
                <a:fillRect/>
              </a:stretch>
            </p:blipFill>
            <p:spPr>
              <a:xfrm>
                <a:off x="3782507" y="3896777"/>
                <a:ext cx="276329" cy="308845"/>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2" name="Ink 31">
                <a:extLst>
                  <a:ext uri="{FF2B5EF4-FFF2-40B4-BE49-F238E27FC236}">
                    <a16:creationId xmlns:a16="http://schemas.microsoft.com/office/drawing/2014/main" id="{714B6A9C-FFE3-A43F-1798-6E797109222B}"/>
                  </a:ext>
                </a:extLst>
              </p14:cNvPr>
              <p14:cNvContentPartPr/>
              <p14:nvPr/>
            </p14:nvContentPartPr>
            <p14:xfrm>
              <a:off x="3914774" y="4150971"/>
              <a:ext cx="288753" cy="145851"/>
            </p14:xfrm>
          </p:contentPart>
        </mc:Choice>
        <mc:Fallback>
          <p:pic>
            <p:nvPicPr>
              <p:cNvPr id="32" name="Ink 31">
                <a:extLst>
                  <a:ext uri="{FF2B5EF4-FFF2-40B4-BE49-F238E27FC236}">
                    <a16:creationId xmlns:a16="http://schemas.microsoft.com/office/drawing/2014/main" id="{714B6A9C-FFE3-A43F-1798-6E797109222B}"/>
                  </a:ext>
                </a:extLst>
              </p:cNvPr>
              <p:cNvPicPr/>
              <p:nvPr/>
            </p:nvPicPr>
            <p:blipFill>
              <a:blip r:embed="rId58"/>
              <a:stretch>
                <a:fillRect/>
              </a:stretch>
            </p:blipFill>
            <p:spPr>
              <a:xfrm>
                <a:off x="3896817" y="4133053"/>
                <a:ext cx="324308" cy="181328"/>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3" name="Ink 32">
                <a:extLst>
                  <a:ext uri="{FF2B5EF4-FFF2-40B4-BE49-F238E27FC236}">
                    <a16:creationId xmlns:a16="http://schemas.microsoft.com/office/drawing/2014/main" id="{A8FF9A3B-FF12-5F9C-D75D-839B10E6F8D1}"/>
                  </a:ext>
                </a:extLst>
              </p14:cNvPr>
              <p14:cNvContentPartPr/>
              <p14:nvPr/>
            </p14:nvContentPartPr>
            <p14:xfrm>
              <a:off x="3047328" y="3419475"/>
              <a:ext cx="57821" cy="420558"/>
            </p14:xfrm>
          </p:contentPart>
        </mc:Choice>
        <mc:Fallback>
          <p:pic>
            <p:nvPicPr>
              <p:cNvPr id="33" name="Ink 32">
                <a:extLst>
                  <a:ext uri="{FF2B5EF4-FFF2-40B4-BE49-F238E27FC236}">
                    <a16:creationId xmlns:a16="http://schemas.microsoft.com/office/drawing/2014/main" id="{A8FF9A3B-FF12-5F9C-D75D-839B10E6F8D1}"/>
                  </a:ext>
                </a:extLst>
              </p:cNvPr>
              <p:cNvPicPr/>
              <p:nvPr/>
            </p:nvPicPr>
            <p:blipFill>
              <a:blip r:embed="rId60"/>
              <a:stretch>
                <a:fillRect/>
              </a:stretch>
            </p:blipFill>
            <p:spPr>
              <a:xfrm>
                <a:off x="3029371" y="3401487"/>
                <a:ext cx="93376" cy="456174"/>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4" name="Ink 33">
                <a:extLst>
                  <a:ext uri="{FF2B5EF4-FFF2-40B4-BE49-F238E27FC236}">
                    <a16:creationId xmlns:a16="http://schemas.microsoft.com/office/drawing/2014/main" id="{088A995D-7496-5624-FB8C-925B96B9DF2E}"/>
                  </a:ext>
                </a:extLst>
              </p14:cNvPr>
              <p14:cNvContentPartPr/>
              <p14:nvPr/>
            </p14:nvContentPartPr>
            <p14:xfrm>
              <a:off x="2937039" y="3447738"/>
              <a:ext cx="280146" cy="11906"/>
            </p14:xfrm>
          </p:contentPart>
        </mc:Choice>
        <mc:Fallback>
          <p:pic>
            <p:nvPicPr>
              <p:cNvPr id="34" name="Ink 33">
                <a:extLst>
                  <a:ext uri="{FF2B5EF4-FFF2-40B4-BE49-F238E27FC236}">
                    <a16:creationId xmlns:a16="http://schemas.microsoft.com/office/drawing/2014/main" id="{088A995D-7496-5624-FB8C-925B96B9DF2E}"/>
                  </a:ext>
                </a:extLst>
              </p:cNvPr>
              <p:cNvPicPr/>
              <p:nvPr/>
            </p:nvPicPr>
            <p:blipFill>
              <a:blip r:embed="rId62"/>
              <a:stretch>
                <a:fillRect/>
              </a:stretch>
            </p:blipFill>
            <p:spPr>
              <a:xfrm>
                <a:off x="2919058" y="3426477"/>
                <a:ext cx="315749" cy="54002"/>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35" name="Ink 34">
                <a:extLst>
                  <a:ext uri="{FF2B5EF4-FFF2-40B4-BE49-F238E27FC236}">
                    <a16:creationId xmlns:a16="http://schemas.microsoft.com/office/drawing/2014/main" id="{BC63AB0F-6DE6-43D6-B4B8-CFD7FB4BB506}"/>
                  </a:ext>
                </a:extLst>
              </p14:cNvPr>
              <p14:cNvContentPartPr/>
              <p14:nvPr/>
            </p14:nvContentPartPr>
            <p14:xfrm>
              <a:off x="3190875" y="3717448"/>
              <a:ext cx="116539" cy="148997"/>
            </p14:xfrm>
          </p:contentPart>
        </mc:Choice>
        <mc:Fallback>
          <p:pic>
            <p:nvPicPr>
              <p:cNvPr id="35" name="Ink 34">
                <a:extLst>
                  <a:ext uri="{FF2B5EF4-FFF2-40B4-BE49-F238E27FC236}">
                    <a16:creationId xmlns:a16="http://schemas.microsoft.com/office/drawing/2014/main" id="{BC63AB0F-6DE6-43D6-B4B8-CFD7FB4BB506}"/>
                  </a:ext>
                </a:extLst>
              </p:cNvPr>
              <p:cNvPicPr/>
              <p:nvPr/>
            </p:nvPicPr>
            <p:blipFill>
              <a:blip r:embed="rId64"/>
              <a:stretch>
                <a:fillRect/>
              </a:stretch>
            </p:blipFill>
            <p:spPr>
              <a:xfrm>
                <a:off x="3172891" y="3699497"/>
                <a:ext cx="152148" cy="184541"/>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36" name="Ink 35">
                <a:extLst>
                  <a:ext uri="{FF2B5EF4-FFF2-40B4-BE49-F238E27FC236}">
                    <a16:creationId xmlns:a16="http://schemas.microsoft.com/office/drawing/2014/main" id="{7EC0A9C8-4EDE-55DA-BBF9-E2A61B5B34B9}"/>
                  </a:ext>
                </a:extLst>
              </p14:cNvPr>
              <p14:cNvContentPartPr/>
              <p14:nvPr/>
            </p14:nvContentPartPr>
            <p14:xfrm>
              <a:off x="3319272" y="3687638"/>
              <a:ext cx="200923" cy="197860"/>
            </p14:xfrm>
          </p:contentPart>
        </mc:Choice>
        <mc:Fallback>
          <p:pic>
            <p:nvPicPr>
              <p:cNvPr id="36" name="Ink 35">
                <a:extLst>
                  <a:ext uri="{FF2B5EF4-FFF2-40B4-BE49-F238E27FC236}">
                    <a16:creationId xmlns:a16="http://schemas.microsoft.com/office/drawing/2014/main" id="{7EC0A9C8-4EDE-55DA-BBF9-E2A61B5B34B9}"/>
                  </a:ext>
                </a:extLst>
              </p:cNvPr>
              <p:cNvPicPr/>
              <p:nvPr/>
            </p:nvPicPr>
            <p:blipFill>
              <a:blip r:embed="rId66"/>
              <a:stretch>
                <a:fillRect/>
              </a:stretch>
            </p:blipFill>
            <p:spPr>
              <a:xfrm>
                <a:off x="3301300" y="3669651"/>
                <a:ext cx="236507" cy="233475"/>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37" name="Ink 36">
                <a:extLst>
                  <a:ext uri="{FF2B5EF4-FFF2-40B4-BE49-F238E27FC236}">
                    <a16:creationId xmlns:a16="http://schemas.microsoft.com/office/drawing/2014/main" id="{D7195787-CBD7-55D9-8D16-83F2734F96E2}"/>
                  </a:ext>
                </a:extLst>
              </p14:cNvPr>
              <p14:cNvContentPartPr/>
              <p14:nvPr/>
            </p14:nvContentPartPr>
            <p14:xfrm>
              <a:off x="3468313" y="3692124"/>
              <a:ext cx="260687" cy="279977"/>
            </p14:xfrm>
          </p:contentPart>
        </mc:Choice>
        <mc:Fallback>
          <p:pic>
            <p:nvPicPr>
              <p:cNvPr id="37" name="Ink 36">
                <a:extLst>
                  <a:ext uri="{FF2B5EF4-FFF2-40B4-BE49-F238E27FC236}">
                    <a16:creationId xmlns:a16="http://schemas.microsoft.com/office/drawing/2014/main" id="{D7195787-CBD7-55D9-8D16-83F2734F96E2}"/>
                  </a:ext>
                </a:extLst>
              </p:cNvPr>
              <p:cNvPicPr/>
              <p:nvPr/>
            </p:nvPicPr>
            <p:blipFill>
              <a:blip r:embed="rId68"/>
              <a:stretch>
                <a:fillRect/>
              </a:stretch>
            </p:blipFill>
            <p:spPr>
              <a:xfrm>
                <a:off x="3450335" y="3674131"/>
                <a:ext cx="296284" cy="315604"/>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38" name="Ink 37">
                <a:extLst>
                  <a:ext uri="{FF2B5EF4-FFF2-40B4-BE49-F238E27FC236}">
                    <a16:creationId xmlns:a16="http://schemas.microsoft.com/office/drawing/2014/main" id="{F6BB4489-943D-653A-7E30-93978C37F1B0}"/>
                  </a:ext>
                </a:extLst>
              </p14:cNvPr>
              <p14:cNvContentPartPr/>
              <p14:nvPr/>
            </p14:nvContentPartPr>
            <p14:xfrm>
              <a:off x="2790739" y="4076699"/>
              <a:ext cx="57236" cy="275193"/>
            </p14:xfrm>
          </p:contentPart>
        </mc:Choice>
        <mc:Fallback>
          <p:pic>
            <p:nvPicPr>
              <p:cNvPr id="38" name="Ink 37">
                <a:extLst>
                  <a:ext uri="{FF2B5EF4-FFF2-40B4-BE49-F238E27FC236}">
                    <a16:creationId xmlns:a16="http://schemas.microsoft.com/office/drawing/2014/main" id="{F6BB4489-943D-653A-7E30-93978C37F1B0}"/>
                  </a:ext>
                </a:extLst>
              </p:cNvPr>
              <p:cNvPicPr/>
              <p:nvPr/>
            </p:nvPicPr>
            <p:blipFill>
              <a:blip r:embed="rId70"/>
              <a:stretch>
                <a:fillRect/>
              </a:stretch>
            </p:blipFill>
            <p:spPr>
              <a:xfrm>
                <a:off x="2772853" y="4058736"/>
                <a:ext cx="92651" cy="31076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39" name="Ink 38">
                <a:extLst>
                  <a:ext uri="{FF2B5EF4-FFF2-40B4-BE49-F238E27FC236}">
                    <a16:creationId xmlns:a16="http://schemas.microsoft.com/office/drawing/2014/main" id="{D7527035-50BF-E689-4D3F-423E1B3FA76D}"/>
                  </a:ext>
                </a:extLst>
              </p14:cNvPr>
              <p14:cNvContentPartPr/>
              <p14:nvPr/>
            </p14:nvContentPartPr>
            <p14:xfrm>
              <a:off x="2857500" y="4057650"/>
              <a:ext cx="162943" cy="133962"/>
            </p14:xfrm>
          </p:contentPart>
        </mc:Choice>
        <mc:Fallback>
          <p:pic>
            <p:nvPicPr>
              <p:cNvPr id="39" name="Ink 38">
                <a:extLst>
                  <a:ext uri="{FF2B5EF4-FFF2-40B4-BE49-F238E27FC236}">
                    <a16:creationId xmlns:a16="http://schemas.microsoft.com/office/drawing/2014/main" id="{D7527035-50BF-E689-4D3F-423E1B3FA76D}"/>
                  </a:ext>
                </a:extLst>
              </p:cNvPr>
              <p:cNvPicPr/>
              <p:nvPr/>
            </p:nvPicPr>
            <p:blipFill>
              <a:blip r:embed="rId72"/>
              <a:stretch>
                <a:fillRect/>
              </a:stretch>
            </p:blipFill>
            <p:spPr>
              <a:xfrm>
                <a:off x="2839555" y="4039693"/>
                <a:ext cx="198475" cy="169518"/>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0" name="Ink 39">
                <a:extLst>
                  <a:ext uri="{FF2B5EF4-FFF2-40B4-BE49-F238E27FC236}">
                    <a16:creationId xmlns:a16="http://schemas.microsoft.com/office/drawing/2014/main" id="{3FF9AE64-8C70-4414-6E4C-D5E5CAB01043}"/>
                  </a:ext>
                </a:extLst>
              </p14:cNvPr>
              <p14:cNvContentPartPr/>
              <p14:nvPr/>
            </p14:nvContentPartPr>
            <p14:xfrm>
              <a:off x="2982255" y="4208947"/>
              <a:ext cx="140420" cy="144322"/>
            </p14:xfrm>
          </p:contentPart>
        </mc:Choice>
        <mc:Fallback>
          <p:pic>
            <p:nvPicPr>
              <p:cNvPr id="40" name="Ink 39">
                <a:extLst>
                  <a:ext uri="{FF2B5EF4-FFF2-40B4-BE49-F238E27FC236}">
                    <a16:creationId xmlns:a16="http://schemas.microsoft.com/office/drawing/2014/main" id="{3FF9AE64-8C70-4414-6E4C-D5E5CAB01043}"/>
                  </a:ext>
                </a:extLst>
              </p:cNvPr>
              <p:cNvPicPr/>
              <p:nvPr/>
            </p:nvPicPr>
            <p:blipFill>
              <a:blip r:embed="rId74"/>
              <a:stretch>
                <a:fillRect/>
              </a:stretch>
            </p:blipFill>
            <p:spPr>
              <a:xfrm>
                <a:off x="2964298" y="4190997"/>
                <a:ext cx="175974" cy="179864"/>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1" name="Ink 40">
                <a:extLst>
                  <a:ext uri="{FF2B5EF4-FFF2-40B4-BE49-F238E27FC236}">
                    <a16:creationId xmlns:a16="http://schemas.microsoft.com/office/drawing/2014/main" id="{A1F57548-79FD-D40C-511E-B1E5405A03FD}"/>
                  </a:ext>
                </a:extLst>
              </p14:cNvPr>
              <p14:cNvContentPartPr/>
              <p14:nvPr/>
            </p14:nvContentPartPr>
            <p14:xfrm>
              <a:off x="3097396" y="4234754"/>
              <a:ext cx="147193" cy="149697"/>
            </p14:xfrm>
          </p:contentPart>
        </mc:Choice>
        <mc:Fallback>
          <p:pic>
            <p:nvPicPr>
              <p:cNvPr id="41" name="Ink 40">
                <a:extLst>
                  <a:ext uri="{FF2B5EF4-FFF2-40B4-BE49-F238E27FC236}">
                    <a16:creationId xmlns:a16="http://schemas.microsoft.com/office/drawing/2014/main" id="{A1F57548-79FD-D40C-511E-B1E5405A03FD}"/>
                  </a:ext>
                </a:extLst>
              </p:cNvPr>
              <p:cNvPicPr/>
              <p:nvPr/>
            </p:nvPicPr>
            <p:blipFill>
              <a:blip r:embed="rId76"/>
              <a:stretch>
                <a:fillRect/>
              </a:stretch>
            </p:blipFill>
            <p:spPr>
              <a:xfrm>
                <a:off x="3079446" y="4216762"/>
                <a:ext cx="182735" cy="185322"/>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2" name="Ink 41">
                <a:extLst>
                  <a:ext uri="{FF2B5EF4-FFF2-40B4-BE49-F238E27FC236}">
                    <a16:creationId xmlns:a16="http://schemas.microsoft.com/office/drawing/2014/main" id="{49774879-5727-B648-7A6C-683EF9E719DC}"/>
                  </a:ext>
                </a:extLst>
              </p14:cNvPr>
              <p14:cNvContentPartPr/>
              <p14:nvPr/>
            </p14:nvContentPartPr>
            <p14:xfrm>
              <a:off x="3294609" y="4086225"/>
              <a:ext cx="115417" cy="277932"/>
            </p14:xfrm>
          </p:contentPart>
        </mc:Choice>
        <mc:Fallback>
          <p:pic>
            <p:nvPicPr>
              <p:cNvPr id="42" name="Ink 41">
                <a:extLst>
                  <a:ext uri="{FF2B5EF4-FFF2-40B4-BE49-F238E27FC236}">
                    <a16:creationId xmlns:a16="http://schemas.microsoft.com/office/drawing/2014/main" id="{49774879-5727-B648-7A6C-683EF9E719DC}"/>
                  </a:ext>
                </a:extLst>
              </p:cNvPr>
              <p:cNvPicPr/>
              <p:nvPr/>
            </p:nvPicPr>
            <p:blipFill>
              <a:blip r:embed="rId78"/>
              <a:stretch>
                <a:fillRect/>
              </a:stretch>
            </p:blipFill>
            <p:spPr>
              <a:xfrm>
                <a:off x="3276687" y="4068248"/>
                <a:ext cx="150902" cy="313527"/>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3" name="Ink 42">
                <a:extLst>
                  <a:ext uri="{FF2B5EF4-FFF2-40B4-BE49-F238E27FC236}">
                    <a16:creationId xmlns:a16="http://schemas.microsoft.com/office/drawing/2014/main" id="{0A0A8F7B-B3AE-21A3-3981-E8FC69D8EC0C}"/>
                  </a:ext>
                </a:extLst>
              </p14:cNvPr>
              <p14:cNvContentPartPr/>
              <p14:nvPr/>
            </p14:nvContentPartPr>
            <p14:xfrm>
              <a:off x="3430156" y="4247186"/>
              <a:ext cx="77219" cy="147520"/>
            </p14:xfrm>
          </p:contentPart>
        </mc:Choice>
        <mc:Fallback>
          <p:pic>
            <p:nvPicPr>
              <p:cNvPr id="43" name="Ink 42">
                <a:extLst>
                  <a:ext uri="{FF2B5EF4-FFF2-40B4-BE49-F238E27FC236}">
                    <a16:creationId xmlns:a16="http://schemas.microsoft.com/office/drawing/2014/main" id="{0A0A8F7B-B3AE-21A3-3981-E8FC69D8EC0C}"/>
                  </a:ext>
                </a:extLst>
              </p:cNvPr>
              <p:cNvPicPr/>
              <p:nvPr/>
            </p:nvPicPr>
            <p:blipFill>
              <a:blip r:embed="rId80"/>
              <a:stretch>
                <a:fillRect/>
              </a:stretch>
            </p:blipFill>
            <p:spPr>
              <a:xfrm>
                <a:off x="3412281" y="4229240"/>
                <a:ext cx="112611" cy="183054"/>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44" name="Ink 43">
                <a:extLst>
                  <a:ext uri="{FF2B5EF4-FFF2-40B4-BE49-F238E27FC236}">
                    <a16:creationId xmlns:a16="http://schemas.microsoft.com/office/drawing/2014/main" id="{07D3DEF3-0C80-877A-5848-95648B8295A9}"/>
                  </a:ext>
                </a:extLst>
              </p14:cNvPr>
              <p14:cNvContentPartPr/>
              <p14:nvPr/>
            </p14:nvContentPartPr>
            <p14:xfrm>
              <a:off x="4619625" y="5657850"/>
              <a:ext cx="11906" cy="15427"/>
            </p14:xfrm>
          </p:contentPart>
        </mc:Choice>
        <mc:Fallback>
          <p:pic>
            <p:nvPicPr>
              <p:cNvPr id="44" name="Ink 43">
                <a:extLst>
                  <a:ext uri="{FF2B5EF4-FFF2-40B4-BE49-F238E27FC236}">
                    <a16:creationId xmlns:a16="http://schemas.microsoft.com/office/drawing/2014/main" id="{07D3DEF3-0C80-877A-5848-95648B8295A9}"/>
                  </a:ext>
                </a:extLst>
              </p:cNvPr>
              <p:cNvPicPr/>
              <p:nvPr/>
            </p:nvPicPr>
            <p:blipFill>
              <a:blip r:embed="rId82"/>
              <a:stretch>
                <a:fillRect/>
              </a:stretch>
            </p:blipFill>
            <p:spPr>
              <a:xfrm>
                <a:off x="4024325" y="5640319"/>
                <a:ext cx="1190600" cy="50138"/>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45" name="Ink 44">
                <a:extLst>
                  <a:ext uri="{FF2B5EF4-FFF2-40B4-BE49-F238E27FC236}">
                    <a16:creationId xmlns:a16="http://schemas.microsoft.com/office/drawing/2014/main" id="{E94F19B5-DEE5-F16C-D568-D5AAF07DFF95}"/>
                  </a:ext>
                </a:extLst>
              </p14:cNvPr>
              <p14:cNvContentPartPr/>
              <p14:nvPr/>
            </p14:nvContentPartPr>
            <p14:xfrm>
              <a:off x="4572001" y="5317893"/>
              <a:ext cx="183452" cy="473306"/>
            </p14:xfrm>
          </p:contentPart>
        </mc:Choice>
        <mc:Fallback>
          <p:pic>
            <p:nvPicPr>
              <p:cNvPr id="45" name="Ink 44">
                <a:extLst>
                  <a:ext uri="{FF2B5EF4-FFF2-40B4-BE49-F238E27FC236}">
                    <a16:creationId xmlns:a16="http://schemas.microsoft.com/office/drawing/2014/main" id="{E94F19B5-DEE5-F16C-D568-D5AAF07DFF95}"/>
                  </a:ext>
                </a:extLst>
              </p:cNvPr>
              <p:cNvPicPr/>
              <p:nvPr/>
            </p:nvPicPr>
            <p:blipFill>
              <a:blip r:embed="rId84"/>
              <a:stretch>
                <a:fillRect/>
              </a:stretch>
            </p:blipFill>
            <p:spPr>
              <a:xfrm>
                <a:off x="4554051" y="5299897"/>
                <a:ext cx="218994" cy="508939"/>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46" name="Ink 45">
                <a:extLst>
                  <a:ext uri="{FF2B5EF4-FFF2-40B4-BE49-F238E27FC236}">
                    <a16:creationId xmlns:a16="http://schemas.microsoft.com/office/drawing/2014/main" id="{FA911B69-D3E8-AA63-14F8-C6B16175D287}"/>
                  </a:ext>
                </a:extLst>
              </p14:cNvPr>
              <p14:cNvContentPartPr/>
              <p14:nvPr/>
            </p14:nvContentPartPr>
            <p14:xfrm>
              <a:off x="4619625" y="5212136"/>
              <a:ext cx="238628" cy="178962"/>
            </p14:xfrm>
          </p:contentPart>
        </mc:Choice>
        <mc:Fallback>
          <p:pic>
            <p:nvPicPr>
              <p:cNvPr id="46" name="Ink 45">
                <a:extLst>
                  <a:ext uri="{FF2B5EF4-FFF2-40B4-BE49-F238E27FC236}">
                    <a16:creationId xmlns:a16="http://schemas.microsoft.com/office/drawing/2014/main" id="{FA911B69-D3E8-AA63-14F8-C6B16175D287}"/>
                  </a:ext>
                </a:extLst>
              </p:cNvPr>
              <p:cNvPicPr/>
              <p:nvPr/>
            </p:nvPicPr>
            <p:blipFill>
              <a:blip r:embed="rId86"/>
              <a:stretch>
                <a:fillRect/>
              </a:stretch>
            </p:blipFill>
            <p:spPr>
              <a:xfrm>
                <a:off x="4601656" y="5194168"/>
                <a:ext cx="274207" cy="214539"/>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47" name="Ink 46">
                <a:extLst>
                  <a:ext uri="{FF2B5EF4-FFF2-40B4-BE49-F238E27FC236}">
                    <a16:creationId xmlns:a16="http://schemas.microsoft.com/office/drawing/2014/main" id="{DA1DECE4-302C-699A-475B-D2389A5A953A}"/>
                  </a:ext>
                </a:extLst>
              </p14:cNvPr>
              <p14:cNvContentPartPr/>
              <p14:nvPr/>
            </p14:nvContentPartPr>
            <p14:xfrm>
              <a:off x="3894903" y="5895975"/>
              <a:ext cx="69649" cy="383775"/>
            </p14:xfrm>
          </p:contentPart>
        </mc:Choice>
        <mc:Fallback>
          <p:pic>
            <p:nvPicPr>
              <p:cNvPr id="47" name="Ink 46">
                <a:extLst>
                  <a:ext uri="{FF2B5EF4-FFF2-40B4-BE49-F238E27FC236}">
                    <a16:creationId xmlns:a16="http://schemas.microsoft.com/office/drawing/2014/main" id="{DA1DECE4-302C-699A-475B-D2389A5A953A}"/>
                  </a:ext>
                </a:extLst>
              </p:cNvPr>
              <p:cNvPicPr/>
              <p:nvPr/>
            </p:nvPicPr>
            <p:blipFill>
              <a:blip r:embed="rId88"/>
              <a:stretch>
                <a:fillRect/>
              </a:stretch>
            </p:blipFill>
            <p:spPr>
              <a:xfrm>
                <a:off x="3877044" y="5877991"/>
                <a:ext cx="105009" cy="419383"/>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48" name="Ink 47">
                <a:extLst>
                  <a:ext uri="{FF2B5EF4-FFF2-40B4-BE49-F238E27FC236}">
                    <a16:creationId xmlns:a16="http://schemas.microsoft.com/office/drawing/2014/main" id="{2B360419-98B1-2086-2988-1D2BDB2336DF}"/>
                  </a:ext>
                </a:extLst>
              </p14:cNvPr>
              <p14:cNvContentPartPr/>
              <p14:nvPr/>
            </p14:nvContentPartPr>
            <p14:xfrm>
              <a:off x="3695700" y="5838825"/>
              <a:ext cx="278354" cy="36596"/>
            </p14:xfrm>
          </p:contentPart>
        </mc:Choice>
        <mc:Fallback>
          <p:pic>
            <p:nvPicPr>
              <p:cNvPr id="48" name="Ink 47">
                <a:extLst>
                  <a:ext uri="{FF2B5EF4-FFF2-40B4-BE49-F238E27FC236}">
                    <a16:creationId xmlns:a16="http://schemas.microsoft.com/office/drawing/2014/main" id="{2B360419-98B1-2086-2988-1D2BDB2336DF}"/>
                  </a:ext>
                </a:extLst>
              </p:cNvPr>
              <p:cNvPicPr/>
              <p:nvPr/>
            </p:nvPicPr>
            <p:blipFill>
              <a:blip r:embed="rId90"/>
              <a:stretch>
                <a:fillRect/>
              </a:stretch>
            </p:blipFill>
            <p:spPr>
              <a:xfrm>
                <a:off x="3677718" y="5821060"/>
                <a:ext cx="313957" cy="71771"/>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49" name="Ink 48">
                <a:extLst>
                  <a:ext uri="{FF2B5EF4-FFF2-40B4-BE49-F238E27FC236}">
                    <a16:creationId xmlns:a16="http://schemas.microsoft.com/office/drawing/2014/main" id="{18FA4678-CCBF-5910-07C9-A88115A11A77}"/>
                  </a:ext>
                </a:extLst>
              </p14:cNvPr>
              <p14:cNvContentPartPr/>
              <p14:nvPr/>
            </p14:nvContentPartPr>
            <p14:xfrm>
              <a:off x="4029075" y="6158517"/>
              <a:ext cx="11906" cy="32732"/>
            </p14:xfrm>
          </p:contentPart>
        </mc:Choice>
        <mc:Fallback>
          <p:pic>
            <p:nvPicPr>
              <p:cNvPr id="49" name="Ink 48">
                <a:extLst>
                  <a:ext uri="{FF2B5EF4-FFF2-40B4-BE49-F238E27FC236}">
                    <a16:creationId xmlns:a16="http://schemas.microsoft.com/office/drawing/2014/main" id="{18FA4678-CCBF-5910-07C9-A88115A11A77}"/>
                  </a:ext>
                </a:extLst>
              </p:cNvPr>
              <p:cNvPicPr/>
              <p:nvPr/>
            </p:nvPicPr>
            <p:blipFill>
              <a:blip r:embed="rId92"/>
              <a:stretch>
                <a:fillRect/>
              </a:stretch>
            </p:blipFill>
            <p:spPr>
              <a:xfrm>
                <a:off x="4007814" y="6140728"/>
                <a:ext cx="54002" cy="67954"/>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0" name="Ink 49">
                <a:extLst>
                  <a:ext uri="{FF2B5EF4-FFF2-40B4-BE49-F238E27FC236}">
                    <a16:creationId xmlns:a16="http://schemas.microsoft.com/office/drawing/2014/main" id="{997E9E84-E3EE-4C83-49BD-5C869A50511B}"/>
                  </a:ext>
                </a:extLst>
              </p14:cNvPr>
              <p14:cNvContentPartPr/>
              <p14:nvPr/>
            </p14:nvContentPartPr>
            <p14:xfrm>
              <a:off x="3990470" y="6115840"/>
              <a:ext cx="161527" cy="173754"/>
            </p14:xfrm>
          </p:contentPart>
        </mc:Choice>
        <mc:Fallback>
          <p:pic>
            <p:nvPicPr>
              <p:cNvPr id="50" name="Ink 49">
                <a:extLst>
                  <a:ext uri="{FF2B5EF4-FFF2-40B4-BE49-F238E27FC236}">
                    <a16:creationId xmlns:a16="http://schemas.microsoft.com/office/drawing/2014/main" id="{997E9E84-E3EE-4C83-49BD-5C869A50511B}"/>
                  </a:ext>
                </a:extLst>
              </p:cNvPr>
              <p:cNvPicPr/>
              <p:nvPr/>
            </p:nvPicPr>
            <p:blipFill>
              <a:blip r:embed="rId94"/>
              <a:stretch>
                <a:fillRect/>
              </a:stretch>
            </p:blipFill>
            <p:spPr>
              <a:xfrm>
                <a:off x="3972483" y="6097853"/>
                <a:ext cx="197142" cy="209368"/>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1" name="Ink 50">
                <a:extLst>
                  <a:ext uri="{FF2B5EF4-FFF2-40B4-BE49-F238E27FC236}">
                    <a16:creationId xmlns:a16="http://schemas.microsoft.com/office/drawing/2014/main" id="{AEB022A1-69E5-8519-BE8B-AE692C428417}"/>
                  </a:ext>
                </a:extLst>
              </p14:cNvPr>
              <p14:cNvContentPartPr/>
              <p14:nvPr/>
            </p14:nvContentPartPr>
            <p14:xfrm>
              <a:off x="4197600" y="6086520"/>
              <a:ext cx="135009" cy="198115"/>
            </p14:xfrm>
          </p:contentPart>
        </mc:Choice>
        <mc:Fallback>
          <p:pic>
            <p:nvPicPr>
              <p:cNvPr id="51" name="Ink 50">
                <a:extLst>
                  <a:ext uri="{FF2B5EF4-FFF2-40B4-BE49-F238E27FC236}">
                    <a16:creationId xmlns:a16="http://schemas.microsoft.com/office/drawing/2014/main" id="{AEB022A1-69E5-8519-BE8B-AE692C428417}"/>
                  </a:ext>
                </a:extLst>
              </p:cNvPr>
              <p:cNvPicPr/>
              <p:nvPr/>
            </p:nvPicPr>
            <p:blipFill>
              <a:blip r:embed="rId96"/>
              <a:stretch>
                <a:fillRect/>
              </a:stretch>
            </p:blipFill>
            <p:spPr>
              <a:xfrm>
                <a:off x="4179647" y="6068542"/>
                <a:ext cx="170557" cy="233711"/>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2" name="Ink 51">
                <a:extLst>
                  <a:ext uri="{FF2B5EF4-FFF2-40B4-BE49-F238E27FC236}">
                    <a16:creationId xmlns:a16="http://schemas.microsoft.com/office/drawing/2014/main" id="{3EBD916A-A390-5A88-C702-CA7F7F3EBD23}"/>
                  </a:ext>
                </a:extLst>
              </p14:cNvPr>
              <p14:cNvContentPartPr/>
              <p14:nvPr/>
            </p14:nvContentPartPr>
            <p14:xfrm>
              <a:off x="4342467" y="5886449"/>
              <a:ext cx="105707" cy="396545"/>
            </p14:xfrm>
          </p:contentPart>
        </mc:Choice>
        <mc:Fallback>
          <p:pic>
            <p:nvPicPr>
              <p:cNvPr id="52" name="Ink 51">
                <a:extLst>
                  <a:ext uri="{FF2B5EF4-FFF2-40B4-BE49-F238E27FC236}">
                    <a16:creationId xmlns:a16="http://schemas.microsoft.com/office/drawing/2014/main" id="{3EBD916A-A390-5A88-C702-CA7F7F3EBD23}"/>
                  </a:ext>
                </a:extLst>
              </p:cNvPr>
              <p:cNvPicPr/>
              <p:nvPr/>
            </p:nvPicPr>
            <p:blipFill>
              <a:blip r:embed="rId98"/>
              <a:stretch>
                <a:fillRect/>
              </a:stretch>
            </p:blipFill>
            <p:spPr>
              <a:xfrm>
                <a:off x="4324490" y="5868473"/>
                <a:ext cx="141302" cy="432137"/>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3" name="Ink 52">
                <a:extLst>
                  <a:ext uri="{FF2B5EF4-FFF2-40B4-BE49-F238E27FC236}">
                    <a16:creationId xmlns:a16="http://schemas.microsoft.com/office/drawing/2014/main" id="{CA8BEC0B-4D2D-EABB-1C6E-1C86520B0E67}"/>
                  </a:ext>
                </a:extLst>
              </p14:cNvPr>
              <p14:cNvContentPartPr/>
              <p14:nvPr/>
            </p14:nvContentPartPr>
            <p14:xfrm>
              <a:off x="4485638" y="6153149"/>
              <a:ext cx="48262" cy="152511"/>
            </p14:xfrm>
          </p:contentPart>
        </mc:Choice>
        <mc:Fallback>
          <p:pic>
            <p:nvPicPr>
              <p:cNvPr id="53" name="Ink 52">
                <a:extLst>
                  <a:ext uri="{FF2B5EF4-FFF2-40B4-BE49-F238E27FC236}">
                    <a16:creationId xmlns:a16="http://schemas.microsoft.com/office/drawing/2014/main" id="{CA8BEC0B-4D2D-EABB-1C6E-1C86520B0E67}"/>
                  </a:ext>
                </a:extLst>
              </p:cNvPr>
              <p:cNvPicPr/>
              <p:nvPr/>
            </p:nvPicPr>
            <p:blipFill>
              <a:blip r:embed="rId100"/>
              <a:stretch>
                <a:fillRect/>
              </a:stretch>
            </p:blipFill>
            <p:spPr>
              <a:xfrm>
                <a:off x="4467763" y="6135164"/>
                <a:ext cx="83654" cy="188121"/>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54" name="Ink 53">
                <a:extLst>
                  <a:ext uri="{FF2B5EF4-FFF2-40B4-BE49-F238E27FC236}">
                    <a16:creationId xmlns:a16="http://schemas.microsoft.com/office/drawing/2014/main" id="{8D87625D-FF2D-B44A-B7B3-370ADE0325AE}"/>
                  </a:ext>
                </a:extLst>
              </p14:cNvPr>
              <p14:cNvContentPartPr/>
              <p14:nvPr/>
            </p14:nvContentPartPr>
            <p14:xfrm>
              <a:off x="4562475" y="6056106"/>
              <a:ext cx="11906" cy="11906"/>
            </p14:xfrm>
          </p:contentPart>
        </mc:Choice>
        <mc:Fallback>
          <p:pic>
            <p:nvPicPr>
              <p:cNvPr id="54" name="Ink 53">
                <a:extLst>
                  <a:ext uri="{FF2B5EF4-FFF2-40B4-BE49-F238E27FC236}">
                    <a16:creationId xmlns:a16="http://schemas.microsoft.com/office/drawing/2014/main" id="{8D87625D-FF2D-B44A-B7B3-370ADE0325AE}"/>
                  </a:ext>
                </a:extLst>
              </p:cNvPr>
              <p:cNvPicPr/>
              <p:nvPr/>
            </p:nvPicPr>
            <p:blipFill>
              <a:blip r:embed="rId102"/>
              <a:stretch>
                <a:fillRect/>
              </a:stretch>
            </p:blipFill>
            <p:spPr>
              <a:xfrm>
                <a:off x="4508357" y="6037503"/>
                <a:ext cx="119060" cy="4874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55" name="Ink 54">
                <a:extLst>
                  <a:ext uri="{FF2B5EF4-FFF2-40B4-BE49-F238E27FC236}">
                    <a16:creationId xmlns:a16="http://schemas.microsoft.com/office/drawing/2014/main" id="{F2016E69-0CBA-A9D9-0F79-0C557D1F7464}"/>
                  </a:ext>
                </a:extLst>
              </p14:cNvPr>
              <p14:cNvContentPartPr/>
              <p14:nvPr/>
            </p14:nvContentPartPr>
            <p14:xfrm>
              <a:off x="4356585" y="6102538"/>
              <a:ext cx="114329" cy="156347"/>
            </p14:xfrm>
          </p:contentPart>
        </mc:Choice>
        <mc:Fallback>
          <p:pic>
            <p:nvPicPr>
              <p:cNvPr id="55" name="Ink 54">
                <a:extLst>
                  <a:ext uri="{FF2B5EF4-FFF2-40B4-BE49-F238E27FC236}">
                    <a16:creationId xmlns:a16="http://schemas.microsoft.com/office/drawing/2014/main" id="{F2016E69-0CBA-A9D9-0F79-0C557D1F7464}"/>
                  </a:ext>
                </a:extLst>
              </p:cNvPr>
              <p:cNvPicPr/>
              <p:nvPr/>
            </p:nvPicPr>
            <p:blipFill>
              <a:blip r:embed="rId104"/>
              <a:stretch>
                <a:fillRect/>
              </a:stretch>
            </p:blipFill>
            <p:spPr>
              <a:xfrm>
                <a:off x="4338665" y="6084567"/>
                <a:ext cx="149810" cy="191929"/>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56" name="Ink 55">
                <a:extLst>
                  <a:ext uri="{FF2B5EF4-FFF2-40B4-BE49-F238E27FC236}">
                    <a16:creationId xmlns:a16="http://schemas.microsoft.com/office/drawing/2014/main" id="{4DB7B2DB-59F7-1857-0A1D-187B879641E1}"/>
                  </a:ext>
                </a:extLst>
              </p14:cNvPr>
              <p14:cNvContentPartPr/>
              <p14:nvPr/>
            </p14:nvContentPartPr>
            <p14:xfrm>
              <a:off x="4576641" y="5865297"/>
              <a:ext cx="195181" cy="418334"/>
            </p14:xfrm>
          </p:contentPart>
        </mc:Choice>
        <mc:Fallback>
          <p:pic>
            <p:nvPicPr>
              <p:cNvPr id="56" name="Ink 55">
                <a:extLst>
                  <a:ext uri="{FF2B5EF4-FFF2-40B4-BE49-F238E27FC236}">
                    <a16:creationId xmlns:a16="http://schemas.microsoft.com/office/drawing/2014/main" id="{4DB7B2DB-59F7-1857-0A1D-187B879641E1}"/>
                  </a:ext>
                </a:extLst>
              </p:cNvPr>
              <p:cNvPicPr/>
              <p:nvPr/>
            </p:nvPicPr>
            <p:blipFill>
              <a:blip r:embed="rId106"/>
              <a:stretch>
                <a:fillRect/>
              </a:stretch>
            </p:blipFill>
            <p:spPr>
              <a:xfrm>
                <a:off x="4558669" y="5847312"/>
                <a:ext cx="230766" cy="453945"/>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57" name="Ink 56">
                <a:extLst>
                  <a:ext uri="{FF2B5EF4-FFF2-40B4-BE49-F238E27FC236}">
                    <a16:creationId xmlns:a16="http://schemas.microsoft.com/office/drawing/2014/main" id="{7BBEDF97-F95A-88AA-F14C-E83A5ABE9A13}"/>
                  </a:ext>
                </a:extLst>
              </p14:cNvPr>
              <p14:cNvContentPartPr/>
              <p14:nvPr/>
            </p14:nvContentPartPr>
            <p14:xfrm>
              <a:off x="4809676" y="6134100"/>
              <a:ext cx="57598" cy="178824"/>
            </p14:xfrm>
          </p:contentPart>
        </mc:Choice>
        <mc:Fallback>
          <p:pic>
            <p:nvPicPr>
              <p:cNvPr id="57" name="Ink 56">
                <a:extLst>
                  <a:ext uri="{FF2B5EF4-FFF2-40B4-BE49-F238E27FC236}">
                    <a16:creationId xmlns:a16="http://schemas.microsoft.com/office/drawing/2014/main" id="{7BBEDF97-F95A-88AA-F14C-E83A5ABE9A13}"/>
                  </a:ext>
                </a:extLst>
              </p:cNvPr>
              <p:cNvPicPr/>
              <p:nvPr/>
            </p:nvPicPr>
            <p:blipFill>
              <a:blip r:embed="rId108"/>
              <a:stretch>
                <a:fillRect/>
              </a:stretch>
            </p:blipFill>
            <p:spPr>
              <a:xfrm>
                <a:off x="4791788" y="6116146"/>
                <a:ext cx="93015" cy="214373"/>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58" name="Ink 57">
                <a:extLst>
                  <a:ext uri="{FF2B5EF4-FFF2-40B4-BE49-F238E27FC236}">
                    <a16:creationId xmlns:a16="http://schemas.microsoft.com/office/drawing/2014/main" id="{46BD106E-21F7-54C0-209F-BD769B80AAF9}"/>
                  </a:ext>
                </a:extLst>
              </p14:cNvPr>
              <p14:cNvContentPartPr/>
              <p14:nvPr/>
            </p14:nvContentPartPr>
            <p14:xfrm>
              <a:off x="4914899" y="6048375"/>
              <a:ext cx="11906" cy="11906"/>
            </p14:xfrm>
          </p:contentPart>
        </mc:Choice>
        <mc:Fallback>
          <p:pic>
            <p:nvPicPr>
              <p:cNvPr id="58" name="Ink 57">
                <a:extLst>
                  <a:ext uri="{FF2B5EF4-FFF2-40B4-BE49-F238E27FC236}">
                    <a16:creationId xmlns:a16="http://schemas.microsoft.com/office/drawing/2014/main" id="{46BD106E-21F7-54C0-209F-BD769B80AAF9}"/>
                  </a:ext>
                </a:extLst>
              </p:cNvPr>
              <p:cNvPicPr/>
              <p:nvPr/>
            </p:nvPicPr>
            <p:blipFill>
              <a:blip r:embed="rId110"/>
              <a:stretch>
                <a:fillRect/>
              </a:stretch>
            </p:blipFill>
            <p:spPr>
              <a:xfrm>
                <a:off x="4319599" y="5453075"/>
                <a:ext cx="1190600" cy="119060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59" name="Ink 58">
                <a:extLst>
                  <a:ext uri="{FF2B5EF4-FFF2-40B4-BE49-F238E27FC236}">
                    <a16:creationId xmlns:a16="http://schemas.microsoft.com/office/drawing/2014/main" id="{F518F553-6865-973A-5CA9-536C303983B3}"/>
                  </a:ext>
                </a:extLst>
              </p14:cNvPr>
              <p14:cNvContentPartPr/>
              <p14:nvPr/>
            </p14:nvContentPartPr>
            <p14:xfrm>
              <a:off x="4965799" y="6019800"/>
              <a:ext cx="91975" cy="260498"/>
            </p14:xfrm>
          </p:contentPart>
        </mc:Choice>
        <mc:Fallback>
          <p:pic>
            <p:nvPicPr>
              <p:cNvPr id="59" name="Ink 58">
                <a:extLst>
                  <a:ext uri="{FF2B5EF4-FFF2-40B4-BE49-F238E27FC236}">
                    <a16:creationId xmlns:a16="http://schemas.microsoft.com/office/drawing/2014/main" id="{F518F553-6865-973A-5CA9-536C303983B3}"/>
                  </a:ext>
                </a:extLst>
              </p:cNvPr>
              <p:cNvPicPr/>
              <p:nvPr/>
            </p:nvPicPr>
            <p:blipFill>
              <a:blip r:embed="rId112"/>
              <a:stretch>
                <a:fillRect/>
              </a:stretch>
            </p:blipFill>
            <p:spPr>
              <a:xfrm>
                <a:off x="4947905" y="6001835"/>
                <a:ext cx="127405" cy="296069"/>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0" name="Ink 59">
                <a:extLst>
                  <a:ext uri="{FF2B5EF4-FFF2-40B4-BE49-F238E27FC236}">
                    <a16:creationId xmlns:a16="http://schemas.microsoft.com/office/drawing/2014/main" id="{48D72CD7-451A-8C2C-D534-1D7D56D5FF74}"/>
                  </a:ext>
                </a:extLst>
              </p14:cNvPr>
              <p14:cNvContentPartPr/>
              <p14:nvPr/>
            </p14:nvContentPartPr>
            <p14:xfrm>
              <a:off x="4962525" y="6206596"/>
              <a:ext cx="166590" cy="22753"/>
            </p14:xfrm>
          </p:contentPart>
        </mc:Choice>
        <mc:Fallback>
          <p:pic>
            <p:nvPicPr>
              <p:cNvPr id="60" name="Ink 59">
                <a:extLst>
                  <a:ext uri="{FF2B5EF4-FFF2-40B4-BE49-F238E27FC236}">
                    <a16:creationId xmlns:a16="http://schemas.microsoft.com/office/drawing/2014/main" id="{48D72CD7-451A-8C2C-D534-1D7D56D5FF74}"/>
                  </a:ext>
                </a:extLst>
              </p:cNvPr>
              <p:cNvPicPr/>
              <p:nvPr/>
            </p:nvPicPr>
            <p:blipFill>
              <a:blip r:embed="rId114"/>
              <a:stretch>
                <a:fillRect/>
              </a:stretch>
            </p:blipFill>
            <p:spPr>
              <a:xfrm>
                <a:off x="4944573" y="6189094"/>
                <a:ext cx="202134" cy="57408"/>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61" name="Ink 60">
                <a:extLst>
                  <a:ext uri="{FF2B5EF4-FFF2-40B4-BE49-F238E27FC236}">
                    <a16:creationId xmlns:a16="http://schemas.microsoft.com/office/drawing/2014/main" id="{0F0FE1D1-AD25-7FE9-87B8-27DBCC092307}"/>
                  </a:ext>
                </a:extLst>
              </p14:cNvPr>
              <p14:cNvContentPartPr/>
              <p14:nvPr/>
            </p14:nvContentPartPr>
            <p14:xfrm>
              <a:off x="4987896" y="6210300"/>
              <a:ext cx="327780" cy="372971"/>
            </p14:xfrm>
          </p:contentPart>
        </mc:Choice>
        <mc:Fallback>
          <p:pic>
            <p:nvPicPr>
              <p:cNvPr id="61" name="Ink 60">
                <a:extLst>
                  <a:ext uri="{FF2B5EF4-FFF2-40B4-BE49-F238E27FC236}">
                    <a16:creationId xmlns:a16="http://schemas.microsoft.com/office/drawing/2014/main" id="{0F0FE1D1-AD25-7FE9-87B8-27DBCC092307}"/>
                  </a:ext>
                </a:extLst>
              </p:cNvPr>
              <p:cNvPicPr/>
              <p:nvPr/>
            </p:nvPicPr>
            <p:blipFill>
              <a:blip r:embed="rId116"/>
              <a:stretch>
                <a:fillRect/>
              </a:stretch>
            </p:blipFill>
            <p:spPr>
              <a:xfrm>
                <a:off x="4969926" y="6192317"/>
                <a:ext cx="363361" cy="408578"/>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62" name="Ink 61">
                <a:extLst>
                  <a:ext uri="{FF2B5EF4-FFF2-40B4-BE49-F238E27FC236}">
                    <a16:creationId xmlns:a16="http://schemas.microsoft.com/office/drawing/2014/main" id="{2C2A35EE-CA2C-DBCC-BACA-A623DAB10247}"/>
                  </a:ext>
                </a:extLst>
              </p14:cNvPr>
              <p14:cNvContentPartPr/>
              <p14:nvPr/>
            </p14:nvContentPartPr>
            <p14:xfrm>
              <a:off x="4949015" y="6162675"/>
              <a:ext cx="70659" cy="179921"/>
            </p14:xfrm>
          </p:contentPart>
        </mc:Choice>
        <mc:Fallback>
          <p:pic>
            <p:nvPicPr>
              <p:cNvPr id="62" name="Ink 61">
                <a:extLst>
                  <a:ext uri="{FF2B5EF4-FFF2-40B4-BE49-F238E27FC236}">
                    <a16:creationId xmlns:a16="http://schemas.microsoft.com/office/drawing/2014/main" id="{2C2A35EE-CA2C-DBCC-BACA-A623DAB10247}"/>
                  </a:ext>
                </a:extLst>
              </p:cNvPr>
              <p:cNvPicPr/>
              <p:nvPr/>
            </p:nvPicPr>
            <p:blipFill>
              <a:blip r:embed="rId118"/>
              <a:stretch>
                <a:fillRect/>
              </a:stretch>
            </p:blipFill>
            <p:spPr>
              <a:xfrm>
                <a:off x="4931081" y="6144719"/>
                <a:ext cx="106168" cy="215474"/>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63" name="Ink 62">
                <a:extLst>
                  <a:ext uri="{FF2B5EF4-FFF2-40B4-BE49-F238E27FC236}">
                    <a16:creationId xmlns:a16="http://schemas.microsoft.com/office/drawing/2014/main" id="{A739BD66-D253-8EDE-E6D5-F740ABEA4D7B}"/>
                  </a:ext>
                </a:extLst>
              </p14:cNvPr>
              <p14:cNvContentPartPr/>
              <p14:nvPr/>
            </p14:nvContentPartPr>
            <p14:xfrm>
              <a:off x="3920091" y="5867400"/>
              <a:ext cx="156920" cy="65340"/>
            </p14:xfrm>
          </p:contentPart>
        </mc:Choice>
        <mc:Fallback>
          <p:pic>
            <p:nvPicPr>
              <p:cNvPr id="63" name="Ink 62">
                <a:extLst>
                  <a:ext uri="{FF2B5EF4-FFF2-40B4-BE49-F238E27FC236}">
                    <a16:creationId xmlns:a16="http://schemas.microsoft.com/office/drawing/2014/main" id="{A739BD66-D253-8EDE-E6D5-F740ABEA4D7B}"/>
                  </a:ext>
                </a:extLst>
              </p:cNvPr>
              <p:cNvPicPr/>
              <p:nvPr/>
            </p:nvPicPr>
            <p:blipFill>
              <a:blip r:embed="rId120"/>
              <a:stretch>
                <a:fillRect/>
              </a:stretch>
            </p:blipFill>
            <p:spPr>
              <a:xfrm>
                <a:off x="3902137" y="5849449"/>
                <a:ext cx="192469" cy="100882"/>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64" name="Ink 63">
                <a:extLst>
                  <a:ext uri="{FF2B5EF4-FFF2-40B4-BE49-F238E27FC236}">
                    <a16:creationId xmlns:a16="http://schemas.microsoft.com/office/drawing/2014/main" id="{D69D3555-E87E-3187-45FF-DE596ECEB9F5}"/>
                  </a:ext>
                </a:extLst>
              </p14:cNvPr>
              <p14:cNvContentPartPr/>
              <p14:nvPr/>
            </p14:nvContentPartPr>
            <p14:xfrm>
              <a:off x="7296596" y="3927852"/>
              <a:ext cx="1628329" cy="358833"/>
            </p14:xfrm>
          </p:contentPart>
        </mc:Choice>
        <mc:Fallback>
          <p:pic>
            <p:nvPicPr>
              <p:cNvPr id="64" name="Ink 63">
                <a:extLst>
                  <a:ext uri="{FF2B5EF4-FFF2-40B4-BE49-F238E27FC236}">
                    <a16:creationId xmlns:a16="http://schemas.microsoft.com/office/drawing/2014/main" id="{D69D3555-E87E-3187-45FF-DE596ECEB9F5}"/>
                  </a:ext>
                </a:extLst>
              </p:cNvPr>
              <p:cNvPicPr/>
              <p:nvPr/>
            </p:nvPicPr>
            <p:blipFill>
              <a:blip r:embed="rId122"/>
              <a:stretch>
                <a:fillRect/>
              </a:stretch>
            </p:blipFill>
            <p:spPr>
              <a:xfrm>
                <a:off x="7278599" y="3909856"/>
                <a:ext cx="1663962" cy="394464"/>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65" name="Ink 64">
                <a:extLst>
                  <a:ext uri="{FF2B5EF4-FFF2-40B4-BE49-F238E27FC236}">
                    <a16:creationId xmlns:a16="http://schemas.microsoft.com/office/drawing/2014/main" id="{B1F1B0FA-D6F4-8A8F-CAF5-B4B9401A024C}"/>
                  </a:ext>
                </a:extLst>
              </p14:cNvPr>
              <p14:cNvContentPartPr/>
              <p14:nvPr/>
            </p14:nvContentPartPr>
            <p14:xfrm>
              <a:off x="7181958" y="3829050"/>
              <a:ext cx="104666" cy="221054"/>
            </p14:xfrm>
          </p:contentPart>
        </mc:Choice>
        <mc:Fallback>
          <p:pic>
            <p:nvPicPr>
              <p:cNvPr id="65" name="Ink 64">
                <a:extLst>
                  <a:ext uri="{FF2B5EF4-FFF2-40B4-BE49-F238E27FC236}">
                    <a16:creationId xmlns:a16="http://schemas.microsoft.com/office/drawing/2014/main" id="{B1F1B0FA-D6F4-8A8F-CAF5-B4B9401A024C}"/>
                  </a:ext>
                </a:extLst>
              </p:cNvPr>
              <p:cNvPicPr/>
              <p:nvPr/>
            </p:nvPicPr>
            <p:blipFill>
              <a:blip r:embed="rId124"/>
              <a:stretch>
                <a:fillRect/>
              </a:stretch>
            </p:blipFill>
            <p:spPr>
              <a:xfrm>
                <a:off x="7164036" y="3811078"/>
                <a:ext cx="140152" cy="256638"/>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66" name="Ink 65">
                <a:extLst>
                  <a:ext uri="{FF2B5EF4-FFF2-40B4-BE49-F238E27FC236}">
                    <a16:creationId xmlns:a16="http://schemas.microsoft.com/office/drawing/2014/main" id="{1764E5BB-673F-F3D3-A65E-315D568B2ED2}"/>
                  </a:ext>
                </a:extLst>
              </p14:cNvPr>
              <p14:cNvContentPartPr/>
              <p14:nvPr/>
            </p14:nvContentPartPr>
            <p14:xfrm>
              <a:off x="9046986" y="4055496"/>
              <a:ext cx="68440" cy="340629"/>
            </p14:xfrm>
          </p:contentPart>
        </mc:Choice>
        <mc:Fallback>
          <p:pic>
            <p:nvPicPr>
              <p:cNvPr id="66" name="Ink 65">
                <a:extLst>
                  <a:ext uri="{FF2B5EF4-FFF2-40B4-BE49-F238E27FC236}">
                    <a16:creationId xmlns:a16="http://schemas.microsoft.com/office/drawing/2014/main" id="{1764E5BB-673F-F3D3-A65E-315D568B2ED2}"/>
                  </a:ext>
                </a:extLst>
              </p:cNvPr>
              <p:cNvPicPr/>
              <p:nvPr/>
            </p:nvPicPr>
            <p:blipFill>
              <a:blip r:embed="rId126"/>
              <a:stretch>
                <a:fillRect/>
              </a:stretch>
            </p:blipFill>
            <p:spPr>
              <a:xfrm>
                <a:off x="9029070" y="4037511"/>
                <a:ext cx="103914" cy="376239"/>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67" name="Ink 66">
                <a:extLst>
                  <a:ext uri="{FF2B5EF4-FFF2-40B4-BE49-F238E27FC236}">
                    <a16:creationId xmlns:a16="http://schemas.microsoft.com/office/drawing/2014/main" id="{E54A7CD0-874D-0FBD-6EB5-C4C2358A7FED}"/>
                  </a:ext>
                </a:extLst>
              </p14:cNvPr>
              <p14:cNvContentPartPr/>
              <p14:nvPr/>
            </p14:nvContentPartPr>
            <p14:xfrm>
              <a:off x="9061293" y="3999514"/>
              <a:ext cx="141679" cy="427059"/>
            </p14:xfrm>
          </p:contentPart>
        </mc:Choice>
        <mc:Fallback>
          <p:pic>
            <p:nvPicPr>
              <p:cNvPr id="67" name="Ink 66">
                <a:extLst>
                  <a:ext uri="{FF2B5EF4-FFF2-40B4-BE49-F238E27FC236}">
                    <a16:creationId xmlns:a16="http://schemas.microsoft.com/office/drawing/2014/main" id="{E54A7CD0-874D-0FBD-6EB5-C4C2358A7FED}"/>
                  </a:ext>
                </a:extLst>
              </p:cNvPr>
              <p:cNvPicPr/>
              <p:nvPr/>
            </p:nvPicPr>
            <p:blipFill>
              <a:blip r:embed="rId128"/>
              <a:stretch>
                <a:fillRect/>
              </a:stretch>
            </p:blipFill>
            <p:spPr>
              <a:xfrm>
                <a:off x="9043359" y="3981525"/>
                <a:ext cx="177188" cy="462677"/>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68" name="Ink 67">
                <a:extLst>
                  <a:ext uri="{FF2B5EF4-FFF2-40B4-BE49-F238E27FC236}">
                    <a16:creationId xmlns:a16="http://schemas.microsoft.com/office/drawing/2014/main" id="{DDDB3C2D-6A61-BB81-AF6B-0E57F9EB0D4A}"/>
                  </a:ext>
                </a:extLst>
              </p14:cNvPr>
              <p14:cNvContentPartPr/>
              <p14:nvPr/>
            </p14:nvContentPartPr>
            <p14:xfrm>
              <a:off x="9260093" y="4325746"/>
              <a:ext cx="133509" cy="202345"/>
            </p14:xfrm>
          </p:contentPart>
        </mc:Choice>
        <mc:Fallback>
          <p:pic>
            <p:nvPicPr>
              <p:cNvPr id="68" name="Ink 67">
                <a:extLst>
                  <a:ext uri="{FF2B5EF4-FFF2-40B4-BE49-F238E27FC236}">
                    <a16:creationId xmlns:a16="http://schemas.microsoft.com/office/drawing/2014/main" id="{DDDB3C2D-6A61-BB81-AF6B-0E57F9EB0D4A}"/>
                  </a:ext>
                </a:extLst>
              </p:cNvPr>
              <p:cNvPicPr/>
              <p:nvPr/>
            </p:nvPicPr>
            <p:blipFill>
              <a:blip r:embed="rId130"/>
              <a:stretch>
                <a:fillRect/>
              </a:stretch>
            </p:blipFill>
            <p:spPr>
              <a:xfrm>
                <a:off x="9242148" y="4307776"/>
                <a:ext cx="169040" cy="237926"/>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69" name="Ink 68">
                <a:extLst>
                  <a:ext uri="{FF2B5EF4-FFF2-40B4-BE49-F238E27FC236}">
                    <a16:creationId xmlns:a16="http://schemas.microsoft.com/office/drawing/2014/main" id="{241E1D70-875C-E1D4-260C-1E52DA57F8B4}"/>
                  </a:ext>
                </a:extLst>
              </p14:cNvPr>
              <p14:cNvContentPartPr/>
              <p14:nvPr/>
            </p14:nvContentPartPr>
            <p14:xfrm>
              <a:off x="9476687" y="4086225"/>
              <a:ext cx="48312" cy="411172"/>
            </p14:xfrm>
          </p:contentPart>
        </mc:Choice>
        <mc:Fallback>
          <p:pic>
            <p:nvPicPr>
              <p:cNvPr id="69" name="Ink 68">
                <a:extLst>
                  <a:ext uri="{FF2B5EF4-FFF2-40B4-BE49-F238E27FC236}">
                    <a16:creationId xmlns:a16="http://schemas.microsoft.com/office/drawing/2014/main" id="{241E1D70-875C-E1D4-260C-1E52DA57F8B4}"/>
                  </a:ext>
                </a:extLst>
              </p:cNvPr>
              <p:cNvPicPr/>
              <p:nvPr/>
            </p:nvPicPr>
            <p:blipFill>
              <a:blip r:embed="rId132"/>
              <a:stretch>
                <a:fillRect/>
              </a:stretch>
            </p:blipFill>
            <p:spPr>
              <a:xfrm>
                <a:off x="9458794" y="4068238"/>
                <a:ext cx="83741" cy="446785"/>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0" name="Ink 69">
                <a:extLst>
                  <a:ext uri="{FF2B5EF4-FFF2-40B4-BE49-F238E27FC236}">
                    <a16:creationId xmlns:a16="http://schemas.microsoft.com/office/drawing/2014/main" id="{687A1617-D902-AC65-15C7-73A44BE6E357}"/>
                  </a:ext>
                </a:extLst>
              </p14:cNvPr>
              <p14:cNvContentPartPr/>
              <p14:nvPr/>
            </p14:nvContentPartPr>
            <p14:xfrm>
              <a:off x="9420225" y="4249004"/>
              <a:ext cx="123297" cy="65820"/>
            </p14:xfrm>
          </p:contentPart>
        </mc:Choice>
        <mc:Fallback>
          <p:pic>
            <p:nvPicPr>
              <p:cNvPr id="70" name="Ink 69">
                <a:extLst>
                  <a:ext uri="{FF2B5EF4-FFF2-40B4-BE49-F238E27FC236}">
                    <a16:creationId xmlns:a16="http://schemas.microsoft.com/office/drawing/2014/main" id="{687A1617-D902-AC65-15C7-73A44BE6E357}"/>
                  </a:ext>
                </a:extLst>
              </p:cNvPr>
              <p:cNvPicPr/>
              <p:nvPr/>
            </p:nvPicPr>
            <p:blipFill>
              <a:blip r:embed="rId134"/>
              <a:stretch>
                <a:fillRect/>
              </a:stretch>
            </p:blipFill>
            <p:spPr>
              <a:xfrm>
                <a:off x="9402252" y="4231118"/>
                <a:ext cx="158884" cy="101234"/>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71" name="Ink 70">
                <a:extLst>
                  <a:ext uri="{FF2B5EF4-FFF2-40B4-BE49-F238E27FC236}">
                    <a16:creationId xmlns:a16="http://schemas.microsoft.com/office/drawing/2014/main" id="{C07312DE-1DDB-AE0D-EBD5-396A1B58006A}"/>
                  </a:ext>
                </a:extLst>
              </p14:cNvPr>
              <p14:cNvContentPartPr/>
              <p14:nvPr/>
            </p14:nvContentPartPr>
            <p14:xfrm>
              <a:off x="9600619" y="4048124"/>
              <a:ext cx="105355" cy="401737"/>
            </p14:xfrm>
          </p:contentPart>
        </mc:Choice>
        <mc:Fallback>
          <p:pic>
            <p:nvPicPr>
              <p:cNvPr id="71" name="Ink 70">
                <a:extLst>
                  <a:ext uri="{FF2B5EF4-FFF2-40B4-BE49-F238E27FC236}">
                    <a16:creationId xmlns:a16="http://schemas.microsoft.com/office/drawing/2014/main" id="{C07312DE-1DDB-AE0D-EBD5-396A1B58006A}"/>
                  </a:ext>
                </a:extLst>
              </p:cNvPr>
              <p:cNvPicPr/>
              <p:nvPr/>
            </p:nvPicPr>
            <p:blipFill>
              <a:blip r:embed="rId136"/>
              <a:stretch>
                <a:fillRect/>
              </a:stretch>
            </p:blipFill>
            <p:spPr>
              <a:xfrm>
                <a:off x="9582640" y="4030141"/>
                <a:ext cx="140953" cy="437343"/>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72" name="Ink 71">
                <a:extLst>
                  <a:ext uri="{FF2B5EF4-FFF2-40B4-BE49-F238E27FC236}">
                    <a16:creationId xmlns:a16="http://schemas.microsoft.com/office/drawing/2014/main" id="{DF753E05-B021-E328-6997-217A79B6B8B1}"/>
                  </a:ext>
                </a:extLst>
              </p14:cNvPr>
              <p14:cNvContentPartPr/>
              <p14:nvPr/>
            </p14:nvContentPartPr>
            <p14:xfrm>
              <a:off x="9572624" y="4287852"/>
              <a:ext cx="113369" cy="36497"/>
            </p14:xfrm>
          </p:contentPart>
        </mc:Choice>
        <mc:Fallback>
          <p:pic>
            <p:nvPicPr>
              <p:cNvPr id="72" name="Ink 71">
                <a:extLst>
                  <a:ext uri="{FF2B5EF4-FFF2-40B4-BE49-F238E27FC236}">
                    <a16:creationId xmlns:a16="http://schemas.microsoft.com/office/drawing/2014/main" id="{DF753E05-B021-E328-6997-217A79B6B8B1}"/>
                  </a:ext>
                </a:extLst>
              </p:cNvPr>
              <p:cNvPicPr/>
              <p:nvPr/>
            </p:nvPicPr>
            <p:blipFill>
              <a:blip r:embed="rId138"/>
              <a:stretch>
                <a:fillRect/>
              </a:stretch>
            </p:blipFill>
            <p:spPr>
              <a:xfrm>
                <a:off x="9554686" y="4269961"/>
                <a:ext cx="148887" cy="71921"/>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73" name="Ink 72">
                <a:extLst>
                  <a:ext uri="{FF2B5EF4-FFF2-40B4-BE49-F238E27FC236}">
                    <a16:creationId xmlns:a16="http://schemas.microsoft.com/office/drawing/2014/main" id="{C41D0A48-8B1E-646D-F7BF-555C4A760A50}"/>
                  </a:ext>
                </a:extLst>
              </p14:cNvPr>
              <p14:cNvContentPartPr/>
              <p14:nvPr/>
            </p14:nvContentPartPr>
            <p14:xfrm>
              <a:off x="9705974" y="4311107"/>
              <a:ext cx="138137" cy="110690"/>
            </p14:xfrm>
          </p:contentPart>
        </mc:Choice>
        <mc:Fallback>
          <p:pic>
            <p:nvPicPr>
              <p:cNvPr id="73" name="Ink 72">
                <a:extLst>
                  <a:ext uri="{FF2B5EF4-FFF2-40B4-BE49-F238E27FC236}">
                    <a16:creationId xmlns:a16="http://schemas.microsoft.com/office/drawing/2014/main" id="{C41D0A48-8B1E-646D-F7BF-555C4A760A50}"/>
                  </a:ext>
                </a:extLst>
              </p:cNvPr>
              <p:cNvPicPr/>
              <p:nvPr/>
            </p:nvPicPr>
            <p:blipFill>
              <a:blip r:embed="rId140"/>
              <a:stretch>
                <a:fillRect/>
              </a:stretch>
            </p:blipFill>
            <p:spPr>
              <a:xfrm>
                <a:off x="9687987" y="4293196"/>
                <a:ext cx="173750" cy="146154"/>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74" name="Ink 73">
                <a:extLst>
                  <a:ext uri="{FF2B5EF4-FFF2-40B4-BE49-F238E27FC236}">
                    <a16:creationId xmlns:a16="http://schemas.microsoft.com/office/drawing/2014/main" id="{904280D4-B211-A10D-3185-47B1116CB094}"/>
                  </a:ext>
                </a:extLst>
              </p14:cNvPr>
              <p14:cNvContentPartPr/>
              <p14:nvPr/>
            </p14:nvContentPartPr>
            <p14:xfrm>
              <a:off x="9905646" y="4278464"/>
              <a:ext cx="84969" cy="110963"/>
            </p14:xfrm>
          </p:contentPart>
        </mc:Choice>
        <mc:Fallback>
          <p:pic>
            <p:nvPicPr>
              <p:cNvPr id="74" name="Ink 73">
                <a:extLst>
                  <a:ext uri="{FF2B5EF4-FFF2-40B4-BE49-F238E27FC236}">
                    <a16:creationId xmlns:a16="http://schemas.microsoft.com/office/drawing/2014/main" id="{904280D4-B211-A10D-3185-47B1116CB094}"/>
                  </a:ext>
                </a:extLst>
              </p:cNvPr>
              <p:cNvPicPr/>
              <p:nvPr/>
            </p:nvPicPr>
            <p:blipFill>
              <a:blip r:embed="rId142"/>
              <a:stretch>
                <a:fillRect/>
              </a:stretch>
            </p:blipFill>
            <p:spPr>
              <a:xfrm>
                <a:off x="9887720" y="4260509"/>
                <a:ext cx="120462" cy="146514"/>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75" name="Ink 74">
                <a:extLst>
                  <a:ext uri="{FF2B5EF4-FFF2-40B4-BE49-F238E27FC236}">
                    <a16:creationId xmlns:a16="http://schemas.microsoft.com/office/drawing/2014/main" id="{981E563F-F221-8C9E-E753-CB68EFE473D2}"/>
                  </a:ext>
                </a:extLst>
              </p14:cNvPr>
              <p14:cNvContentPartPr/>
              <p14:nvPr/>
            </p14:nvContentPartPr>
            <p14:xfrm>
              <a:off x="9879210" y="4284389"/>
              <a:ext cx="292429" cy="411270"/>
            </p14:xfrm>
          </p:contentPart>
        </mc:Choice>
        <mc:Fallback>
          <p:pic>
            <p:nvPicPr>
              <p:cNvPr id="75" name="Ink 74">
                <a:extLst>
                  <a:ext uri="{FF2B5EF4-FFF2-40B4-BE49-F238E27FC236}">
                    <a16:creationId xmlns:a16="http://schemas.microsoft.com/office/drawing/2014/main" id="{981E563F-F221-8C9E-E753-CB68EFE473D2}"/>
                  </a:ext>
                </a:extLst>
              </p:cNvPr>
              <p:cNvPicPr/>
              <p:nvPr/>
            </p:nvPicPr>
            <p:blipFill>
              <a:blip r:embed="rId144"/>
              <a:stretch>
                <a:fillRect/>
              </a:stretch>
            </p:blipFill>
            <p:spPr>
              <a:xfrm>
                <a:off x="9861225" y="4266398"/>
                <a:ext cx="328038" cy="446892"/>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76" name="Ink 75">
                <a:extLst>
                  <a:ext uri="{FF2B5EF4-FFF2-40B4-BE49-F238E27FC236}">
                    <a16:creationId xmlns:a16="http://schemas.microsoft.com/office/drawing/2014/main" id="{3202A022-B360-D6E9-2F32-430BFAC64F10}"/>
                  </a:ext>
                </a:extLst>
              </p14:cNvPr>
              <p14:cNvContentPartPr/>
              <p14:nvPr/>
            </p14:nvContentPartPr>
            <p14:xfrm>
              <a:off x="10546365" y="4307033"/>
              <a:ext cx="64484" cy="17316"/>
            </p14:xfrm>
          </p:contentPart>
        </mc:Choice>
        <mc:Fallback>
          <p:pic>
            <p:nvPicPr>
              <p:cNvPr id="76" name="Ink 75">
                <a:extLst>
                  <a:ext uri="{FF2B5EF4-FFF2-40B4-BE49-F238E27FC236}">
                    <a16:creationId xmlns:a16="http://schemas.microsoft.com/office/drawing/2014/main" id="{3202A022-B360-D6E9-2F32-430BFAC64F10}"/>
                  </a:ext>
                </a:extLst>
              </p:cNvPr>
              <p:cNvPicPr/>
              <p:nvPr/>
            </p:nvPicPr>
            <p:blipFill>
              <a:blip r:embed="rId146"/>
              <a:stretch>
                <a:fillRect/>
              </a:stretch>
            </p:blipFill>
            <p:spPr>
              <a:xfrm>
                <a:off x="10528453" y="4289364"/>
                <a:ext cx="99950" cy="52301"/>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77" name="Ink 76">
                <a:extLst>
                  <a:ext uri="{FF2B5EF4-FFF2-40B4-BE49-F238E27FC236}">
                    <a16:creationId xmlns:a16="http://schemas.microsoft.com/office/drawing/2014/main" id="{E4B1A74E-88D4-1D2E-E550-7EBE76395B9B}"/>
                  </a:ext>
                </a:extLst>
              </p14:cNvPr>
              <p14:cNvContentPartPr/>
              <p14:nvPr/>
            </p14:nvContentPartPr>
            <p14:xfrm>
              <a:off x="10362351" y="4095750"/>
              <a:ext cx="67523" cy="367014"/>
            </p14:xfrm>
          </p:contentPart>
        </mc:Choice>
        <mc:Fallback>
          <p:pic>
            <p:nvPicPr>
              <p:cNvPr id="77" name="Ink 76">
                <a:extLst>
                  <a:ext uri="{FF2B5EF4-FFF2-40B4-BE49-F238E27FC236}">
                    <a16:creationId xmlns:a16="http://schemas.microsoft.com/office/drawing/2014/main" id="{E4B1A74E-88D4-1D2E-E550-7EBE76395B9B}"/>
                  </a:ext>
                </a:extLst>
              </p:cNvPr>
              <p:cNvPicPr/>
              <p:nvPr/>
            </p:nvPicPr>
            <p:blipFill>
              <a:blip r:embed="rId148"/>
              <a:stretch>
                <a:fillRect/>
              </a:stretch>
            </p:blipFill>
            <p:spPr>
              <a:xfrm>
                <a:off x="10344488" y="4077759"/>
                <a:ext cx="102892" cy="402636"/>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78" name="Ink 77">
                <a:extLst>
                  <a:ext uri="{FF2B5EF4-FFF2-40B4-BE49-F238E27FC236}">
                    <a16:creationId xmlns:a16="http://schemas.microsoft.com/office/drawing/2014/main" id="{EDEB49CC-25CF-1FFE-0E04-3D6463AF235A}"/>
                  </a:ext>
                </a:extLst>
              </p14:cNvPr>
              <p14:cNvContentPartPr/>
              <p14:nvPr/>
            </p14:nvContentPartPr>
            <p14:xfrm>
              <a:off x="10409390" y="4076699"/>
              <a:ext cx="100394" cy="195721"/>
            </p14:xfrm>
          </p:contentPart>
        </mc:Choice>
        <mc:Fallback>
          <p:pic>
            <p:nvPicPr>
              <p:cNvPr id="78" name="Ink 77">
                <a:extLst>
                  <a:ext uri="{FF2B5EF4-FFF2-40B4-BE49-F238E27FC236}">
                    <a16:creationId xmlns:a16="http://schemas.microsoft.com/office/drawing/2014/main" id="{EDEB49CC-25CF-1FFE-0E04-3D6463AF235A}"/>
                  </a:ext>
                </a:extLst>
              </p:cNvPr>
              <p:cNvPicPr/>
              <p:nvPr/>
            </p:nvPicPr>
            <p:blipFill>
              <a:blip r:embed="rId150"/>
              <a:stretch>
                <a:fillRect/>
              </a:stretch>
            </p:blipFill>
            <p:spPr>
              <a:xfrm>
                <a:off x="10391462" y="4058743"/>
                <a:ext cx="135890" cy="231274"/>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79" name="Ink 78">
                <a:extLst>
                  <a:ext uri="{FF2B5EF4-FFF2-40B4-BE49-F238E27FC236}">
                    <a16:creationId xmlns:a16="http://schemas.microsoft.com/office/drawing/2014/main" id="{11E0B832-678C-D692-28EB-DCE081FDD73C}"/>
                  </a:ext>
                </a:extLst>
              </p14:cNvPr>
              <p14:cNvContentPartPr/>
              <p14:nvPr/>
            </p14:nvContentPartPr>
            <p14:xfrm>
              <a:off x="10431550" y="4342292"/>
              <a:ext cx="133476" cy="129651"/>
            </p14:xfrm>
          </p:contentPart>
        </mc:Choice>
        <mc:Fallback>
          <p:pic>
            <p:nvPicPr>
              <p:cNvPr id="79" name="Ink 78">
                <a:extLst>
                  <a:ext uri="{FF2B5EF4-FFF2-40B4-BE49-F238E27FC236}">
                    <a16:creationId xmlns:a16="http://schemas.microsoft.com/office/drawing/2014/main" id="{11E0B832-678C-D692-28EB-DCE081FDD73C}"/>
                  </a:ext>
                </a:extLst>
              </p:cNvPr>
              <p:cNvPicPr/>
              <p:nvPr/>
            </p:nvPicPr>
            <p:blipFill>
              <a:blip r:embed="rId152"/>
              <a:stretch>
                <a:fillRect/>
              </a:stretch>
            </p:blipFill>
            <p:spPr>
              <a:xfrm>
                <a:off x="10413610" y="4324335"/>
                <a:ext cx="168998" cy="165206"/>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80" name="Ink 79">
                <a:extLst>
                  <a:ext uri="{FF2B5EF4-FFF2-40B4-BE49-F238E27FC236}">
                    <a16:creationId xmlns:a16="http://schemas.microsoft.com/office/drawing/2014/main" id="{9A79D728-794E-8745-1976-E1916D231979}"/>
                  </a:ext>
                </a:extLst>
              </p14:cNvPr>
              <p14:cNvContentPartPr/>
              <p14:nvPr/>
            </p14:nvContentPartPr>
            <p14:xfrm>
              <a:off x="10655362" y="4324350"/>
              <a:ext cx="116847" cy="161218"/>
            </p14:xfrm>
          </p:contentPart>
        </mc:Choice>
        <mc:Fallback>
          <p:pic>
            <p:nvPicPr>
              <p:cNvPr id="80" name="Ink 79">
                <a:extLst>
                  <a:ext uri="{FF2B5EF4-FFF2-40B4-BE49-F238E27FC236}">
                    <a16:creationId xmlns:a16="http://schemas.microsoft.com/office/drawing/2014/main" id="{9A79D728-794E-8745-1976-E1916D231979}"/>
                  </a:ext>
                </a:extLst>
              </p:cNvPr>
              <p:cNvPicPr/>
              <p:nvPr/>
            </p:nvPicPr>
            <p:blipFill>
              <a:blip r:embed="rId154"/>
              <a:stretch>
                <a:fillRect/>
              </a:stretch>
            </p:blipFill>
            <p:spPr>
              <a:xfrm>
                <a:off x="10637386" y="4306357"/>
                <a:ext cx="152440" cy="196844"/>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81" name="Ink 80">
                <a:extLst>
                  <a:ext uri="{FF2B5EF4-FFF2-40B4-BE49-F238E27FC236}">
                    <a16:creationId xmlns:a16="http://schemas.microsoft.com/office/drawing/2014/main" id="{6DED57F6-CED6-2812-217C-E2817E6B654E}"/>
                  </a:ext>
                </a:extLst>
              </p14:cNvPr>
              <p14:cNvContentPartPr/>
              <p14:nvPr/>
            </p14:nvContentPartPr>
            <p14:xfrm>
              <a:off x="10828625" y="4219574"/>
              <a:ext cx="185611" cy="304467"/>
            </p14:xfrm>
          </p:contentPart>
        </mc:Choice>
        <mc:Fallback>
          <p:pic>
            <p:nvPicPr>
              <p:cNvPr id="81" name="Ink 80">
                <a:extLst>
                  <a:ext uri="{FF2B5EF4-FFF2-40B4-BE49-F238E27FC236}">
                    <a16:creationId xmlns:a16="http://schemas.microsoft.com/office/drawing/2014/main" id="{6DED57F6-CED6-2812-217C-E2817E6B654E}"/>
                  </a:ext>
                </a:extLst>
              </p:cNvPr>
              <p:cNvPicPr/>
              <p:nvPr/>
            </p:nvPicPr>
            <p:blipFill>
              <a:blip r:embed="rId156"/>
              <a:stretch>
                <a:fillRect/>
              </a:stretch>
            </p:blipFill>
            <p:spPr>
              <a:xfrm>
                <a:off x="10810639" y="4201601"/>
                <a:ext cx="221222" cy="340054"/>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82" name="Ink 81">
                <a:extLst>
                  <a:ext uri="{FF2B5EF4-FFF2-40B4-BE49-F238E27FC236}">
                    <a16:creationId xmlns:a16="http://schemas.microsoft.com/office/drawing/2014/main" id="{008B6CAF-A71A-1777-1D99-F0E995BF3818}"/>
                  </a:ext>
                </a:extLst>
              </p14:cNvPr>
              <p14:cNvContentPartPr/>
              <p14:nvPr/>
            </p14:nvContentPartPr>
            <p14:xfrm>
              <a:off x="6357870" y="4656844"/>
              <a:ext cx="1766088" cy="582416"/>
            </p14:xfrm>
          </p:contentPart>
        </mc:Choice>
        <mc:Fallback>
          <p:pic>
            <p:nvPicPr>
              <p:cNvPr id="82" name="Ink 81">
                <a:extLst>
                  <a:ext uri="{FF2B5EF4-FFF2-40B4-BE49-F238E27FC236}">
                    <a16:creationId xmlns:a16="http://schemas.microsoft.com/office/drawing/2014/main" id="{008B6CAF-A71A-1777-1D99-F0E995BF3818}"/>
                  </a:ext>
                </a:extLst>
              </p:cNvPr>
              <p:cNvPicPr/>
              <p:nvPr/>
            </p:nvPicPr>
            <p:blipFill>
              <a:blip r:embed="rId158"/>
              <a:stretch>
                <a:fillRect/>
              </a:stretch>
            </p:blipFill>
            <p:spPr>
              <a:xfrm>
                <a:off x="6339871" y="4638846"/>
                <a:ext cx="1801727" cy="618052"/>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83" name="Ink 82">
                <a:extLst>
                  <a:ext uri="{FF2B5EF4-FFF2-40B4-BE49-F238E27FC236}">
                    <a16:creationId xmlns:a16="http://schemas.microsoft.com/office/drawing/2014/main" id="{511AFB53-0D9B-6BFF-82B4-0CEB6F60F8BC}"/>
                  </a:ext>
                </a:extLst>
              </p14:cNvPr>
              <p14:cNvContentPartPr/>
              <p14:nvPr/>
            </p14:nvContentPartPr>
            <p14:xfrm>
              <a:off x="6237520" y="4610100"/>
              <a:ext cx="163835" cy="231188"/>
            </p14:xfrm>
          </p:contentPart>
        </mc:Choice>
        <mc:Fallback>
          <p:pic>
            <p:nvPicPr>
              <p:cNvPr id="83" name="Ink 82">
                <a:extLst>
                  <a:ext uri="{FF2B5EF4-FFF2-40B4-BE49-F238E27FC236}">
                    <a16:creationId xmlns:a16="http://schemas.microsoft.com/office/drawing/2014/main" id="{511AFB53-0D9B-6BFF-82B4-0CEB6F60F8BC}"/>
                  </a:ext>
                </a:extLst>
              </p:cNvPr>
              <p:cNvPicPr/>
              <p:nvPr/>
            </p:nvPicPr>
            <p:blipFill>
              <a:blip r:embed="rId160"/>
              <a:stretch>
                <a:fillRect/>
              </a:stretch>
            </p:blipFill>
            <p:spPr>
              <a:xfrm>
                <a:off x="6219556" y="4592123"/>
                <a:ext cx="199404" cy="266783"/>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84" name="Ink 83">
                <a:extLst>
                  <a:ext uri="{FF2B5EF4-FFF2-40B4-BE49-F238E27FC236}">
                    <a16:creationId xmlns:a16="http://schemas.microsoft.com/office/drawing/2014/main" id="{B60F3CC5-AE90-7237-4925-0F1490EC1BCB}"/>
                  </a:ext>
                </a:extLst>
              </p14:cNvPr>
              <p14:cNvContentPartPr/>
              <p14:nvPr/>
            </p14:nvContentPartPr>
            <p14:xfrm>
              <a:off x="8214597" y="5165566"/>
              <a:ext cx="341158" cy="332126"/>
            </p14:xfrm>
          </p:contentPart>
        </mc:Choice>
        <mc:Fallback>
          <p:pic>
            <p:nvPicPr>
              <p:cNvPr id="84" name="Ink 83">
                <a:extLst>
                  <a:ext uri="{FF2B5EF4-FFF2-40B4-BE49-F238E27FC236}">
                    <a16:creationId xmlns:a16="http://schemas.microsoft.com/office/drawing/2014/main" id="{B60F3CC5-AE90-7237-4925-0F1490EC1BCB}"/>
                  </a:ext>
                </a:extLst>
              </p:cNvPr>
              <p:cNvPicPr/>
              <p:nvPr/>
            </p:nvPicPr>
            <p:blipFill>
              <a:blip r:embed="rId162"/>
              <a:stretch>
                <a:fillRect/>
              </a:stretch>
            </p:blipFill>
            <p:spPr>
              <a:xfrm>
                <a:off x="8196603" y="5147594"/>
                <a:ext cx="376785" cy="367711"/>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85" name="Ink 84">
                <a:extLst>
                  <a:ext uri="{FF2B5EF4-FFF2-40B4-BE49-F238E27FC236}">
                    <a16:creationId xmlns:a16="http://schemas.microsoft.com/office/drawing/2014/main" id="{4FA620A0-0025-A676-E0D8-E46C5F143BEE}"/>
                  </a:ext>
                </a:extLst>
              </p14:cNvPr>
              <p14:cNvContentPartPr/>
              <p14:nvPr/>
            </p14:nvContentPartPr>
            <p14:xfrm>
              <a:off x="8710758" y="5343525"/>
              <a:ext cx="14009" cy="172326"/>
            </p14:xfrm>
          </p:contentPart>
        </mc:Choice>
        <mc:Fallback>
          <p:pic>
            <p:nvPicPr>
              <p:cNvPr id="85" name="Ink 84">
                <a:extLst>
                  <a:ext uri="{FF2B5EF4-FFF2-40B4-BE49-F238E27FC236}">
                    <a16:creationId xmlns:a16="http://schemas.microsoft.com/office/drawing/2014/main" id="{4FA620A0-0025-A676-E0D8-E46C5F143BEE}"/>
                  </a:ext>
                </a:extLst>
              </p:cNvPr>
              <p:cNvPicPr/>
              <p:nvPr/>
            </p:nvPicPr>
            <p:blipFill>
              <a:blip r:embed="rId164"/>
              <a:stretch>
                <a:fillRect/>
              </a:stretch>
            </p:blipFill>
            <p:spPr>
              <a:xfrm>
                <a:off x="8693247" y="5325537"/>
                <a:ext cx="48681" cy="207942"/>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86" name="Ink 85">
                <a:extLst>
                  <a:ext uri="{FF2B5EF4-FFF2-40B4-BE49-F238E27FC236}">
                    <a16:creationId xmlns:a16="http://schemas.microsoft.com/office/drawing/2014/main" id="{F4C99D01-B600-565F-6A45-292E971CA56B}"/>
                  </a:ext>
                </a:extLst>
              </p14:cNvPr>
              <p14:cNvContentPartPr/>
              <p14:nvPr/>
            </p14:nvContentPartPr>
            <p14:xfrm>
              <a:off x="8724900" y="5154504"/>
              <a:ext cx="46194" cy="74720"/>
            </p14:xfrm>
          </p:contentPart>
        </mc:Choice>
        <mc:Fallback>
          <p:pic>
            <p:nvPicPr>
              <p:cNvPr id="86" name="Ink 85">
                <a:extLst>
                  <a:ext uri="{FF2B5EF4-FFF2-40B4-BE49-F238E27FC236}">
                    <a16:creationId xmlns:a16="http://schemas.microsoft.com/office/drawing/2014/main" id="{F4C99D01-B600-565F-6A45-292E971CA56B}"/>
                  </a:ext>
                </a:extLst>
              </p:cNvPr>
              <p:cNvPicPr/>
              <p:nvPr/>
            </p:nvPicPr>
            <p:blipFill>
              <a:blip r:embed="rId166"/>
              <a:stretch>
                <a:fillRect/>
              </a:stretch>
            </p:blipFill>
            <p:spPr>
              <a:xfrm>
                <a:off x="8706995" y="5136628"/>
                <a:ext cx="81645" cy="110114"/>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87" name="Ink 86">
                <a:extLst>
                  <a:ext uri="{FF2B5EF4-FFF2-40B4-BE49-F238E27FC236}">
                    <a16:creationId xmlns:a16="http://schemas.microsoft.com/office/drawing/2014/main" id="{45442F6E-C710-9884-8B16-E34C14D06642}"/>
                  </a:ext>
                </a:extLst>
              </p14:cNvPr>
              <p14:cNvContentPartPr/>
              <p14:nvPr/>
            </p14:nvContentPartPr>
            <p14:xfrm>
              <a:off x="8785956" y="5303448"/>
              <a:ext cx="114602" cy="240780"/>
            </p14:xfrm>
          </p:contentPart>
        </mc:Choice>
        <mc:Fallback>
          <p:pic>
            <p:nvPicPr>
              <p:cNvPr id="87" name="Ink 86">
                <a:extLst>
                  <a:ext uri="{FF2B5EF4-FFF2-40B4-BE49-F238E27FC236}">
                    <a16:creationId xmlns:a16="http://schemas.microsoft.com/office/drawing/2014/main" id="{45442F6E-C710-9884-8B16-E34C14D06642}"/>
                  </a:ext>
                </a:extLst>
              </p:cNvPr>
              <p:cNvPicPr/>
              <p:nvPr/>
            </p:nvPicPr>
            <p:blipFill>
              <a:blip r:embed="rId168"/>
              <a:stretch>
                <a:fillRect/>
              </a:stretch>
            </p:blipFill>
            <p:spPr>
              <a:xfrm>
                <a:off x="8768049" y="5285479"/>
                <a:ext cx="150057" cy="276358"/>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88" name="Ink 87">
                <a:extLst>
                  <a:ext uri="{FF2B5EF4-FFF2-40B4-BE49-F238E27FC236}">
                    <a16:creationId xmlns:a16="http://schemas.microsoft.com/office/drawing/2014/main" id="{2056933E-90A6-72FE-AAAA-7FB16955F3F6}"/>
                  </a:ext>
                </a:extLst>
              </p14:cNvPr>
              <p14:cNvContentPartPr/>
              <p14:nvPr/>
            </p14:nvContentPartPr>
            <p14:xfrm>
              <a:off x="8982561" y="5334096"/>
              <a:ext cx="93224" cy="204332"/>
            </p14:xfrm>
          </p:contentPart>
        </mc:Choice>
        <mc:Fallback>
          <p:pic>
            <p:nvPicPr>
              <p:cNvPr id="88" name="Ink 87">
                <a:extLst>
                  <a:ext uri="{FF2B5EF4-FFF2-40B4-BE49-F238E27FC236}">
                    <a16:creationId xmlns:a16="http://schemas.microsoft.com/office/drawing/2014/main" id="{2056933E-90A6-72FE-AAAA-7FB16955F3F6}"/>
                  </a:ext>
                </a:extLst>
              </p:cNvPr>
              <p:cNvPicPr/>
              <p:nvPr/>
            </p:nvPicPr>
            <p:blipFill>
              <a:blip r:embed="rId170"/>
              <a:stretch>
                <a:fillRect/>
              </a:stretch>
            </p:blipFill>
            <p:spPr>
              <a:xfrm>
                <a:off x="8964633" y="5316109"/>
                <a:ext cx="128721" cy="239946"/>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89" name="Ink 88">
                <a:extLst>
                  <a:ext uri="{FF2B5EF4-FFF2-40B4-BE49-F238E27FC236}">
                    <a16:creationId xmlns:a16="http://schemas.microsoft.com/office/drawing/2014/main" id="{C2721F5B-5322-2C67-280F-90B76C9A911B}"/>
                  </a:ext>
                </a:extLst>
              </p14:cNvPr>
              <p14:cNvContentPartPr/>
              <p14:nvPr/>
            </p14:nvContentPartPr>
            <p14:xfrm>
              <a:off x="9114312" y="5320502"/>
              <a:ext cx="155510" cy="184389"/>
            </p14:xfrm>
          </p:contentPart>
        </mc:Choice>
        <mc:Fallback>
          <p:pic>
            <p:nvPicPr>
              <p:cNvPr id="89" name="Ink 88">
                <a:extLst>
                  <a:ext uri="{FF2B5EF4-FFF2-40B4-BE49-F238E27FC236}">
                    <a16:creationId xmlns:a16="http://schemas.microsoft.com/office/drawing/2014/main" id="{C2721F5B-5322-2C67-280F-90B76C9A911B}"/>
                  </a:ext>
                </a:extLst>
              </p:cNvPr>
              <p:cNvPicPr/>
              <p:nvPr/>
            </p:nvPicPr>
            <p:blipFill>
              <a:blip r:embed="rId172"/>
              <a:stretch>
                <a:fillRect/>
              </a:stretch>
            </p:blipFill>
            <p:spPr>
              <a:xfrm>
                <a:off x="9096355" y="5302565"/>
                <a:ext cx="191065" cy="219904"/>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90" name="Ink 89">
                <a:extLst>
                  <a:ext uri="{FF2B5EF4-FFF2-40B4-BE49-F238E27FC236}">
                    <a16:creationId xmlns:a16="http://schemas.microsoft.com/office/drawing/2014/main" id="{6AFAAB40-99BC-FCC4-0502-D1A70CD5DA6F}"/>
                  </a:ext>
                </a:extLst>
              </p14:cNvPr>
              <p14:cNvContentPartPr/>
              <p14:nvPr/>
            </p14:nvContentPartPr>
            <p14:xfrm>
              <a:off x="9458324" y="5381625"/>
              <a:ext cx="50149" cy="11906"/>
            </p14:xfrm>
          </p:contentPart>
        </mc:Choice>
        <mc:Fallback>
          <p:pic>
            <p:nvPicPr>
              <p:cNvPr id="90" name="Ink 89">
                <a:extLst>
                  <a:ext uri="{FF2B5EF4-FFF2-40B4-BE49-F238E27FC236}">
                    <a16:creationId xmlns:a16="http://schemas.microsoft.com/office/drawing/2014/main" id="{6AFAAB40-99BC-FCC4-0502-D1A70CD5DA6F}"/>
                  </a:ext>
                </a:extLst>
              </p:cNvPr>
              <p:cNvPicPr/>
              <p:nvPr/>
            </p:nvPicPr>
            <p:blipFill>
              <a:blip r:embed="rId174"/>
              <a:stretch>
                <a:fillRect/>
              </a:stretch>
            </p:blipFill>
            <p:spPr>
              <a:xfrm>
                <a:off x="9440541" y="5354566"/>
                <a:ext cx="85360" cy="65483"/>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91" name="Ink 90">
                <a:extLst>
                  <a:ext uri="{FF2B5EF4-FFF2-40B4-BE49-F238E27FC236}">
                    <a16:creationId xmlns:a16="http://schemas.microsoft.com/office/drawing/2014/main" id="{A0A1CC03-0C1E-9B23-43D7-7086F09D3CA9}"/>
                  </a:ext>
                </a:extLst>
              </p14:cNvPr>
              <p14:cNvContentPartPr/>
              <p14:nvPr/>
            </p14:nvContentPartPr>
            <p14:xfrm>
              <a:off x="9628199" y="5162551"/>
              <a:ext cx="211126" cy="417690"/>
            </p14:xfrm>
          </p:contentPart>
        </mc:Choice>
        <mc:Fallback>
          <p:pic>
            <p:nvPicPr>
              <p:cNvPr id="91" name="Ink 90">
                <a:extLst>
                  <a:ext uri="{FF2B5EF4-FFF2-40B4-BE49-F238E27FC236}">
                    <a16:creationId xmlns:a16="http://schemas.microsoft.com/office/drawing/2014/main" id="{A0A1CC03-0C1E-9B23-43D7-7086F09D3CA9}"/>
                  </a:ext>
                </a:extLst>
              </p:cNvPr>
              <p:cNvPicPr/>
              <p:nvPr/>
            </p:nvPicPr>
            <p:blipFill>
              <a:blip r:embed="rId176"/>
              <a:stretch>
                <a:fillRect/>
              </a:stretch>
            </p:blipFill>
            <p:spPr>
              <a:xfrm>
                <a:off x="9610216" y="5144578"/>
                <a:ext cx="246733" cy="453276"/>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92" name="Ink 91">
                <a:extLst>
                  <a:ext uri="{FF2B5EF4-FFF2-40B4-BE49-F238E27FC236}">
                    <a16:creationId xmlns:a16="http://schemas.microsoft.com/office/drawing/2014/main" id="{96DD9EE3-DF4A-F7F0-2803-BB7D4BDB60E0}"/>
                  </a:ext>
                </a:extLst>
              </p14:cNvPr>
              <p14:cNvContentPartPr/>
              <p14:nvPr/>
            </p14:nvContentPartPr>
            <p14:xfrm>
              <a:off x="9809114" y="5474721"/>
              <a:ext cx="258811" cy="137614"/>
            </p14:xfrm>
          </p:contentPart>
        </mc:Choice>
        <mc:Fallback>
          <p:pic>
            <p:nvPicPr>
              <p:cNvPr id="92" name="Ink 91">
                <a:extLst>
                  <a:ext uri="{FF2B5EF4-FFF2-40B4-BE49-F238E27FC236}">
                    <a16:creationId xmlns:a16="http://schemas.microsoft.com/office/drawing/2014/main" id="{96DD9EE3-DF4A-F7F0-2803-BB7D4BDB60E0}"/>
                  </a:ext>
                </a:extLst>
              </p:cNvPr>
              <p:cNvPicPr/>
              <p:nvPr/>
            </p:nvPicPr>
            <p:blipFill>
              <a:blip r:embed="rId178"/>
              <a:stretch>
                <a:fillRect/>
              </a:stretch>
            </p:blipFill>
            <p:spPr>
              <a:xfrm>
                <a:off x="9791141" y="5456756"/>
                <a:ext cx="294398" cy="173185"/>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93" name="Ink 92">
                <a:extLst>
                  <a:ext uri="{FF2B5EF4-FFF2-40B4-BE49-F238E27FC236}">
                    <a16:creationId xmlns:a16="http://schemas.microsoft.com/office/drawing/2014/main" id="{F5EF7DAD-F1A4-0430-4D5A-887123030E05}"/>
                  </a:ext>
                </a:extLst>
              </p14:cNvPr>
              <p14:cNvContentPartPr/>
              <p14:nvPr/>
            </p14:nvContentPartPr>
            <p14:xfrm>
              <a:off x="10005724" y="5448301"/>
              <a:ext cx="153289" cy="167236"/>
            </p14:xfrm>
          </p:contentPart>
        </mc:Choice>
        <mc:Fallback>
          <p:pic>
            <p:nvPicPr>
              <p:cNvPr id="93" name="Ink 92">
                <a:extLst>
                  <a:ext uri="{FF2B5EF4-FFF2-40B4-BE49-F238E27FC236}">
                    <a16:creationId xmlns:a16="http://schemas.microsoft.com/office/drawing/2014/main" id="{F5EF7DAD-F1A4-0430-4D5A-887123030E05}"/>
                  </a:ext>
                </a:extLst>
              </p:cNvPr>
              <p:cNvPicPr/>
              <p:nvPr/>
            </p:nvPicPr>
            <p:blipFill>
              <a:blip r:embed="rId180"/>
              <a:stretch>
                <a:fillRect/>
              </a:stretch>
            </p:blipFill>
            <p:spPr>
              <a:xfrm>
                <a:off x="9987774" y="5430357"/>
                <a:ext cx="188829" cy="202765"/>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94" name="Ink 93">
                <a:extLst>
                  <a:ext uri="{FF2B5EF4-FFF2-40B4-BE49-F238E27FC236}">
                    <a16:creationId xmlns:a16="http://schemas.microsoft.com/office/drawing/2014/main" id="{FC55C207-2857-2A7B-15E9-E6E1D9A63A75}"/>
                  </a:ext>
                </a:extLst>
              </p14:cNvPr>
              <p14:cNvContentPartPr/>
              <p14:nvPr/>
            </p14:nvContentPartPr>
            <p14:xfrm>
              <a:off x="10238711" y="5295900"/>
              <a:ext cx="19714" cy="298226"/>
            </p14:xfrm>
          </p:contentPart>
        </mc:Choice>
        <mc:Fallback>
          <p:pic>
            <p:nvPicPr>
              <p:cNvPr id="94" name="Ink 93">
                <a:extLst>
                  <a:ext uri="{FF2B5EF4-FFF2-40B4-BE49-F238E27FC236}">
                    <a16:creationId xmlns:a16="http://schemas.microsoft.com/office/drawing/2014/main" id="{FC55C207-2857-2A7B-15E9-E6E1D9A63A75}"/>
                  </a:ext>
                </a:extLst>
              </p:cNvPr>
              <p:cNvPicPr/>
              <p:nvPr/>
            </p:nvPicPr>
            <p:blipFill>
              <a:blip r:embed="rId182"/>
              <a:stretch>
                <a:fillRect/>
              </a:stretch>
            </p:blipFill>
            <p:spPr>
              <a:xfrm>
                <a:off x="10220789" y="5277913"/>
                <a:ext cx="55199" cy="333840"/>
              </a:xfrm>
              <a:prstGeom prst="rect">
                <a:avLst/>
              </a:prstGeom>
            </p:spPr>
          </p:pic>
        </mc:Fallback>
      </mc:AlternateContent>
      <mc:AlternateContent xmlns:mc="http://schemas.openxmlformats.org/markup-compatibility/2006">
        <mc:Choice xmlns:p14="http://schemas.microsoft.com/office/powerpoint/2010/main" Requires="p14">
          <p:contentPart p14:bwMode="auto" r:id="rId183">
            <p14:nvContentPartPr>
              <p14:cNvPr id="95" name="Ink 94">
                <a:extLst>
                  <a:ext uri="{FF2B5EF4-FFF2-40B4-BE49-F238E27FC236}">
                    <a16:creationId xmlns:a16="http://schemas.microsoft.com/office/drawing/2014/main" id="{FA112DD0-7760-8C4D-CE26-279A92E6A4A6}"/>
                  </a:ext>
                </a:extLst>
              </p14:cNvPr>
              <p14:cNvContentPartPr/>
              <p14:nvPr/>
            </p14:nvContentPartPr>
            <p14:xfrm>
              <a:off x="10163176" y="5416986"/>
              <a:ext cx="129047" cy="59888"/>
            </p14:xfrm>
          </p:contentPart>
        </mc:Choice>
        <mc:Fallback>
          <p:pic>
            <p:nvPicPr>
              <p:cNvPr id="95" name="Ink 94">
                <a:extLst>
                  <a:ext uri="{FF2B5EF4-FFF2-40B4-BE49-F238E27FC236}">
                    <a16:creationId xmlns:a16="http://schemas.microsoft.com/office/drawing/2014/main" id="{FA112DD0-7760-8C4D-CE26-279A92E6A4A6}"/>
                  </a:ext>
                </a:extLst>
              </p:cNvPr>
              <p:cNvPicPr/>
              <p:nvPr/>
            </p:nvPicPr>
            <p:blipFill>
              <a:blip r:embed="rId184"/>
              <a:stretch>
                <a:fillRect/>
              </a:stretch>
            </p:blipFill>
            <p:spPr>
              <a:xfrm>
                <a:off x="10145203" y="5399055"/>
                <a:ext cx="164634" cy="95390"/>
              </a:xfrm>
              <a:prstGeom prst="rect">
                <a:avLst/>
              </a:prstGeom>
            </p:spPr>
          </p:pic>
        </mc:Fallback>
      </mc:AlternateContent>
      <mc:AlternateContent xmlns:mc="http://schemas.openxmlformats.org/markup-compatibility/2006">
        <mc:Choice xmlns:p14="http://schemas.microsoft.com/office/powerpoint/2010/main" Requires="p14">
          <p:contentPart p14:bwMode="auto" r:id="rId185">
            <p14:nvContentPartPr>
              <p14:cNvPr id="96" name="Ink 95">
                <a:extLst>
                  <a:ext uri="{FF2B5EF4-FFF2-40B4-BE49-F238E27FC236}">
                    <a16:creationId xmlns:a16="http://schemas.microsoft.com/office/drawing/2014/main" id="{22C91DAD-7EE9-230B-17EF-F89ED8239515}"/>
                  </a:ext>
                </a:extLst>
              </p14:cNvPr>
              <p14:cNvContentPartPr/>
              <p14:nvPr/>
            </p14:nvContentPartPr>
            <p14:xfrm>
              <a:off x="10296805" y="5496860"/>
              <a:ext cx="114960" cy="132282"/>
            </p14:xfrm>
          </p:contentPart>
        </mc:Choice>
        <mc:Fallback>
          <p:pic>
            <p:nvPicPr>
              <p:cNvPr id="96" name="Ink 95">
                <a:extLst>
                  <a:ext uri="{FF2B5EF4-FFF2-40B4-BE49-F238E27FC236}">
                    <a16:creationId xmlns:a16="http://schemas.microsoft.com/office/drawing/2014/main" id="{22C91DAD-7EE9-230B-17EF-F89ED8239515}"/>
                  </a:ext>
                </a:extLst>
              </p:cNvPr>
              <p:cNvPicPr/>
              <p:nvPr/>
            </p:nvPicPr>
            <p:blipFill>
              <a:blip r:embed="rId186"/>
              <a:stretch>
                <a:fillRect/>
              </a:stretch>
            </p:blipFill>
            <p:spPr>
              <a:xfrm>
                <a:off x="10278842" y="5478936"/>
                <a:ext cx="150526" cy="167772"/>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97" name="Ink 96">
                <a:extLst>
                  <a:ext uri="{FF2B5EF4-FFF2-40B4-BE49-F238E27FC236}">
                    <a16:creationId xmlns:a16="http://schemas.microsoft.com/office/drawing/2014/main" id="{40A66212-1037-8CF5-8861-049F3A745755}"/>
                  </a:ext>
                </a:extLst>
              </p14:cNvPr>
              <p14:cNvContentPartPr/>
              <p14:nvPr/>
            </p14:nvContentPartPr>
            <p14:xfrm>
              <a:off x="10351004" y="5519205"/>
              <a:ext cx="155274" cy="145474"/>
            </p14:xfrm>
          </p:contentPart>
        </mc:Choice>
        <mc:Fallback>
          <p:pic>
            <p:nvPicPr>
              <p:cNvPr id="97" name="Ink 96">
                <a:extLst>
                  <a:ext uri="{FF2B5EF4-FFF2-40B4-BE49-F238E27FC236}">
                    <a16:creationId xmlns:a16="http://schemas.microsoft.com/office/drawing/2014/main" id="{40A66212-1037-8CF5-8861-049F3A745755}"/>
                  </a:ext>
                </a:extLst>
              </p:cNvPr>
              <p:cNvPicPr/>
              <p:nvPr/>
            </p:nvPicPr>
            <p:blipFill>
              <a:blip r:embed="rId188"/>
              <a:stretch>
                <a:fillRect/>
              </a:stretch>
            </p:blipFill>
            <p:spPr>
              <a:xfrm>
                <a:off x="10333032" y="5501245"/>
                <a:ext cx="190858" cy="181034"/>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98" name="Ink 97">
                <a:extLst>
                  <a:ext uri="{FF2B5EF4-FFF2-40B4-BE49-F238E27FC236}">
                    <a16:creationId xmlns:a16="http://schemas.microsoft.com/office/drawing/2014/main" id="{C9E5F9DD-DC05-E70E-875A-7DB8B55A97A1}"/>
                  </a:ext>
                </a:extLst>
              </p14:cNvPr>
              <p14:cNvContentPartPr/>
              <p14:nvPr/>
            </p14:nvContentPartPr>
            <p14:xfrm>
              <a:off x="10582023" y="5305426"/>
              <a:ext cx="20120" cy="338218"/>
            </p14:xfrm>
          </p:contentPart>
        </mc:Choice>
        <mc:Fallback>
          <p:pic>
            <p:nvPicPr>
              <p:cNvPr id="98" name="Ink 97">
                <a:extLst>
                  <a:ext uri="{FF2B5EF4-FFF2-40B4-BE49-F238E27FC236}">
                    <a16:creationId xmlns:a16="http://schemas.microsoft.com/office/drawing/2014/main" id="{C9E5F9DD-DC05-E70E-875A-7DB8B55A97A1}"/>
                  </a:ext>
                </a:extLst>
              </p:cNvPr>
              <p:cNvPicPr/>
              <p:nvPr/>
            </p:nvPicPr>
            <p:blipFill>
              <a:blip r:embed="rId190"/>
              <a:stretch>
                <a:fillRect/>
              </a:stretch>
            </p:blipFill>
            <p:spPr>
              <a:xfrm>
                <a:off x="10564059" y="5287436"/>
                <a:ext cx="55689" cy="373839"/>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99" name="Ink 98">
                <a:extLst>
                  <a:ext uri="{FF2B5EF4-FFF2-40B4-BE49-F238E27FC236}">
                    <a16:creationId xmlns:a16="http://schemas.microsoft.com/office/drawing/2014/main" id="{58C84126-B5C8-A2AC-D59A-57C506AE49C5}"/>
                  </a:ext>
                </a:extLst>
              </p14:cNvPr>
              <p14:cNvContentPartPr/>
              <p14:nvPr/>
            </p14:nvContentPartPr>
            <p14:xfrm>
              <a:off x="10648950" y="5362575"/>
              <a:ext cx="39401" cy="276440"/>
            </p14:xfrm>
          </p:contentPart>
        </mc:Choice>
        <mc:Fallback>
          <p:pic>
            <p:nvPicPr>
              <p:cNvPr id="99" name="Ink 98">
                <a:extLst>
                  <a:ext uri="{FF2B5EF4-FFF2-40B4-BE49-F238E27FC236}">
                    <a16:creationId xmlns:a16="http://schemas.microsoft.com/office/drawing/2014/main" id="{58C84126-B5C8-A2AC-D59A-57C506AE49C5}"/>
                  </a:ext>
                </a:extLst>
              </p:cNvPr>
              <p:cNvPicPr/>
              <p:nvPr/>
            </p:nvPicPr>
            <p:blipFill>
              <a:blip r:embed="rId192"/>
              <a:stretch>
                <a:fillRect/>
              </a:stretch>
            </p:blipFill>
            <p:spPr>
              <a:xfrm>
                <a:off x="10631202" y="5344601"/>
                <a:ext cx="74542" cy="312029"/>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00" name="Ink 99">
                <a:extLst>
                  <a:ext uri="{FF2B5EF4-FFF2-40B4-BE49-F238E27FC236}">
                    <a16:creationId xmlns:a16="http://schemas.microsoft.com/office/drawing/2014/main" id="{AF468D65-AB95-C0D4-83E8-DA676E38A6E2}"/>
                  </a:ext>
                </a:extLst>
              </p14:cNvPr>
              <p14:cNvContentPartPr/>
              <p14:nvPr/>
            </p14:nvContentPartPr>
            <p14:xfrm>
              <a:off x="10725150" y="5483455"/>
              <a:ext cx="139216" cy="181758"/>
            </p14:xfrm>
          </p:contentPart>
        </mc:Choice>
        <mc:Fallback>
          <p:pic>
            <p:nvPicPr>
              <p:cNvPr id="100" name="Ink 99">
                <a:extLst>
                  <a:ext uri="{FF2B5EF4-FFF2-40B4-BE49-F238E27FC236}">
                    <a16:creationId xmlns:a16="http://schemas.microsoft.com/office/drawing/2014/main" id="{AF468D65-AB95-C0D4-83E8-DA676E38A6E2}"/>
                  </a:ext>
                </a:extLst>
              </p:cNvPr>
              <p:cNvPicPr/>
              <p:nvPr/>
            </p:nvPicPr>
            <p:blipFill>
              <a:blip r:embed="rId194"/>
              <a:stretch>
                <a:fillRect/>
              </a:stretch>
            </p:blipFill>
            <p:spPr>
              <a:xfrm>
                <a:off x="10707163" y="5465495"/>
                <a:ext cx="174829" cy="217319"/>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01" name="Ink 100">
                <a:extLst>
                  <a:ext uri="{FF2B5EF4-FFF2-40B4-BE49-F238E27FC236}">
                    <a16:creationId xmlns:a16="http://schemas.microsoft.com/office/drawing/2014/main" id="{FD001120-1454-6AA5-FD56-D97E9C278A5A}"/>
                  </a:ext>
                </a:extLst>
              </p14:cNvPr>
              <p14:cNvContentPartPr/>
              <p14:nvPr/>
            </p14:nvContentPartPr>
            <p14:xfrm>
              <a:off x="10879137" y="5486562"/>
              <a:ext cx="155175" cy="184018"/>
            </p14:xfrm>
          </p:contentPart>
        </mc:Choice>
        <mc:Fallback>
          <p:pic>
            <p:nvPicPr>
              <p:cNvPr id="101" name="Ink 100">
                <a:extLst>
                  <a:ext uri="{FF2B5EF4-FFF2-40B4-BE49-F238E27FC236}">
                    <a16:creationId xmlns:a16="http://schemas.microsoft.com/office/drawing/2014/main" id="{FD001120-1454-6AA5-FD56-D97E9C278A5A}"/>
                  </a:ext>
                </a:extLst>
              </p:cNvPr>
              <p:cNvPicPr/>
              <p:nvPr/>
            </p:nvPicPr>
            <p:blipFill>
              <a:blip r:embed="rId196"/>
              <a:stretch>
                <a:fillRect/>
              </a:stretch>
            </p:blipFill>
            <p:spPr>
              <a:xfrm>
                <a:off x="10861177" y="5468627"/>
                <a:ext cx="190736" cy="219530"/>
              </a:xfrm>
              <a:prstGeom prst="rect">
                <a:avLst/>
              </a:prstGeom>
            </p:spPr>
          </p:pic>
        </mc:Fallback>
      </mc:AlternateContent>
      <p:grpSp>
        <p:nvGrpSpPr>
          <p:cNvPr id="119" name="Group 118">
            <a:extLst>
              <a:ext uri="{FF2B5EF4-FFF2-40B4-BE49-F238E27FC236}">
                <a16:creationId xmlns:a16="http://schemas.microsoft.com/office/drawing/2014/main" id="{28F75165-284D-0DC5-6214-B69DB7168A0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17" name="Color">
              <a:extLst>
                <a:ext uri="{FF2B5EF4-FFF2-40B4-BE49-F238E27FC236}">
                  <a16:creationId xmlns:a16="http://schemas.microsoft.com/office/drawing/2014/main" id="{BDE15A44-816A-A385-E9FA-61267B24B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Color">
              <a:extLst>
                <a:ext uri="{FF2B5EF4-FFF2-40B4-BE49-F238E27FC236}">
                  <a16:creationId xmlns:a16="http://schemas.microsoft.com/office/drawing/2014/main" id="{3D4D8329-7B79-566C-6DC9-F6EFBBDB17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3D6BD942-99F1-D4F8-7845-34462FCC51F0}"/>
              </a:ext>
            </a:extLst>
          </p:cNvPr>
          <p:cNvSpPr>
            <a:spLocks noGrp="1"/>
          </p:cNvSpPr>
          <p:nvPr>
            <p:ph type="title"/>
          </p:nvPr>
        </p:nvSpPr>
        <p:spPr>
          <a:xfrm>
            <a:off x="119897" y="141339"/>
            <a:ext cx="10515600" cy="1325563"/>
          </a:xfrm>
        </p:spPr>
        <p:txBody>
          <a:bodyPr/>
          <a:lstStyle/>
          <a:p>
            <a:r>
              <a:rPr lang="en-US">
                <a:solidFill>
                  <a:schemeClr val="bg1"/>
                </a:solidFill>
              </a:rPr>
              <a:t>Oscar's 3d Mockup</a:t>
            </a:r>
          </a:p>
        </p:txBody>
      </p:sp>
    </p:spTree>
    <p:extLst>
      <p:ext uri="{BB962C8B-B14F-4D97-AF65-F5344CB8AC3E}">
        <p14:creationId xmlns:p14="http://schemas.microsoft.com/office/powerpoint/2010/main" val="13783814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E5528123-F0F3-A2FE-2974-EC49315BA70C}"/>
              </a:ext>
            </a:extLst>
          </p:cNvPr>
          <p:cNvPicPr>
            <a:picLocks noGrp="1" noChangeAspect="1"/>
          </p:cNvPicPr>
          <p:nvPr>
            <p:ph idx="1"/>
          </p:nvPr>
        </p:nvPicPr>
        <p:blipFill>
          <a:blip r:embed="rId2"/>
          <a:stretch>
            <a:fillRect/>
          </a:stretch>
        </p:blipFill>
        <p:spPr>
          <a:xfrm>
            <a:off x="3159607" y="1825625"/>
            <a:ext cx="5872785" cy="4351338"/>
          </a:xfrm>
          <a:prstGeom prst="rect">
            <a:avLst/>
          </a:prstGeom>
        </p:spPr>
      </p:pic>
      <mc:AlternateContent xmlns:mc="http://schemas.openxmlformats.org/markup-compatibility/2006">
        <mc:Choice xmlns:p14="http://schemas.microsoft.com/office/powerpoint/2010/main" Requires="p14">
          <p:contentPart p14:bwMode="auto" r:id="rId3">
            <p14:nvContentPartPr>
              <p14:cNvPr id="7" name="Ink 6">
                <a:extLst>
                  <a:ext uri="{FF2B5EF4-FFF2-40B4-BE49-F238E27FC236}">
                    <a16:creationId xmlns:a16="http://schemas.microsoft.com/office/drawing/2014/main" id="{DD83214B-4B73-BB69-47D9-EBB9CEEC6318}"/>
                  </a:ext>
                </a:extLst>
              </p14:cNvPr>
              <p14:cNvContentPartPr/>
              <p14:nvPr/>
            </p14:nvContentPartPr>
            <p14:xfrm>
              <a:off x="1409175" y="5671595"/>
              <a:ext cx="143001" cy="219306"/>
            </p14:xfrm>
          </p:contentPart>
        </mc:Choice>
        <mc:Fallback>
          <p:pic>
            <p:nvPicPr>
              <p:cNvPr id="7" name="Ink 6">
                <a:extLst>
                  <a:ext uri="{FF2B5EF4-FFF2-40B4-BE49-F238E27FC236}">
                    <a16:creationId xmlns:a16="http://schemas.microsoft.com/office/drawing/2014/main" id="{DD83214B-4B73-BB69-47D9-EBB9CEEC6318}"/>
                  </a:ext>
                </a:extLst>
              </p:cNvPr>
              <p:cNvPicPr/>
              <p:nvPr/>
            </p:nvPicPr>
            <p:blipFill>
              <a:blip r:embed="rId4"/>
              <a:stretch>
                <a:fillRect/>
              </a:stretch>
            </p:blipFill>
            <p:spPr>
              <a:xfrm>
                <a:off x="1391210" y="5653619"/>
                <a:ext cx="178572" cy="254898"/>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17C31F12-4642-0EAE-AFA8-60450374609B}"/>
                  </a:ext>
                </a:extLst>
              </p14:cNvPr>
              <p14:cNvContentPartPr/>
              <p14:nvPr/>
            </p14:nvContentPartPr>
            <p14:xfrm>
              <a:off x="1113483" y="5352121"/>
              <a:ext cx="82982" cy="122721"/>
            </p14:xfrm>
          </p:contentPart>
        </mc:Choice>
        <mc:Fallback>
          <p:pic>
            <p:nvPicPr>
              <p:cNvPr id="8" name="Ink 7">
                <a:extLst>
                  <a:ext uri="{FF2B5EF4-FFF2-40B4-BE49-F238E27FC236}">
                    <a16:creationId xmlns:a16="http://schemas.microsoft.com/office/drawing/2014/main" id="{17C31F12-4642-0EAE-AFA8-60450374609B}"/>
                  </a:ext>
                </a:extLst>
              </p:cNvPr>
              <p:cNvPicPr/>
              <p:nvPr/>
            </p:nvPicPr>
            <p:blipFill>
              <a:blip r:embed="rId6"/>
              <a:stretch>
                <a:fillRect/>
              </a:stretch>
            </p:blipFill>
            <p:spPr>
              <a:xfrm>
                <a:off x="1095599" y="5334179"/>
                <a:ext cx="118392" cy="158246"/>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9" name="Ink 8">
                <a:extLst>
                  <a:ext uri="{FF2B5EF4-FFF2-40B4-BE49-F238E27FC236}">
                    <a16:creationId xmlns:a16="http://schemas.microsoft.com/office/drawing/2014/main" id="{41E0F5C2-C844-DBF6-E2A5-65D22B8F2EED}"/>
                  </a:ext>
                </a:extLst>
              </p14:cNvPr>
              <p14:cNvContentPartPr/>
              <p14:nvPr/>
            </p14:nvContentPartPr>
            <p14:xfrm>
              <a:off x="1522460" y="5233460"/>
              <a:ext cx="99167" cy="97093"/>
            </p14:xfrm>
          </p:contentPart>
        </mc:Choice>
        <mc:Fallback>
          <p:pic>
            <p:nvPicPr>
              <p:cNvPr id="9" name="Ink 8">
                <a:extLst>
                  <a:ext uri="{FF2B5EF4-FFF2-40B4-BE49-F238E27FC236}">
                    <a16:creationId xmlns:a16="http://schemas.microsoft.com/office/drawing/2014/main" id="{41E0F5C2-C844-DBF6-E2A5-65D22B8F2EED}"/>
                  </a:ext>
                </a:extLst>
              </p:cNvPr>
              <p:cNvPicPr/>
              <p:nvPr/>
            </p:nvPicPr>
            <p:blipFill>
              <a:blip r:embed="rId8"/>
              <a:stretch>
                <a:fillRect/>
              </a:stretch>
            </p:blipFill>
            <p:spPr>
              <a:xfrm>
                <a:off x="1504560" y="5215546"/>
                <a:ext cx="134609" cy="132562"/>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0" name="Ink 9">
                <a:extLst>
                  <a:ext uri="{FF2B5EF4-FFF2-40B4-BE49-F238E27FC236}">
                    <a16:creationId xmlns:a16="http://schemas.microsoft.com/office/drawing/2014/main" id="{A93EDBE8-AFA5-BF0E-BD4B-41CF51756760}"/>
                  </a:ext>
                </a:extLst>
              </p14:cNvPr>
              <p14:cNvContentPartPr/>
              <p14:nvPr/>
            </p14:nvContentPartPr>
            <p14:xfrm>
              <a:off x="1098923" y="5058915"/>
              <a:ext cx="150686" cy="236502"/>
            </p14:xfrm>
          </p:contentPart>
        </mc:Choice>
        <mc:Fallback>
          <p:pic>
            <p:nvPicPr>
              <p:cNvPr id="10" name="Ink 9">
                <a:extLst>
                  <a:ext uri="{FF2B5EF4-FFF2-40B4-BE49-F238E27FC236}">
                    <a16:creationId xmlns:a16="http://schemas.microsoft.com/office/drawing/2014/main" id="{A93EDBE8-AFA5-BF0E-BD4B-41CF51756760}"/>
                  </a:ext>
                </a:extLst>
              </p:cNvPr>
              <p:cNvPicPr/>
              <p:nvPr/>
            </p:nvPicPr>
            <p:blipFill>
              <a:blip r:embed="rId10"/>
              <a:stretch>
                <a:fillRect/>
              </a:stretch>
            </p:blipFill>
            <p:spPr>
              <a:xfrm>
                <a:off x="1080941" y="5040944"/>
                <a:ext cx="186290" cy="272085"/>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67815F45-3C81-CDF9-F5C2-9F119495D6C8}"/>
                  </a:ext>
                </a:extLst>
              </p14:cNvPr>
              <p14:cNvContentPartPr/>
              <p14:nvPr/>
            </p14:nvContentPartPr>
            <p14:xfrm>
              <a:off x="1437189" y="5023952"/>
              <a:ext cx="159291" cy="190932"/>
            </p14:xfrm>
          </p:contentPart>
        </mc:Choice>
        <mc:Fallback>
          <p:pic>
            <p:nvPicPr>
              <p:cNvPr id="11" name="Ink 10">
                <a:extLst>
                  <a:ext uri="{FF2B5EF4-FFF2-40B4-BE49-F238E27FC236}">
                    <a16:creationId xmlns:a16="http://schemas.microsoft.com/office/drawing/2014/main" id="{67815F45-3C81-CDF9-F5C2-9F119495D6C8}"/>
                  </a:ext>
                </a:extLst>
              </p:cNvPr>
              <p:cNvPicPr/>
              <p:nvPr/>
            </p:nvPicPr>
            <p:blipFill>
              <a:blip r:embed="rId12"/>
              <a:stretch>
                <a:fillRect/>
              </a:stretch>
            </p:blipFill>
            <p:spPr>
              <a:xfrm>
                <a:off x="1419251" y="5006007"/>
                <a:ext cx="194809" cy="226463"/>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4" name="Ink 13">
                <a:extLst>
                  <a:ext uri="{FF2B5EF4-FFF2-40B4-BE49-F238E27FC236}">
                    <a16:creationId xmlns:a16="http://schemas.microsoft.com/office/drawing/2014/main" id="{6372F040-46A4-8E92-5915-180878C6314D}"/>
                  </a:ext>
                </a:extLst>
              </p14:cNvPr>
              <p14:cNvContentPartPr/>
              <p14:nvPr/>
            </p14:nvContentPartPr>
            <p14:xfrm>
              <a:off x="896372" y="5009140"/>
              <a:ext cx="963560" cy="1055545"/>
            </p14:xfrm>
          </p:contentPart>
        </mc:Choice>
        <mc:Fallback>
          <p:pic>
            <p:nvPicPr>
              <p:cNvPr id="14" name="Ink 13">
                <a:extLst>
                  <a:ext uri="{FF2B5EF4-FFF2-40B4-BE49-F238E27FC236}">
                    <a16:creationId xmlns:a16="http://schemas.microsoft.com/office/drawing/2014/main" id="{6372F040-46A4-8E92-5915-180878C6314D}"/>
                  </a:ext>
                </a:extLst>
              </p:cNvPr>
              <p:cNvPicPr/>
              <p:nvPr/>
            </p:nvPicPr>
            <p:blipFill>
              <a:blip r:embed="rId14"/>
              <a:stretch>
                <a:fillRect/>
              </a:stretch>
            </p:blipFill>
            <p:spPr>
              <a:xfrm>
                <a:off x="878375" y="4991146"/>
                <a:ext cx="999194" cy="1091174"/>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6" name="Ink 15">
                <a:extLst>
                  <a:ext uri="{FF2B5EF4-FFF2-40B4-BE49-F238E27FC236}">
                    <a16:creationId xmlns:a16="http://schemas.microsoft.com/office/drawing/2014/main" id="{F3AEAA8B-E5C7-AA52-85A6-1DC79E95D83B}"/>
                  </a:ext>
                </a:extLst>
              </p14:cNvPr>
              <p14:cNvContentPartPr/>
              <p14:nvPr/>
            </p14:nvContentPartPr>
            <p14:xfrm>
              <a:off x="1678329" y="5720453"/>
              <a:ext cx="480336" cy="153698"/>
            </p14:xfrm>
          </p:contentPart>
        </mc:Choice>
        <mc:Fallback>
          <p:pic>
            <p:nvPicPr>
              <p:cNvPr id="16" name="Ink 15">
                <a:extLst>
                  <a:ext uri="{FF2B5EF4-FFF2-40B4-BE49-F238E27FC236}">
                    <a16:creationId xmlns:a16="http://schemas.microsoft.com/office/drawing/2014/main" id="{F3AEAA8B-E5C7-AA52-85A6-1DC79E95D83B}"/>
                  </a:ext>
                </a:extLst>
              </p:cNvPr>
              <p:cNvPicPr/>
              <p:nvPr/>
            </p:nvPicPr>
            <p:blipFill>
              <a:blip r:embed="rId16"/>
              <a:stretch>
                <a:fillRect/>
              </a:stretch>
            </p:blipFill>
            <p:spPr>
              <a:xfrm>
                <a:off x="1660339" y="5702498"/>
                <a:ext cx="515956" cy="18925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7" name="Ink 16">
                <a:extLst>
                  <a:ext uri="{FF2B5EF4-FFF2-40B4-BE49-F238E27FC236}">
                    <a16:creationId xmlns:a16="http://schemas.microsoft.com/office/drawing/2014/main" id="{2C8F9C6B-8C15-5B4B-B82E-54982F902D27}"/>
                  </a:ext>
                </a:extLst>
              </p14:cNvPr>
              <p14:cNvContentPartPr/>
              <p14:nvPr/>
            </p14:nvContentPartPr>
            <p14:xfrm>
              <a:off x="2150962" y="5408638"/>
              <a:ext cx="814844" cy="349766"/>
            </p14:xfrm>
          </p:contentPart>
        </mc:Choice>
        <mc:Fallback>
          <p:pic>
            <p:nvPicPr>
              <p:cNvPr id="17" name="Ink 16">
                <a:extLst>
                  <a:ext uri="{FF2B5EF4-FFF2-40B4-BE49-F238E27FC236}">
                    <a16:creationId xmlns:a16="http://schemas.microsoft.com/office/drawing/2014/main" id="{2C8F9C6B-8C15-5B4B-B82E-54982F902D27}"/>
                  </a:ext>
                </a:extLst>
              </p:cNvPr>
              <p:cNvPicPr/>
              <p:nvPr/>
            </p:nvPicPr>
            <p:blipFill>
              <a:blip r:embed="rId18"/>
              <a:stretch>
                <a:fillRect/>
              </a:stretch>
            </p:blipFill>
            <p:spPr>
              <a:xfrm>
                <a:off x="2132974" y="5390664"/>
                <a:ext cx="850460" cy="385354"/>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8" name="Ink 17">
                <a:extLst>
                  <a:ext uri="{FF2B5EF4-FFF2-40B4-BE49-F238E27FC236}">
                    <a16:creationId xmlns:a16="http://schemas.microsoft.com/office/drawing/2014/main" id="{90D55D5B-14F6-CAB4-5603-C0F69D161840}"/>
                  </a:ext>
                </a:extLst>
              </p14:cNvPr>
              <p14:cNvContentPartPr/>
              <p14:nvPr/>
            </p14:nvContentPartPr>
            <p14:xfrm>
              <a:off x="2740375" y="5517265"/>
              <a:ext cx="154136" cy="95857"/>
            </p14:xfrm>
          </p:contentPart>
        </mc:Choice>
        <mc:Fallback>
          <p:pic>
            <p:nvPicPr>
              <p:cNvPr id="18" name="Ink 17">
                <a:extLst>
                  <a:ext uri="{FF2B5EF4-FFF2-40B4-BE49-F238E27FC236}">
                    <a16:creationId xmlns:a16="http://schemas.microsoft.com/office/drawing/2014/main" id="{90D55D5B-14F6-CAB4-5603-C0F69D161840}"/>
                  </a:ext>
                </a:extLst>
              </p:cNvPr>
              <p:cNvPicPr/>
              <p:nvPr/>
            </p:nvPicPr>
            <p:blipFill>
              <a:blip r:embed="rId20"/>
              <a:stretch>
                <a:fillRect/>
              </a:stretch>
            </p:blipFill>
            <p:spPr>
              <a:xfrm>
                <a:off x="2722410" y="5499381"/>
                <a:ext cx="189706" cy="131267"/>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20" name="Ink 19">
                <a:extLst>
                  <a:ext uri="{FF2B5EF4-FFF2-40B4-BE49-F238E27FC236}">
                    <a16:creationId xmlns:a16="http://schemas.microsoft.com/office/drawing/2014/main" id="{552FA346-3960-7D25-3979-3AA84BDD9F1E}"/>
                  </a:ext>
                </a:extLst>
              </p14:cNvPr>
              <p14:cNvContentPartPr/>
              <p14:nvPr/>
            </p14:nvContentPartPr>
            <p14:xfrm>
              <a:off x="2122902" y="5651391"/>
              <a:ext cx="471095" cy="463899"/>
            </p14:xfrm>
          </p:contentPart>
        </mc:Choice>
        <mc:Fallback>
          <p:pic>
            <p:nvPicPr>
              <p:cNvPr id="20" name="Ink 19">
                <a:extLst>
                  <a:ext uri="{FF2B5EF4-FFF2-40B4-BE49-F238E27FC236}">
                    <a16:creationId xmlns:a16="http://schemas.microsoft.com/office/drawing/2014/main" id="{552FA346-3960-7D25-3979-3AA84BDD9F1E}"/>
                  </a:ext>
                </a:extLst>
              </p:cNvPr>
              <p:cNvPicPr/>
              <p:nvPr/>
            </p:nvPicPr>
            <p:blipFill>
              <a:blip r:embed="rId22"/>
              <a:stretch>
                <a:fillRect/>
              </a:stretch>
            </p:blipFill>
            <p:spPr>
              <a:xfrm>
                <a:off x="2104921" y="5633410"/>
                <a:ext cx="506697" cy="499501"/>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21" name="Ink 20">
                <a:extLst>
                  <a:ext uri="{FF2B5EF4-FFF2-40B4-BE49-F238E27FC236}">
                    <a16:creationId xmlns:a16="http://schemas.microsoft.com/office/drawing/2014/main" id="{B2C0A138-752B-7DC8-1547-03BFD5733C2D}"/>
                  </a:ext>
                </a:extLst>
              </p14:cNvPr>
              <p14:cNvContentPartPr/>
              <p14:nvPr/>
            </p14:nvContentPartPr>
            <p14:xfrm>
              <a:off x="1108983" y="5337249"/>
              <a:ext cx="66699" cy="122142"/>
            </p14:xfrm>
          </p:contentPart>
        </mc:Choice>
        <mc:Fallback>
          <p:pic>
            <p:nvPicPr>
              <p:cNvPr id="21" name="Ink 20">
                <a:extLst>
                  <a:ext uri="{FF2B5EF4-FFF2-40B4-BE49-F238E27FC236}">
                    <a16:creationId xmlns:a16="http://schemas.microsoft.com/office/drawing/2014/main" id="{B2C0A138-752B-7DC8-1547-03BFD5733C2D}"/>
                  </a:ext>
                </a:extLst>
              </p:cNvPr>
              <p:cNvPicPr/>
              <p:nvPr/>
            </p:nvPicPr>
            <p:blipFill>
              <a:blip r:embed="rId24"/>
              <a:stretch>
                <a:fillRect/>
              </a:stretch>
            </p:blipFill>
            <p:spPr>
              <a:xfrm>
                <a:off x="1091053" y="5319287"/>
                <a:ext cx="102200" cy="157707"/>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22" name="Ink 21">
                <a:extLst>
                  <a:ext uri="{FF2B5EF4-FFF2-40B4-BE49-F238E27FC236}">
                    <a16:creationId xmlns:a16="http://schemas.microsoft.com/office/drawing/2014/main" id="{E611C550-EA3F-9BAD-F9E5-873007153A83}"/>
                  </a:ext>
                </a:extLst>
              </p14:cNvPr>
              <p14:cNvContentPartPr/>
              <p14:nvPr/>
            </p14:nvContentPartPr>
            <p14:xfrm>
              <a:off x="1516915" y="5211197"/>
              <a:ext cx="83703" cy="114554"/>
            </p14:xfrm>
          </p:contentPart>
        </mc:Choice>
        <mc:Fallback>
          <p:pic>
            <p:nvPicPr>
              <p:cNvPr id="22" name="Ink 21">
                <a:extLst>
                  <a:ext uri="{FF2B5EF4-FFF2-40B4-BE49-F238E27FC236}">
                    <a16:creationId xmlns:a16="http://schemas.microsoft.com/office/drawing/2014/main" id="{E611C550-EA3F-9BAD-F9E5-873007153A83}"/>
                  </a:ext>
                </a:extLst>
              </p:cNvPr>
              <p:cNvPicPr/>
              <p:nvPr/>
            </p:nvPicPr>
            <p:blipFill>
              <a:blip r:embed="rId26"/>
              <a:stretch>
                <a:fillRect/>
              </a:stretch>
            </p:blipFill>
            <p:spPr>
              <a:xfrm>
                <a:off x="1499030" y="5193242"/>
                <a:ext cx="119116" cy="150105"/>
              </a:xfrm>
              <a:prstGeom prst="rect">
                <a:avLst/>
              </a:prstGeom>
            </p:spPr>
          </p:pic>
        </mc:Fallback>
      </mc:AlternateContent>
      <p:grpSp>
        <p:nvGrpSpPr>
          <p:cNvPr id="12" name="Group 11">
            <a:extLst>
              <a:ext uri="{FF2B5EF4-FFF2-40B4-BE49-F238E27FC236}">
                <a16:creationId xmlns:a16="http://schemas.microsoft.com/office/drawing/2014/main" id="{5D53C378-6089-81FB-BDB3-B035E6A38F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813" y="1825"/>
            <a:ext cx="12201716" cy="1776784"/>
            <a:chOff x="514473" y="480226"/>
            <a:chExt cx="10900845" cy="1471779"/>
          </a:xfrm>
        </p:grpSpPr>
        <p:sp>
          <p:nvSpPr>
            <p:cNvPr id="5" name="Color">
              <a:extLst>
                <a:ext uri="{FF2B5EF4-FFF2-40B4-BE49-F238E27FC236}">
                  <a16:creationId xmlns:a16="http://schemas.microsoft.com/office/drawing/2014/main" id="{9C05FCA0-ADC2-27BD-3E92-ECE76F997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23432" y="480226"/>
              <a:ext cx="10891886" cy="147177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1A82D0E5-48AB-C059-228B-1208D01BF4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4473" y="488531"/>
              <a:ext cx="10900843" cy="1455166"/>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51CC66A-35D8-5EA1-54BF-2D890D21BE12}"/>
              </a:ext>
            </a:extLst>
          </p:cNvPr>
          <p:cNvSpPr>
            <a:spLocks noGrp="1"/>
          </p:cNvSpPr>
          <p:nvPr>
            <p:ph type="title"/>
          </p:nvPr>
        </p:nvSpPr>
        <p:spPr>
          <a:xfrm>
            <a:off x="276726" y="224757"/>
            <a:ext cx="10515600" cy="1325563"/>
          </a:xfrm>
        </p:spPr>
        <p:txBody>
          <a:bodyPr/>
          <a:lstStyle/>
          <a:p>
            <a:r>
              <a:rPr lang="en-US">
                <a:solidFill>
                  <a:schemeClr val="bg1"/>
                </a:solidFill>
              </a:rPr>
              <a:t>Zef's 3D mockup</a:t>
            </a:r>
          </a:p>
        </p:txBody>
      </p:sp>
    </p:spTree>
    <p:extLst>
      <p:ext uri="{BB962C8B-B14F-4D97-AF65-F5344CB8AC3E}">
        <p14:creationId xmlns:p14="http://schemas.microsoft.com/office/powerpoint/2010/main" val="4147191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15" name="Ink 14">
                <a:extLst>
                  <a:ext uri="{FF2B5EF4-FFF2-40B4-BE49-F238E27FC236}">
                    <a16:creationId xmlns:a16="http://schemas.microsoft.com/office/drawing/2014/main" id="{909F68AC-4533-5933-236C-3E8C64B7139B}"/>
                  </a:ext>
                </a:extLst>
              </p14:cNvPr>
              <p14:cNvContentPartPr/>
              <p14:nvPr/>
            </p14:nvContentPartPr>
            <p14:xfrm>
              <a:off x="6613401" y="1400487"/>
              <a:ext cx="14796" cy="14796"/>
            </p14:xfrm>
          </p:contentPart>
        </mc:Choice>
        <mc:Fallback>
          <p:pic>
            <p:nvPicPr>
              <p:cNvPr id="15" name="Ink 14">
                <a:extLst>
                  <a:ext uri="{FF2B5EF4-FFF2-40B4-BE49-F238E27FC236}">
                    <a16:creationId xmlns:a16="http://schemas.microsoft.com/office/drawing/2014/main" id="{909F68AC-4533-5933-236C-3E8C64B7139B}"/>
                  </a:ext>
                </a:extLst>
              </p:cNvPr>
              <p:cNvPicPr/>
              <p:nvPr/>
            </p:nvPicPr>
            <p:blipFill>
              <a:blip r:embed="rId3"/>
              <a:stretch>
                <a:fillRect/>
              </a:stretch>
            </p:blipFill>
            <p:spPr>
              <a:xfrm>
                <a:off x="5873601" y="660687"/>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7" name="Ink 16">
                <a:extLst>
                  <a:ext uri="{FF2B5EF4-FFF2-40B4-BE49-F238E27FC236}">
                    <a16:creationId xmlns:a16="http://schemas.microsoft.com/office/drawing/2014/main" id="{9D4E803E-C957-72AB-1BA1-FB3A08757C8F}"/>
                  </a:ext>
                </a:extLst>
              </p14:cNvPr>
              <p14:cNvContentPartPr/>
              <p14:nvPr/>
            </p14:nvContentPartPr>
            <p14:xfrm>
              <a:off x="8838194" y="1491171"/>
              <a:ext cx="14796" cy="14796"/>
            </p14:xfrm>
          </p:contentPart>
        </mc:Choice>
        <mc:Fallback>
          <p:pic>
            <p:nvPicPr>
              <p:cNvPr id="17" name="Ink 16">
                <a:extLst>
                  <a:ext uri="{FF2B5EF4-FFF2-40B4-BE49-F238E27FC236}">
                    <a16:creationId xmlns:a16="http://schemas.microsoft.com/office/drawing/2014/main" id="{9D4E803E-C957-72AB-1BA1-FB3A08757C8F}"/>
                  </a:ext>
                </a:extLst>
              </p:cNvPr>
              <p:cNvPicPr/>
              <p:nvPr/>
            </p:nvPicPr>
            <p:blipFill>
              <a:blip r:embed="rId3"/>
              <a:stretch>
                <a:fillRect/>
              </a:stretch>
            </p:blipFill>
            <p:spPr>
              <a:xfrm>
                <a:off x="8098394" y="751371"/>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8" name="Ink 17">
                <a:extLst>
                  <a:ext uri="{FF2B5EF4-FFF2-40B4-BE49-F238E27FC236}">
                    <a16:creationId xmlns:a16="http://schemas.microsoft.com/office/drawing/2014/main" id="{D845F142-7145-4B13-0DF0-D0D519116F4C}"/>
                  </a:ext>
                </a:extLst>
              </p14:cNvPr>
              <p14:cNvContentPartPr/>
              <p14:nvPr/>
            </p14:nvContentPartPr>
            <p14:xfrm>
              <a:off x="9025631" y="1167043"/>
              <a:ext cx="14796" cy="14796"/>
            </p14:xfrm>
          </p:contentPart>
        </mc:Choice>
        <mc:Fallback>
          <p:pic>
            <p:nvPicPr>
              <p:cNvPr id="18" name="Ink 17">
                <a:extLst>
                  <a:ext uri="{FF2B5EF4-FFF2-40B4-BE49-F238E27FC236}">
                    <a16:creationId xmlns:a16="http://schemas.microsoft.com/office/drawing/2014/main" id="{D845F142-7145-4B13-0DF0-D0D519116F4C}"/>
                  </a:ext>
                </a:extLst>
              </p:cNvPr>
              <p:cNvPicPr/>
              <p:nvPr/>
            </p:nvPicPr>
            <p:blipFill>
              <a:blip r:embed="rId6"/>
              <a:stretch>
                <a:fillRect/>
              </a:stretch>
            </p:blipFill>
            <p:spPr>
              <a:xfrm>
                <a:off x="8902331" y="1093063"/>
                <a:ext cx="258930" cy="161276"/>
              </a:xfrm>
              <a:prstGeom prst="rect">
                <a:avLst/>
              </a:prstGeom>
            </p:spPr>
          </p:pic>
        </mc:Fallback>
      </mc:AlternateContent>
      <p:sp>
        <p:nvSpPr>
          <p:cNvPr id="28" name="TextBox 27">
            <a:extLst>
              <a:ext uri="{FF2B5EF4-FFF2-40B4-BE49-F238E27FC236}">
                <a16:creationId xmlns:a16="http://schemas.microsoft.com/office/drawing/2014/main" id="{8C9A14B5-788B-221F-12D5-709CF3500FD7}"/>
              </a:ext>
            </a:extLst>
          </p:cNvPr>
          <p:cNvSpPr txBox="1"/>
          <p:nvPr/>
        </p:nvSpPr>
        <p:spPr>
          <a:xfrm>
            <a:off x="3593171" y="2354145"/>
            <a:ext cx="175941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Battery </a:t>
            </a:r>
          </a:p>
        </p:txBody>
      </p:sp>
      <p:sp>
        <p:nvSpPr>
          <p:cNvPr id="29" name="TextBox 28">
            <a:extLst>
              <a:ext uri="{FF2B5EF4-FFF2-40B4-BE49-F238E27FC236}">
                <a16:creationId xmlns:a16="http://schemas.microsoft.com/office/drawing/2014/main" id="{227F652D-B0AC-B1DD-3150-D818EBAACA94}"/>
              </a:ext>
            </a:extLst>
          </p:cNvPr>
          <p:cNvSpPr txBox="1"/>
          <p:nvPr/>
        </p:nvSpPr>
        <p:spPr>
          <a:xfrm>
            <a:off x="1239024" y="3085170"/>
            <a:ext cx="1251414"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Claws to help with stability</a:t>
            </a:r>
          </a:p>
        </p:txBody>
      </p:sp>
      <p:sp>
        <p:nvSpPr>
          <p:cNvPr id="30" name="TextBox 29">
            <a:extLst>
              <a:ext uri="{FF2B5EF4-FFF2-40B4-BE49-F238E27FC236}">
                <a16:creationId xmlns:a16="http://schemas.microsoft.com/office/drawing/2014/main" id="{E3F63929-B519-BC47-0876-AEC72E415CD6}"/>
              </a:ext>
            </a:extLst>
          </p:cNvPr>
          <p:cNvSpPr txBox="1"/>
          <p:nvPr/>
        </p:nvSpPr>
        <p:spPr>
          <a:xfrm>
            <a:off x="3227658" y="4008244"/>
            <a:ext cx="173463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Temperature probe</a:t>
            </a:r>
          </a:p>
        </p:txBody>
      </p:sp>
      <p:sp>
        <p:nvSpPr>
          <p:cNvPr id="31" name="TextBox 30">
            <a:extLst>
              <a:ext uri="{FF2B5EF4-FFF2-40B4-BE49-F238E27FC236}">
                <a16:creationId xmlns:a16="http://schemas.microsoft.com/office/drawing/2014/main" id="{FCA63AC3-8831-EB6C-322F-BFEFB1947719}"/>
              </a:ext>
            </a:extLst>
          </p:cNvPr>
          <p:cNvSpPr txBox="1"/>
          <p:nvPr/>
        </p:nvSpPr>
        <p:spPr>
          <a:xfrm>
            <a:off x="2106341" y="5464097"/>
            <a:ext cx="102839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SD card</a:t>
            </a:r>
          </a:p>
        </p:txBody>
      </p:sp>
      <p:grpSp>
        <p:nvGrpSpPr>
          <p:cNvPr id="6" name="Group 5">
            <a:extLst>
              <a:ext uri="{FF2B5EF4-FFF2-40B4-BE49-F238E27FC236}">
                <a16:creationId xmlns:a16="http://schemas.microsoft.com/office/drawing/2014/main" id="{5AE3057D-3A1F-C9DA-26F1-19C9E50D8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031CB1FB-A04C-6557-521D-41D97F61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lor">
              <a:extLst>
                <a:ext uri="{FF2B5EF4-FFF2-40B4-BE49-F238E27FC236}">
                  <a16:creationId xmlns:a16="http://schemas.microsoft.com/office/drawing/2014/main" id="{0FE45875-86A9-80B8-082B-D7DD031888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2" name="Picture 21">
            <a:extLst>
              <a:ext uri="{FF2B5EF4-FFF2-40B4-BE49-F238E27FC236}">
                <a16:creationId xmlns:a16="http://schemas.microsoft.com/office/drawing/2014/main" id="{A31A787D-A890-5EAD-46FA-26AC0E9C12AE}"/>
              </a:ext>
            </a:extLst>
          </p:cNvPr>
          <p:cNvPicPr>
            <a:picLocks noChangeAspect="1"/>
          </p:cNvPicPr>
          <p:nvPr/>
        </p:nvPicPr>
        <p:blipFill>
          <a:blip r:embed="rId7"/>
          <a:stretch>
            <a:fillRect/>
          </a:stretch>
        </p:blipFill>
        <p:spPr>
          <a:xfrm>
            <a:off x="7217931" y="1719065"/>
            <a:ext cx="4563923" cy="4989029"/>
          </a:xfrm>
          <a:prstGeom prst="rect">
            <a:avLst/>
          </a:prstGeom>
        </p:spPr>
      </p:pic>
      <p:sp>
        <p:nvSpPr>
          <p:cNvPr id="2" name="Title 1">
            <a:extLst>
              <a:ext uri="{FF2B5EF4-FFF2-40B4-BE49-F238E27FC236}">
                <a16:creationId xmlns:a16="http://schemas.microsoft.com/office/drawing/2014/main" id="{9E00B712-F478-3D2F-6FB3-DFD07B0CE486}"/>
              </a:ext>
            </a:extLst>
          </p:cNvPr>
          <p:cNvSpPr>
            <a:spLocks noGrp="1"/>
          </p:cNvSpPr>
          <p:nvPr>
            <p:ph type="title"/>
          </p:nvPr>
        </p:nvSpPr>
        <p:spPr>
          <a:xfrm>
            <a:off x="196515" y="194677"/>
            <a:ext cx="5869620" cy="1332961"/>
          </a:xfrm>
        </p:spPr>
        <p:txBody>
          <a:bodyPr/>
          <a:lstStyle/>
          <a:p>
            <a:r>
              <a:rPr lang="en-US">
                <a:solidFill>
                  <a:schemeClr val="bg1"/>
                </a:solidFill>
              </a:rPr>
              <a:t>Taliahs 3d Mockup</a:t>
            </a:r>
          </a:p>
        </p:txBody>
      </p:sp>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91AE0CCD-7AAA-1444-B849-98DE4F71B3C0}"/>
                  </a:ext>
                </a:extLst>
              </p14:cNvPr>
              <p14:cNvContentPartPr/>
              <p14:nvPr/>
            </p14:nvContentPartPr>
            <p14:xfrm>
              <a:off x="4423960" y="2576003"/>
              <a:ext cx="6108528" cy="950094"/>
            </p14:xfrm>
          </p:contentPart>
        </mc:Choice>
        <mc:Fallback>
          <p:pic>
            <p:nvPicPr>
              <p:cNvPr id="7" name="Ink 6">
                <a:extLst>
                  <a:ext uri="{FF2B5EF4-FFF2-40B4-BE49-F238E27FC236}">
                    <a16:creationId xmlns:a16="http://schemas.microsoft.com/office/drawing/2014/main" id="{91AE0CCD-7AAA-1444-B849-98DE4F71B3C0}"/>
                  </a:ext>
                </a:extLst>
              </p:cNvPr>
              <p:cNvPicPr/>
              <p:nvPr/>
            </p:nvPicPr>
            <p:blipFill>
              <a:blip r:embed="rId9"/>
              <a:stretch>
                <a:fillRect/>
              </a:stretch>
            </p:blipFill>
            <p:spPr>
              <a:xfrm>
                <a:off x="4405961" y="2558009"/>
                <a:ext cx="6144166" cy="985723"/>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F43F83C1-0D9F-C897-84F8-3A867C19DF1C}"/>
                  </a:ext>
                </a:extLst>
              </p14:cNvPr>
              <p14:cNvContentPartPr/>
              <p14:nvPr/>
            </p14:nvContentPartPr>
            <p14:xfrm>
              <a:off x="2354617" y="3535842"/>
              <a:ext cx="5638637" cy="1753459"/>
            </p14:xfrm>
          </p:contentPart>
        </mc:Choice>
        <mc:Fallback>
          <p:pic>
            <p:nvPicPr>
              <p:cNvPr id="8" name="Ink 7">
                <a:extLst>
                  <a:ext uri="{FF2B5EF4-FFF2-40B4-BE49-F238E27FC236}">
                    <a16:creationId xmlns:a16="http://schemas.microsoft.com/office/drawing/2014/main" id="{F43F83C1-0D9F-C897-84F8-3A867C19DF1C}"/>
                  </a:ext>
                </a:extLst>
              </p:cNvPr>
              <p:cNvPicPr/>
              <p:nvPr/>
            </p:nvPicPr>
            <p:blipFill>
              <a:blip r:embed="rId11"/>
              <a:stretch>
                <a:fillRect/>
              </a:stretch>
            </p:blipFill>
            <p:spPr>
              <a:xfrm>
                <a:off x="2336618" y="3517847"/>
                <a:ext cx="5674274" cy="178909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672704CA-A2DE-8082-6908-9F345769E0DE}"/>
                  </a:ext>
                </a:extLst>
              </p14:cNvPr>
              <p14:cNvContentPartPr/>
              <p14:nvPr/>
            </p14:nvContentPartPr>
            <p14:xfrm>
              <a:off x="3238500" y="5688915"/>
              <a:ext cx="7105146" cy="592571"/>
            </p14:xfrm>
          </p:contentPart>
        </mc:Choice>
        <mc:Fallback>
          <p:pic>
            <p:nvPicPr>
              <p:cNvPr id="9" name="Ink 8">
                <a:extLst>
                  <a:ext uri="{FF2B5EF4-FFF2-40B4-BE49-F238E27FC236}">
                    <a16:creationId xmlns:a16="http://schemas.microsoft.com/office/drawing/2014/main" id="{672704CA-A2DE-8082-6908-9F345769E0DE}"/>
                  </a:ext>
                </a:extLst>
              </p:cNvPr>
              <p:cNvPicPr/>
              <p:nvPr/>
            </p:nvPicPr>
            <p:blipFill>
              <a:blip r:embed="rId13"/>
              <a:stretch>
                <a:fillRect/>
              </a:stretch>
            </p:blipFill>
            <p:spPr>
              <a:xfrm>
                <a:off x="3220500" y="5670926"/>
                <a:ext cx="7140785" cy="62819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0" name="Ink 9">
                <a:extLst>
                  <a:ext uri="{FF2B5EF4-FFF2-40B4-BE49-F238E27FC236}">
                    <a16:creationId xmlns:a16="http://schemas.microsoft.com/office/drawing/2014/main" id="{3DE8B2C5-4F06-F761-4038-6F828EE8105B}"/>
                  </a:ext>
                </a:extLst>
              </p14:cNvPr>
              <p14:cNvContentPartPr/>
              <p14:nvPr/>
            </p14:nvContentPartPr>
            <p14:xfrm>
              <a:off x="4167852" y="4251052"/>
              <a:ext cx="5447306" cy="1593076"/>
            </p14:xfrm>
          </p:contentPart>
        </mc:Choice>
        <mc:Fallback>
          <p:pic>
            <p:nvPicPr>
              <p:cNvPr id="10" name="Ink 9">
                <a:extLst>
                  <a:ext uri="{FF2B5EF4-FFF2-40B4-BE49-F238E27FC236}">
                    <a16:creationId xmlns:a16="http://schemas.microsoft.com/office/drawing/2014/main" id="{3DE8B2C5-4F06-F761-4038-6F828EE8105B}"/>
                  </a:ext>
                </a:extLst>
              </p:cNvPr>
              <p:cNvPicPr/>
              <p:nvPr/>
            </p:nvPicPr>
            <p:blipFill>
              <a:blip r:embed="rId15"/>
              <a:stretch>
                <a:fillRect/>
              </a:stretch>
            </p:blipFill>
            <p:spPr>
              <a:xfrm>
                <a:off x="4149854" y="4233055"/>
                <a:ext cx="5482942" cy="1628710"/>
              </a:xfrm>
              <a:prstGeom prst="rect">
                <a:avLst/>
              </a:prstGeom>
            </p:spPr>
          </p:pic>
        </mc:Fallback>
      </mc:AlternateContent>
    </p:spTree>
    <p:extLst>
      <p:ext uri="{BB962C8B-B14F-4D97-AF65-F5344CB8AC3E}">
        <p14:creationId xmlns:p14="http://schemas.microsoft.com/office/powerpoint/2010/main" val="21497232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88E1B6B-A0D6-8247-31F9-647DEF5E7127}"/>
              </a:ext>
            </a:extLst>
          </p:cNvPr>
          <p:cNvPicPr>
            <a:picLocks noGrp="1" noChangeAspect="1"/>
          </p:cNvPicPr>
          <p:nvPr>
            <p:ph idx="1"/>
          </p:nvPr>
        </p:nvPicPr>
        <p:blipFill>
          <a:blip r:embed="rId2"/>
          <a:stretch>
            <a:fillRect/>
          </a:stretch>
        </p:blipFill>
        <p:spPr>
          <a:xfrm>
            <a:off x="1309739" y="2187059"/>
            <a:ext cx="9136320" cy="4559299"/>
          </a:xfrm>
          <a:prstGeom prst="rect">
            <a:avLst/>
          </a:prstGeom>
        </p:spPr>
      </p:pic>
      <p:grpSp>
        <p:nvGrpSpPr>
          <p:cNvPr id="11" name="Group 10">
            <a:extLst>
              <a:ext uri="{FF2B5EF4-FFF2-40B4-BE49-F238E27FC236}">
                <a16:creationId xmlns:a16="http://schemas.microsoft.com/office/drawing/2014/main" id="{ADEC6ED6-915F-8E19-B8CE-42C47769EA2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944" y="1825"/>
            <a:ext cx="12251846" cy="1716626"/>
            <a:chOff x="469687" y="480226"/>
            <a:chExt cx="10945631" cy="1421948"/>
          </a:xfrm>
        </p:grpSpPr>
        <p:sp>
          <p:nvSpPr>
            <p:cNvPr id="9" name="Color">
              <a:extLst>
                <a:ext uri="{FF2B5EF4-FFF2-40B4-BE49-F238E27FC236}">
                  <a16:creationId xmlns:a16="http://schemas.microsoft.com/office/drawing/2014/main" id="{42C9A67B-F21D-7E6B-5D53-704A94B14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C3178A38-F0D4-0B0E-AB45-8134AF7F8E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8645" y="488531"/>
              <a:ext cx="10936673" cy="141364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C88F65-E257-50D0-F69C-69363F25BCCB}"/>
              </a:ext>
            </a:extLst>
          </p:cNvPr>
          <p:cNvSpPr>
            <a:spLocks noGrp="1"/>
          </p:cNvSpPr>
          <p:nvPr>
            <p:ph type="title"/>
          </p:nvPr>
        </p:nvSpPr>
        <p:spPr>
          <a:xfrm>
            <a:off x="417094" y="194678"/>
            <a:ext cx="10515600" cy="1325563"/>
          </a:xfrm>
        </p:spPr>
        <p:txBody>
          <a:bodyPr/>
          <a:lstStyle/>
          <a:p>
            <a:r>
              <a:rPr lang="en-US">
                <a:solidFill>
                  <a:srgbClr val="FFFFFF"/>
                </a:solidFill>
              </a:rPr>
              <a:t>Zef's Website Mockup</a:t>
            </a:r>
          </a:p>
        </p:txBody>
      </p:sp>
    </p:spTree>
    <p:extLst>
      <p:ext uri="{BB962C8B-B14F-4D97-AF65-F5344CB8AC3E}">
        <p14:creationId xmlns:p14="http://schemas.microsoft.com/office/powerpoint/2010/main" val="1366860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14FB030-11D3-7EF4-6BAE-B0DAAC286BAD}"/>
              </a:ext>
            </a:extLst>
          </p:cNvPr>
          <p:cNvPicPr>
            <a:picLocks noGrp="1" noChangeAspect="1"/>
          </p:cNvPicPr>
          <p:nvPr>
            <p:ph idx="1"/>
          </p:nvPr>
        </p:nvPicPr>
        <p:blipFill>
          <a:blip r:embed="rId2"/>
          <a:stretch>
            <a:fillRect/>
          </a:stretch>
        </p:blipFill>
        <p:spPr>
          <a:xfrm>
            <a:off x="3044999" y="2338457"/>
            <a:ext cx="6205132" cy="4520647"/>
          </a:xfrm>
          <a:prstGeom prst="rect">
            <a:avLst/>
          </a:prstGeom>
        </p:spPr>
      </p:pic>
      <p:grpSp>
        <p:nvGrpSpPr>
          <p:cNvPr id="11" name="Group 10">
            <a:extLst>
              <a:ext uri="{FF2B5EF4-FFF2-40B4-BE49-F238E27FC236}">
                <a16:creationId xmlns:a16="http://schemas.microsoft.com/office/drawing/2014/main" id="{C47CC5E7-9E0C-1C22-7558-600849365B6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9" name="Color">
              <a:extLst>
                <a:ext uri="{FF2B5EF4-FFF2-40B4-BE49-F238E27FC236}">
                  <a16:creationId xmlns:a16="http://schemas.microsoft.com/office/drawing/2014/main" id="{51B8D2F8-C602-9AA0-8218-53FEA540B2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08A53690-4B70-C5D2-5B7A-838AEFD40B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04BC8D6-7AFA-1B30-7B41-F587777381A9}"/>
              </a:ext>
            </a:extLst>
          </p:cNvPr>
          <p:cNvSpPr>
            <a:spLocks noGrp="1"/>
          </p:cNvSpPr>
          <p:nvPr>
            <p:ph type="title"/>
          </p:nvPr>
        </p:nvSpPr>
        <p:spPr>
          <a:xfrm>
            <a:off x="174336" y="197716"/>
            <a:ext cx="10515600" cy="1325563"/>
          </a:xfrm>
        </p:spPr>
        <p:txBody>
          <a:bodyPr/>
          <a:lstStyle/>
          <a:p>
            <a:r>
              <a:rPr lang="en-US">
                <a:solidFill>
                  <a:srgbClr val="FFFFFF"/>
                </a:solidFill>
              </a:rPr>
              <a:t>Oscar's Website Mockup</a:t>
            </a:r>
          </a:p>
        </p:txBody>
      </p:sp>
    </p:spTree>
    <p:extLst>
      <p:ext uri="{BB962C8B-B14F-4D97-AF65-F5344CB8AC3E}">
        <p14:creationId xmlns:p14="http://schemas.microsoft.com/office/powerpoint/2010/main" val="3107933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EB7D4B0-5233-EF46-C5FB-4067893490FB}"/>
              </a:ext>
            </a:extLst>
          </p:cNvPr>
          <p:cNvPicPr>
            <a:picLocks noGrp="1" noChangeAspect="1"/>
          </p:cNvPicPr>
          <p:nvPr>
            <p:ph idx="1"/>
          </p:nvPr>
        </p:nvPicPr>
        <p:blipFill>
          <a:blip r:embed="rId2"/>
          <a:stretch>
            <a:fillRect/>
          </a:stretch>
        </p:blipFill>
        <p:spPr>
          <a:xfrm>
            <a:off x="4081587" y="2238199"/>
            <a:ext cx="6917185" cy="3880905"/>
          </a:xfrm>
          <a:prstGeom prst="rect">
            <a:avLst/>
          </a:prstGeom>
        </p:spPr>
      </p:pic>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291E65B1-4420-81D5-05F8-C0FF12741F77}"/>
                  </a:ext>
                </a:extLst>
              </p14:cNvPr>
              <p14:cNvContentPartPr/>
              <p14:nvPr/>
            </p14:nvContentPartPr>
            <p14:xfrm>
              <a:off x="2432625" y="2224683"/>
              <a:ext cx="3396522" cy="859071"/>
            </p14:xfrm>
          </p:contentPart>
        </mc:Choice>
        <mc:Fallback>
          <p:pic>
            <p:nvPicPr>
              <p:cNvPr id="5" name="Ink 4">
                <a:extLst>
                  <a:ext uri="{FF2B5EF4-FFF2-40B4-BE49-F238E27FC236}">
                    <a16:creationId xmlns:a16="http://schemas.microsoft.com/office/drawing/2014/main" id="{291E65B1-4420-81D5-05F8-C0FF12741F77}"/>
                  </a:ext>
                </a:extLst>
              </p:cNvPr>
              <p:cNvPicPr/>
              <p:nvPr/>
            </p:nvPicPr>
            <p:blipFill>
              <a:blip r:embed="rId4"/>
              <a:stretch>
                <a:fillRect/>
              </a:stretch>
            </p:blipFill>
            <p:spPr>
              <a:xfrm>
                <a:off x="2414625" y="2206688"/>
                <a:ext cx="3432161" cy="894701"/>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1" name="Ink 10">
                <a:extLst>
                  <a:ext uri="{FF2B5EF4-FFF2-40B4-BE49-F238E27FC236}">
                    <a16:creationId xmlns:a16="http://schemas.microsoft.com/office/drawing/2014/main" id="{53A11908-C8F3-228A-2A42-64DCE78996A9}"/>
                  </a:ext>
                </a:extLst>
              </p14:cNvPr>
              <p14:cNvContentPartPr/>
              <p14:nvPr/>
            </p14:nvContentPartPr>
            <p14:xfrm>
              <a:off x="3567694" y="3854549"/>
              <a:ext cx="3965780" cy="486181"/>
            </p14:xfrm>
          </p:contentPart>
        </mc:Choice>
        <mc:Fallback>
          <p:pic>
            <p:nvPicPr>
              <p:cNvPr id="11" name="Ink 10">
                <a:extLst>
                  <a:ext uri="{FF2B5EF4-FFF2-40B4-BE49-F238E27FC236}">
                    <a16:creationId xmlns:a16="http://schemas.microsoft.com/office/drawing/2014/main" id="{53A11908-C8F3-228A-2A42-64DCE78996A9}"/>
                  </a:ext>
                </a:extLst>
              </p:cNvPr>
              <p:cNvPicPr/>
              <p:nvPr/>
            </p:nvPicPr>
            <p:blipFill>
              <a:blip r:embed="rId6"/>
              <a:stretch>
                <a:fillRect/>
              </a:stretch>
            </p:blipFill>
            <p:spPr>
              <a:xfrm>
                <a:off x="3549696" y="3836569"/>
                <a:ext cx="4001417" cy="521782"/>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2" name="Ink 11">
                <a:extLst>
                  <a:ext uri="{FF2B5EF4-FFF2-40B4-BE49-F238E27FC236}">
                    <a16:creationId xmlns:a16="http://schemas.microsoft.com/office/drawing/2014/main" id="{AB26A816-7054-250C-2DD5-14C1B01A714F}"/>
                  </a:ext>
                </a:extLst>
              </p14:cNvPr>
              <p14:cNvContentPartPr/>
              <p14:nvPr/>
            </p14:nvContentPartPr>
            <p14:xfrm>
              <a:off x="3501141" y="3882410"/>
              <a:ext cx="3961299" cy="1036743"/>
            </p14:xfrm>
          </p:contentPart>
        </mc:Choice>
        <mc:Fallback>
          <p:pic>
            <p:nvPicPr>
              <p:cNvPr id="12" name="Ink 11">
                <a:extLst>
                  <a:ext uri="{FF2B5EF4-FFF2-40B4-BE49-F238E27FC236}">
                    <a16:creationId xmlns:a16="http://schemas.microsoft.com/office/drawing/2014/main" id="{AB26A816-7054-250C-2DD5-14C1B01A714F}"/>
                  </a:ext>
                </a:extLst>
              </p:cNvPr>
              <p:cNvPicPr/>
              <p:nvPr/>
            </p:nvPicPr>
            <p:blipFill>
              <a:blip r:embed="rId8"/>
              <a:stretch>
                <a:fillRect/>
              </a:stretch>
            </p:blipFill>
            <p:spPr>
              <a:xfrm>
                <a:off x="3483142" y="3864417"/>
                <a:ext cx="3996938" cy="1072369"/>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3" name="Ink 12">
                <a:extLst>
                  <a:ext uri="{FF2B5EF4-FFF2-40B4-BE49-F238E27FC236}">
                    <a16:creationId xmlns:a16="http://schemas.microsoft.com/office/drawing/2014/main" id="{0D5BF425-7455-5047-8B5B-95729688C396}"/>
                  </a:ext>
                </a:extLst>
              </p14:cNvPr>
              <p14:cNvContentPartPr/>
              <p14:nvPr/>
            </p14:nvContentPartPr>
            <p14:xfrm>
              <a:off x="3448897" y="3842633"/>
              <a:ext cx="1878915" cy="453033"/>
            </p14:xfrm>
          </p:contentPart>
        </mc:Choice>
        <mc:Fallback>
          <p:pic>
            <p:nvPicPr>
              <p:cNvPr id="13" name="Ink 12">
                <a:extLst>
                  <a:ext uri="{FF2B5EF4-FFF2-40B4-BE49-F238E27FC236}">
                    <a16:creationId xmlns:a16="http://schemas.microsoft.com/office/drawing/2014/main" id="{0D5BF425-7455-5047-8B5B-95729688C396}"/>
                  </a:ext>
                </a:extLst>
              </p:cNvPr>
              <p:cNvPicPr/>
              <p:nvPr/>
            </p:nvPicPr>
            <p:blipFill>
              <a:blip r:embed="rId10"/>
              <a:stretch>
                <a:fillRect/>
              </a:stretch>
            </p:blipFill>
            <p:spPr>
              <a:xfrm>
                <a:off x="3430900" y="3824641"/>
                <a:ext cx="1914550" cy="488657"/>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4" name="Ink 13">
                <a:extLst>
                  <a:ext uri="{FF2B5EF4-FFF2-40B4-BE49-F238E27FC236}">
                    <a16:creationId xmlns:a16="http://schemas.microsoft.com/office/drawing/2014/main" id="{2221E05B-8385-4427-59AE-C55D3918076B}"/>
                  </a:ext>
                </a:extLst>
              </p14:cNvPr>
              <p14:cNvContentPartPr/>
              <p14:nvPr/>
            </p14:nvContentPartPr>
            <p14:xfrm>
              <a:off x="3510431" y="3850126"/>
              <a:ext cx="1775883" cy="802648"/>
            </p14:xfrm>
          </p:contentPart>
        </mc:Choice>
        <mc:Fallback>
          <p:pic>
            <p:nvPicPr>
              <p:cNvPr id="14" name="Ink 13">
                <a:extLst>
                  <a:ext uri="{FF2B5EF4-FFF2-40B4-BE49-F238E27FC236}">
                    <a16:creationId xmlns:a16="http://schemas.microsoft.com/office/drawing/2014/main" id="{2221E05B-8385-4427-59AE-C55D3918076B}"/>
                  </a:ext>
                </a:extLst>
              </p:cNvPr>
              <p:cNvPicPr/>
              <p:nvPr/>
            </p:nvPicPr>
            <p:blipFill>
              <a:blip r:embed="rId12"/>
              <a:stretch>
                <a:fillRect/>
              </a:stretch>
            </p:blipFill>
            <p:spPr>
              <a:xfrm>
                <a:off x="3492435" y="3832137"/>
                <a:ext cx="1811516" cy="838265"/>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5" name="Ink 14">
                <a:extLst>
                  <a:ext uri="{FF2B5EF4-FFF2-40B4-BE49-F238E27FC236}">
                    <a16:creationId xmlns:a16="http://schemas.microsoft.com/office/drawing/2014/main" id="{E139891A-B456-ABC2-8311-60B3B4D12537}"/>
                  </a:ext>
                </a:extLst>
              </p14:cNvPr>
              <p14:cNvContentPartPr/>
              <p14:nvPr/>
            </p14:nvContentPartPr>
            <p14:xfrm>
              <a:off x="1974101" y="5279849"/>
              <a:ext cx="4206857" cy="308726"/>
            </p14:xfrm>
          </p:contentPart>
        </mc:Choice>
        <mc:Fallback>
          <p:pic>
            <p:nvPicPr>
              <p:cNvPr id="15" name="Ink 14">
                <a:extLst>
                  <a:ext uri="{FF2B5EF4-FFF2-40B4-BE49-F238E27FC236}">
                    <a16:creationId xmlns:a16="http://schemas.microsoft.com/office/drawing/2014/main" id="{E139891A-B456-ABC2-8311-60B3B4D12537}"/>
                  </a:ext>
                </a:extLst>
              </p:cNvPr>
              <p:cNvPicPr/>
              <p:nvPr/>
            </p:nvPicPr>
            <p:blipFill>
              <a:blip r:embed="rId14"/>
              <a:stretch>
                <a:fillRect/>
              </a:stretch>
            </p:blipFill>
            <p:spPr>
              <a:xfrm>
                <a:off x="1956103" y="5261858"/>
                <a:ext cx="4242493" cy="344348"/>
              </a:xfrm>
              <a:prstGeom prst="rect">
                <a:avLst/>
              </a:prstGeom>
            </p:spPr>
          </p:pic>
        </mc:Fallback>
      </mc:AlternateContent>
      <p:sp>
        <p:nvSpPr>
          <p:cNvPr id="16" name="TextBox 15">
            <a:extLst>
              <a:ext uri="{FF2B5EF4-FFF2-40B4-BE49-F238E27FC236}">
                <a16:creationId xmlns:a16="http://schemas.microsoft.com/office/drawing/2014/main" id="{24FEF3ED-F281-D4E7-22C3-88CFF0405EB0}"/>
              </a:ext>
            </a:extLst>
          </p:cNvPr>
          <p:cNvSpPr txBox="1"/>
          <p:nvPr/>
        </p:nvSpPr>
        <p:spPr>
          <a:xfrm>
            <a:off x="478733" y="2052765"/>
            <a:ext cx="207145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Our name in a blue </a:t>
            </a:r>
            <a:r>
              <a:rPr lang="en-US" err="1"/>
              <a:t>colour</a:t>
            </a:r>
            <a:r>
              <a:rPr lang="en-US"/>
              <a:t> scheme to represent the water </a:t>
            </a:r>
          </a:p>
        </p:txBody>
      </p:sp>
      <p:sp>
        <p:nvSpPr>
          <p:cNvPr id="22" name="TextBox 21">
            <a:extLst>
              <a:ext uri="{FF2B5EF4-FFF2-40B4-BE49-F238E27FC236}">
                <a16:creationId xmlns:a16="http://schemas.microsoft.com/office/drawing/2014/main" id="{50409287-EF5B-CF5B-A14E-2C5D39440B15}"/>
              </a:ext>
            </a:extLst>
          </p:cNvPr>
          <p:cNvSpPr txBox="1"/>
          <p:nvPr/>
        </p:nvSpPr>
        <p:spPr>
          <a:xfrm>
            <a:off x="2032325" y="3650746"/>
            <a:ext cx="210104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another page </a:t>
            </a:r>
          </a:p>
        </p:txBody>
      </p:sp>
      <p:sp>
        <p:nvSpPr>
          <p:cNvPr id="23" name="TextBox 22">
            <a:extLst>
              <a:ext uri="{FF2B5EF4-FFF2-40B4-BE49-F238E27FC236}">
                <a16:creationId xmlns:a16="http://schemas.microsoft.com/office/drawing/2014/main" id="{4FF51D3C-6667-07BD-0EBF-46440DDD405A}"/>
              </a:ext>
            </a:extLst>
          </p:cNvPr>
          <p:cNvSpPr txBox="1"/>
          <p:nvPr/>
        </p:nvSpPr>
        <p:spPr>
          <a:xfrm>
            <a:off x="477048" y="4922370"/>
            <a:ext cx="158318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 page were users can buy the probe</a:t>
            </a:r>
          </a:p>
        </p:txBody>
      </p:sp>
      <p:grpSp>
        <p:nvGrpSpPr>
          <p:cNvPr id="18" name="Group 17">
            <a:extLst>
              <a:ext uri="{FF2B5EF4-FFF2-40B4-BE49-F238E27FC236}">
                <a16:creationId xmlns:a16="http://schemas.microsoft.com/office/drawing/2014/main" id="{874B9EED-B8A1-41F2-433B-899420AECD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0" name="Color">
              <a:extLst>
                <a:ext uri="{FF2B5EF4-FFF2-40B4-BE49-F238E27FC236}">
                  <a16:creationId xmlns:a16="http://schemas.microsoft.com/office/drawing/2014/main" id="{0B11F266-29C2-C315-D5CE-194D3BE075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74BEF22A-C833-41A9-4568-ADC4E8EA23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CC06B4-3A01-A656-443F-0A54FBECDA36}"/>
              </a:ext>
            </a:extLst>
          </p:cNvPr>
          <p:cNvSpPr>
            <a:spLocks noGrp="1"/>
          </p:cNvSpPr>
          <p:nvPr>
            <p:ph type="title"/>
          </p:nvPr>
        </p:nvSpPr>
        <p:spPr>
          <a:xfrm>
            <a:off x="46122" y="194678"/>
            <a:ext cx="10515600" cy="1325563"/>
          </a:xfrm>
        </p:spPr>
        <p:txBody>
          <a:bodyPr/>
          <a:lstStyle/>
          <a:p>
            <a:r>
              <a:rPr lang="en-US">
                <a:solidFill>
                  <a:schemeClr val="bg1"/>
                </a:solidFill>
              </a:rPr>
              <a:t>Taliahs Website Mockup</a:t>
            </a:r>
          </a:p>
        </p:txBody>
      </p:sp>
    </p:spTree>
    <p:extLst>
      <p:ext uri="{BB962C8B-B14F-4D97-AF65-F5344CB8AC3E}">
        <p14:creationId xmlns:p14="http://schemas.microsoft.com/office/powerpoint/2010/main" val="41964531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087900-9F6A-E9B8-8CC1-5248A5AD74C7}"/>
              </a:ext>
            </a:extLst>
          </p:cNvPr>
          <p:cNvPicPr>
            <a:picLocks noChangeAspect="1"/>
          </p:cNvPicPr>
          <p:nvPr/>
        </p:nvPicPr>
        <p:blipFill>
          <a:blip r:embed="rId2"/>
          <a:stretch>
            <a:fillRect/>
          </a:stretch>
        </p:blipFill>
        <p:spPr>
          <a:xfrm>
            <a:off x="4172917" y="2686188"/>
            <a:ext cx="3843131" cy="3843131"/>
          </a:xfrm>
          <a:prstGeom prst="rect">
            <a:avLst/>
          </a:prstGeom>
        </p:spPr>
      </p:pic>
      <p:grpSp>
        <p:nvGrpSpPr>
          <p:cNvPr id="7" name="Group 6">
            <a:extLst>
              <a:ext uri="{FF2B5EF4-FFF2-40B4-BE49-F238E27FC236}">
                <a16:creationId xmlns:a16="http://schemas.microsoft.com/office/drawing/2014/main" id="{CECE36E4-90FD-D8E9-5273-90FEDF63ED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5" name="Color">
              <a:extLst>
                <a:ext uri="{FF2B5EF4-FFF2-40B4-BE49-F238E27FC236}">
                  <a16:creationId xmlns:a16="http://schemas.microsoft.com/office/drawing/2014/main" id="{D00CDF6C-2858-01DD-78AE-3FB7712D23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0BBF08C7-C96B-5410-249C-D72D85F0A2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87D877-1A18-83C4-94B1-173689B4C6A1}"/>
              </a:ext>
            </a:extLst>
          </p:cNvPr>
          <p:cNvSpPr>
            <a:spLocks noGrp="1"/>
          </p:cNvSpPr>
          <p:nvPr>
            <p:ph type="title"/>
          </p:nvPr>
        </p:nvSpPr>
        <p:spPr>
          <a:xfrm>
            <a:off x="197427" y="197715"/>
            <a:ext cx="10515600" cy="1325563"/>
          </a:xfrm>
        </p:spPr>
        <p:txBody>
          <a:bodyPr/>
          <a:lstStyle/>
          <a:p>
            <a:r>
              <a:rPr lang="en-US">
                <a:solidFill>
                  <a:schemeClr val="bg1"/>
                </a:solidFill>
              </a:rPr>
              <a:t>Zef's Logo Mockup</a:t>
            </a:r>
          </a:p>
        </p:txBody>
      </p:sp>
    </p:spTree>
    <p:extLst>
      <p:ext uri="{BB962C8B-B14F-4D97-AF65-F5344CB8AC3E}">
        <p14:creationId xmlns:p14="http://schemas.microsoft.com/office/powerpoint/2010/main" val="28538550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E4EAD7D-C846-7894-026B-0BD0ABEA5624}"/>
              </a:ext>
            </a:extLst>
          </p:cNvPr>
          <p:cNvPicPr>
            <a:picLocks noGrp="1" noChangeAspect="1"/>
          </p:cNvPicPr>
          <p:nvPr>
            <p:ph idx="1"/>
          </p:nvPr>
        </p:nvPicPr>
        <p:blipFill>
          <a:blip r:embed="rId2"/>
          <a:stretch>
            <a:fillRect/>
          </a:stretch>
        </p:blipFill>
        <p:spPr>
          <a:xfrm>
            <a:off x="3859634" y="2603500"/>
            <a:ext cx="3416300" cy="3416300"/>
          </a:xfrm>
          <a:prstGeom prst="rect">
            <a:avLst/>
          </a:prstGeom>
        </p:spPr>
      </p:pic>
      <p:sp>
        <p:nvSpPr>
          <p:cNvPr id="5" name="TextBox 4">
            <a:extLst>
              <a:ext uri="{FF2B5EF4-FFF2-40B4-BE49-F238E27FC236}">
                <a16:creationId xmlns:a16="http://schemas.microsoft.com/office/drawing/2014/main" id="{876E83F0-23FE-F5A7-E3DD-6082A5B8E14C}"/>
              </a:ext>
            </a:extLst>
          </p:cNvPr>
          <p:cNvSpPr txBox="1"/>
          <p:nvPr/>
        </p:nvSpPr>
        <p:spPr>
          <a:xfrm>
            <a:off x="1167576" y="2843051"/>
            <a:ext cx="267510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Blue to represent the water it works in</a:t>
            </a:r>
          </a:p>
        </p:txBody>
      </p:sp>
      <p:grpSp>
        <p:nvGrpSpPr>
          <p:cNvPr id="8" name="Group 7">
            <a:extLst>
              <a:ext uri="{FF2B5EF4-FFF2-40B4-BE49-F238E27FC236}">
                <a16:creationId xmlns:a16="http://schemas.microsoft.com/office/drawing/2014/main" id="{BF5CF546-A14D-56BE-E340-21EE8FE6558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6" name="Color">
              <a:extLst>
                <a:ext uri="{FF2B5EF4-FFF2-40B4-BE49-F238E27FC236}">
                  <a16:creationId xmlns:a16="http://schemas.microsoft.com/office/drawing/2014/main" id="{55F7DB37-A8EF-2470-DB74-B2BCCA4AE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lor">
              <a:extLst>
                <a:ext uri="{FF2B5EF4-FFF2-40B4-BE49-F238E27FC236}">
                  <a16:creationId xmlns:a16="http://schemas.microsoft.com/office/drawing/2014/main" id="{2D5FFFA6-390D-AA3E-29FD-1A333CC07A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606A4EE-1A20-9BCE-F68F-8A6820025ED2}"/>
              </a:ext>
            </a:extLst>
          </p:cNvPr>
          <p:cNvSpPr>
            <a:spLocks noGrp="1"/>
          </p:cNvSpPr>
          <p:nvPr>
            <p:ph type="title"/>
          </p:nvPr>
        </p:nvSpPr>
        <p:spPr>
          <a:xfrm>
            <a:off x="180110" y="197716"/>
            <a:ext cx="10515600" cy="1325563"/>
          </a:xfrm>
        </p:spPr>
        <p:txBody>
          <a:bodyPr/>
          <a:lstStyle/>
          <a:p>
            <a:r>
              <a:rPr lang="en-US">
                <a:solidFill>
                  <a:schemeClr val="bg1"/>
                </a:solidFill>
              </a:rPr>
              <a:t>Oscar's Logo Mockup</a:t>
            </a:r>
          </a:p>
        </p:txBody>
      </p:sp>
    </p:spTree>
    <p:extLst>
      <p:ext uri="{BB962C8B-B14F-4D97-AF65-F5344CB8AC3E}">
        <p14:creationId xmlns:p14="http://schemas.microsoft.com/office/powerpoint/2010/main" val="13803216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5450514-D7F2-2BB6-89C5-113A6524D56D}"/>
              </a:ext>
            </a:extLst>
          </p:cNvPr>
          <p:cNvPicPr>
            <a:picLocks noGrp="1" noChangeAspect="1"/>
          </p:cNvPicPr>
          <p:nvPr>
            <p:ph idx="1"/>
          </p:nvPr>
        </p:nvPicPr>
        <p:blipFill>
          <a:blip r:embed="rId2"/>
          <a:stretch>
            <a:fillRect/>
          </a:stretch>
        </p:blipFill>
        <p:spPr>
          <a:xfrm>
            <a:off x="3273986" y="1695860"/>
            <a:ext cx="5244027" cy="4585092"/>
          </a:xfrm>
          <a:prstGeom prst="rect">
            <a:avLst/>
          </a:prstGeom>
        </p:spPr>
      </p:pic>
      <p:grpSp>
        <p:nvGrpSpPr>
          <p:cNvPr id="7" name="Group 6">
            <a:extLst>
              <a:ext uri="{FF2B5EF4-FFF2-40B4-BE49-F238E27FC236}">
                <a16:creationId xmlns:a16="http://schemas.microsoft.com/office/drawing/2014/main" id="{3F7ECD6C-158E-67A6-ADB4-4A21A3108B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1CD01FD3-954A-3A23-1D31-52BAFDF7D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35DAA2F6-71B6-7CD7-B239-BE46061B13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EB6081-E41C-E3FF-269E-8B1C60D65713}"/>
              </a:ext>
            </a:extLst>
          </p:cNvPr>
          <p:cNvSpPr>
            <a:spLocks noGrp="1"/>
          </p:cNvSpPr>
          <p:nvPr>
            <p:ph type="title"/>
          </p:nvPr>
        </p:nvSpPr>
        <p:spPr>
          <a:xfrm>
            <a:off x="180109" y="197716"/>
            <a:ext cx="10515600" cy="1325563"/>
          </a:xfrm>
        </p:spPr>
        <p:txBody>
          <a:bodyPr/>
          <a:lstStyle/>
          <a:p>
            <a:r>
              <a:rPr lang="en-US">
                <a:solidFill>
                  <a:schemeClr val="bg1"/>
                </a:solidFill>
              </a:rPr>
              <a:t>Taliah's logo Mockup</a:t>
            </a:r>
          </a:p>
        </p:txBody>
      </p:sp>
    </p:spTree>
    <p:extLst>
      <p:ext uri="{BB962C8B-B14F-4D97-AF65-F5344CB8AC3E}">
        <p14:creationId xmlns:p14="http://schemas.microsoft.com/office/powerpoint/2010/main" val="13189327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 name="Color Cover">
            <a:extLst>
              <a:ext uri="{FF2B5EF4-FFF2-40B4-BE49-F238E27FC236}">
                <a16:creationId xmlns:a16="http://schemas.microsoft.com/office/drawing/2014/main" id="{815925C2-A704-4D47-B1C1-3FCA52512E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Cover">
            <a:extLst>
              <a:ext uri="{FF2B5EF4-FFF2-40B4-BE49-F238E27FC236}">
                <a16:creationId xmlns:a16="http://schemas.microsoft.com/office/drawing/2014/main" id="{01D4315C-C23C-4FD3-98DF-08C29E2292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5E6B47BC-43FD-4C91-8BFF-B41B99A8A39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6064235" cy="6858000"/>
            <a:chOff x="651279" y="598259"/>
            <a:chExt cx="10889442" cy="5680742"/>
          </a:xfrm>
        </p:grpSpPr>
        <p:sp>
          <p:nvSpPr>
            <p:cNvPr id="13" name="Color">
              <a:extLst>
                <a:ext uri="{FF2B5EF4-FFF2-40B4-BE49-F238E27FC236}">
                  <a16:creationId xmlns:a16="http://schemas.microsoft.com/office/drawing/2014/main" id="{13038185-AC3C-4595-945F-25311424C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lor">
              <a:extLst>
                <a:ext uri="{FF2B5EF4-FFF2-40B4-BE49-F238E27FC236}">
                  <a16:creationId xmlns:a16="http://schemas.microsoft.com/office/drawing/2014/main" id="{75D51AA0-C095-4650-A361-B294320BFE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9A6D4E23-7F5E-FFF1-E437-7D524E9B201B}"/>
              </a:ext>
            </a:extLst>
          </p:cNvPr>
          <p:cNvSpPr>
            <a:spLocks noGrp="1"/>
          </p:cNvSpPr>
          <p:nvPr>
            <p:ph type="title"/>
          </p:nvPr>
        </p:nvSpPr>
        <p:spPr>
          <a:xfrm>
            <a:off x="786385" y="841248"/>
            <a:ext cx="5129600" cy="5340097"/>
          </a:xfrm>
        </p:spPr>
        <p:txBody>
          <a:bodyPr anchor="ctr">
            <a:normAutofit/>
          </a:bodyPr>
          <a:lstStyle/>
          <a:p>
            <a:r>
              <a:rPr lang="en-US" sz="4800">
                <a:solidFill>
                  <a:schemeClr val="bg1"/>
                </a:solidFill>
              </a:rPr>
              <a:t>Evaluation Criteria</a:t>
            </a:r>
          </a:p>
        </p:txBody>
      </p:sp>
      <p:sp>
        <p:nvSpPr>
          <p:cNvPr id="3" name="Content Placeholder 2">
            <a:extLst>
              <a:ext uri="{FF2B5EF4-FFF2-40B4-BE49-F238E27FC236}">
                <a16:creationId xmlns:a16="http://schemas.microsoft.com/office/drawing/2014/main" id="{C999C599-B8CA-EE81-4840-2B23F0BFE06D}"/>
              </a:ext>
            </a:extLst>
          </p:cNvPr>
          <p:cNvSpPr>
            <a:spLocks noGrp="1"/>
          </p:cNvSpPr>
          <p:nvPr>
            <p:ph idx="1"/>
          </p:nvPr>
        </p:nvSpPr>
        <p:spPr>
          <a:xfrm>
            <a:off x="6464410" y="841247"/>
            <a:ext cx="4484536" cy="5340097"/>
          </a:xfrm>
        </p:spPr>
        <p:txBody>
          <a:bodyPr vert="horz" lIns="91440" tIns="45720" rIns="91440" bIns="45720" rtlCol="0" anchor="ctr">
            <a:normAutofit/>
          </a:bodyPr>
          <a:lstStyle/>
          <a:p>
            <a:r>
              <a:rPr lang="en-US" sz="1800">
                <a:solidFill>
                  <a:schemeClr val="tx2"/>
                </a:solidFill>
              </a:rPr>
              <a:t>The user can easily identify where to find instructions to use the probe (30 seconds at most).</a:t>
            </a:r>
          </a:p>
          <a:p>
            <a:r>
              <a:rPr lang="en-US" sz="1800">
                <a:solidFill>
                  <a:schemeClr val="tx2"/>
                </a:solidFill>
              </a:rPr>
              <a:t>The instructions is clear and concise enough that the average user can understand how to use the probe and upload a reading within 10 minutes</a:t>
            </a:r>
          </a:p>
          <a:p>
            <a:r>
              <a:rPr lang="en-US" sz="1800">
                <a:solidFill>
                  <a:schemeClr val="tx2"/>
                </a:solidFill>
              </a:rPr>
              <a:t>The reading interface is clear enough so that the average user can easily analyze and understand the results of a reading (high/low turbidity, dangerous/safe, etc.)</a:t>
            </a:r>
          </a:p>
          <a:p>
            <a:r>
              <a:rPr lang="en-US" sz="1800">
                <a:solidFill>
                  <a:schemeClr val="tx2"/>
                </a:solidFill>
              </a:rPr>
              <a:t>The user can figure out where to find their previous readings within 30 seconds.</a:t>
            </a:r>
          </a:p>
          <a:p>
            <a:r>
              <a:rPr lang="en-US" sz="1800">
                <a:solidFill>
                  <a:schemeClr val="tx2"/>
                </a:solidFill>
              </a:rPr>
              <a:t>The website is intuitive enough that the user is easily aware of which part of the website they are in and how to navigate to other pages</a:t>
            </a:r>
          </a:p>
        </p:txBody>
      </p:sp>
    </p:spTree>
    <p:extLst>
      <p:ext uri="{BB962C8B-B14F-4D97-AF65-F5344CB8AC3E}">
        <p14:creationId xmlns:p14="http://schemas.microsoft.com/office/powerpoint/2010/main" val="34576929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Slide Background Fill">
            <a:extLst>
              <a:ext uri="{FF2B5EF4-FFF2-40B4-BE49-F238E27FC236}">
                <a16:creationId xmlns:a16="http://schemas.microsoft.com/office/drawing/2014/main" id="{C3420C89-0B09-4632-A4AF-3971D08BF7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Color Cover">
            <a:extLst>
              <a:ext uri="{FF2B5EF4-FFF2-40B4-BE49-F238E27FC236}">
                <a16:creationId xmlns:a16="http://schemas.microsoft.com/office/drawing/2014/main" id="{4E5CBA61-BF74-40B4-A3A8-366BBA626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C27E70C-5470-4262-B9CE-AE52C51CF4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2929"/>
            <a:ext cx="12188952" cy="3490956"/>
            <a:chOff x="651279" y="598259"/>
            <a:chExt cx="10889442" cy="5680742"/>
          </a:xfrm>
        </p:grpSpPr>
        <p:sp>
          <p:nvSpPr>
            <p:cNvPr id="21" name="Color">
              <a:extLst>
                <a:ext uri="{FF2B5EF4-FFF2-40B4-BE49-F238E27FC236}">
                  <a16:creationId xmlns:a16="http://schemas.microsoft.com/office/drawing/2014/main" id="{B5C7D35F-738C-47DF-AD6E-859806E460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lor">
              <a:extLst>
                <a:ext uri="{FF2B5EF4-FFF2-40B4-BE49-F238E27FC236}">
                  <a16:creationId xmlns:a16="http://schemas.microsoft.com/office/drawing/2014/main" id="{740F8C8B-E52F-46CF-89C7-51C6A037CF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C9A0F5B2-B3B2-4448-F130-E01E44E49D91}"/>
              </a:ext>
            </a:extLst>
          </p:cNvPr>
          <p:cNvPicPr>
            <a:picLocks noChangeAspect="1"/>
          </p:cNvPicPr>
          <p:nvPr/>
        </p:nvPicPr>
        <p:blipFill>
          <a:blip r:embed="rId2"/>
          <a:stretch>
            <a:fillRect/>
          </a:stretch>
        </p:blipFill>
        <p:spPr>
          <a:xfrm>
            <a:off x="6803647" y="2151842"/>
            <a:ext cx="4730214" cy="2554316"/>
          </a:xfrm>
          <a:prstGeom prst="rect">
            <a:avLst/>
          </a:prstGeom>
        </p:spPr>
      </p:pic>
      <p:grpSp>
        <p:nvGrpSpPr>
          <p:cNvPr id="24" name="Group 23">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5" name="Freeform: Shape 24">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5" name="Freeform: Shape 14">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0" name="Freeform: Shape 29">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A2820B42-F2E1-0D4A-CA11-6969E8E37672}"/>
              </a:ext>
            </a:extLst>
          </p:cNvPr>
          <p:cNvSpPr>
            <a:spLocks noGrp="1"/>
          </p:cNvSpPr>
          <p:nvPr>
            <p:ph type="title"/>
          </p:nvPr>
        </p:nvSpPr>
        <p:spPr>
          <a:xfrm>
            <a:off x="786384" y="841249"/>
            <a:ext cx="5692953" cy="2587131"/>
          </a:xfrm>
        </p:spPr>
        <p:txBody>
          <a:bodyPr anchor="b">
            <a:normAutofit/>
          </a:bodyPr>
          <a:lstStyle/>
          <a:p>
            <a:r>
              <a:rPr lang="en-AU" sz="4800">
                <a:solidFill>
                  <a:schemeClr val="bg1"/>
                </a:solidFill>
              </a:rPr>
              <a:t>Version Control</a:t>
            </a:r>
          </a:p>
        </p:txBody>
      </p:sp>
      <p:sp>
        <p:nvSpPr>
          <p:cNvPr id="3" name="Content Placeholder 2">
            <a:extLst>
              <a:ext uri="{FF2B5EF4-FFF2-40B4-BE49-F238E27FC236}">
                <a16:creationId xmlns:a16="http://schemas.microsoft.com/office/drawing/2014/main" id="{78A9B5C1-0D08-E7D6-1604-F4E765D729ED}"/>
              </a:ext>
            </a:extLst>
          </p:cNvPr>
          <p:cNvSpPr>
            <a:spLocks noGrp="1"/>
          </p:cNvSpPr>
          <p:nvPr>
            <p:ph idx="1"/>
          </p:nvPr>
        </p:nvSpPr>
        <p:spPr>
          <a:xfrm>
            <a:off x="786383" y="3566810"/>
            <a:ext cx="5692953" cy="2651110"/>
          </a:xfrm>
        </p:spPr>
        <p:txBody>
          <a:bodyPr anchor="ctr">
            <a:normAutofit/>
          </a:bodyPr>
          <a:lstStyle/>
          <a:p>
            <a:pPr marL="0" indent="0">
              <a:buNone/>
            </a:pPr>
            <a:r>
              <a:rPr lang="en-AU" sz="2000">
                <a:solidFill>
                  <a:schemeClr val="tx2"/>
                </a:solidFill>
              </a:rPr>
              <a:t>The version control is maintained on GitHub primarily by Oscar. It is used to keep track of all versions of the project and who made what changes. If a problem arises the version can be reverted to an older, working version of the project.</a:t>
            </a:r>
            <a:endParaRPr lang="en-US" sz="2000">
              <a:solidFill>
                <a:schemeClr val="tx2"/>
              </a:solidFill>
            </a:endParaRPr>
          </a:p>
        </p:txBody>
      </p:sp>
    </p:spTree>
    <p:extLst>
      <p:ext uri="{BB962C8B-B14F-4D97-AF65-F5344CB8AC3E}">
        <p14:creationId xmlns:p14="http://schemas.microsoft.com/office/powerpoint/2010/main" val="2973244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lor Cover">
            <a:extLst>
              <a:ext uri="{FF2B5EF4-FFF2-40B4-BE49-F238E27FC236}">
                <a16:creationId xmlns:a16="http://schemas.microsoft.com/office/drawing/2014/main" id="{8B2B1708-8CE4-4A20-94F5-55118AE2CB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1F9866A9-B167-4D75-8F7F-360025AD6B4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7167"/>
            <a:ext cx="12188952" cy="2469184"/>
            <a:chOff x="651279" y="598259"/>
            <a:chExt cx="10889442" cy="4018039"/>
          </a:xfrm>
        </p:grpSpPr>
        <p:sp>
          <p:nvSpPr>
            <p:cNvPr id="19" name="Color">
              <a:extLst>
                <a:ext uri="{FF2B5EF4-FFF2-40B4-BE49-F238E27FC236}">
                  <a16:creationId xmlns:a16="http://schemas.microsoft.com/office/drawing/2014/main" id="{C2DD07C1-6CFB-48E5-AD0E-AC091042B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398046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lor">
              <a:extLst>
                <a:ext uri="{FF2B5EF4-FFF2-40B4-BE49-F238E27FC236}">
                  <a16:creationId xmlns:a16="http://schemas.microsoft.com/office/drawing/2014/main" id="{F9A8FC0F-BD29-4D9A-ABF1-D75E3A2691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4018039"/>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Content Placeholder 3">
            <a:extLst>
              <a:ext uri="{FF2B5EF4-FFF2-40B4-BE49-F238E27FC236}">
                <a16:creationId xmlns:a16="http://schemas.microsoft.com/office/drawing/2014/main" id="{514C81AC-0D0A-6F04-301A-86FB85CD49D7}"/>
              </a:ext>
              <a:ext uri="{C183D7F6-B498-43B3-948B-1728B52AA6E4}">
                <adec:decorative xmlns:adec="http://schemas.microsoft.com/office/drawing/2017/decorative" val="1"/>
              </a:ext>
            </a:extLst>
          </p:cNvPr>
          <p:cNvPicPr>
            <a:picLocks noChangeAspect="1"/>
          </p:cNvPicPr>
          <p:nvPr/>
        </p:nvPicPr>
        <p:blipFill>
          <a:blip r:embed="rId2"/>
          <a:srcRect b="11166"/>
          <a:stretch>
            <a:fillRect/>
          </a:stretch>
        </p:blipFill>
        <p:spPr>
          <a:xfrm>
            <a:off x="1007829" y="2456709"/>
            <a:ext cx="9723622" cy="4265218"/>
          </a:xfrm>
          <a:prstGeom prst="rect">
            <a:avLst/>
          </a:prstGeom>
        </p:spPr>
      </p:pic>
      <p:grpSp>
        <p:nvGrpSpPr>
          <p:cNvPr id="22" name="Group 21">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3" name="Freeform: Shape 22">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9" name="Freeform: Shape 28">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2B862ED3-17C4-55EC-D135-C4D91E30AC99}"/>
              </a:ext>
            </a:extLst>
          </p:cNvPr>
          <p:cNvSpPr>
            <a:spLocks noGrp="1"/>
          </p:cNvSpPr>
          <p:nvPr>
            <p:ph type="title"/>
          </p:nvPr>
        </p:nvSpPr>
        <p:spPr>
          <a:xfrm>
            <a:off x="789708" y="339165"/>
            <a:ext cx="5633531" cy="2226769"/>
          </a:xfrm>
        </p:spPr>
        <p:txBody>
          <a:bodyPr vert="horz" lIns="91440" tIns="45720" rIns="91440" bIns="45720" rtlCol="0" anchor="ctr">
            <a:normAutofit/>
          </a:bodyPr>
          <a:lstStyle/>
          <a:p>
            <a:r>
              <a:rPr lang="en-US" sz="4800" kern="1200">
                <a:solidFill>
                  <a:schemeClr val="bg1"/>
                </a:solidFill>
                <a:latin typeface="+mj-lt"/>
                <a:ea typeface="+mj-ea"/>
                <a:cs typeface="+mj-cs"/>
              </a:rPr>
              <a:t>Gantt Chart</a:t>
            </a:r>
          </a:p>
        </p:txBody>
      </p:sp>
    </p:spTree>
    <p:extLst>
      <p:ext uri="{BB962C8B-B14F-4D97-AF65-F5344CB8AC3E}">
        <p14:creationId xmlns:p14="http://schemas.microsoft.com/office/powerpoint/2010/main" val="14359998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0C07A3-0361-52C0-FF89-FE53253FC367}"/>
              </a:ext>
            </a:extLst>
          </p:cNvPr>
          <p:cNvSpPr>
            <a:spLocks noGrp="1"/>
          </p:cNvSpPr>
          <p:nvPr>
            <p:ph type="title"/>
          </p:nvPr>
        </p:nvSpPr>
        <p:spPr/>
        <p:txBody>
          <a:bodyPr/>
          <a:lstStyle/>
          <a:p>
            <a:r>
              <a:rPr lang="en-AU"/>
              <a:t>Test Cases</a:t>
            </a:r>
          </a:p>
        </p:txBody>
      </p:sp>
      <p:sp>
        <p:nvSpPr>
          <p:cNvPr id="3" name="Content Placeholder 2">
            <a:extLst>
              <a:ext uri="{FF2B5EF4-FFF2-40B4-BE49-F238E27FC236}">
                <a16:creationId xmlns:a16="http://schemas.microsoft.com/office/drawing/2014/main" id="{FBDB3519-0AA1-2B1E-B871-936C4F975A08}"/>
              </a:ext>
            </a:extLst>
          </p:cNvPr>
          <p:cNvSpPr>
            <a:spLocks noGrp="1"/>
          </p:cNvSpPr>
          <p:nvPr>
            <p:ph idx="1"/>
          </p:nvPr>
        </p:nvSpPr>
        <p:spPr/>
        <p:txBody>
          <a:bodyPr/>
          <a:lstStyle/>
          <a:p>
            <a:endParaRPr lang="en-AU"/>
          </a:p>
        </p:txBody>
      </p:sp>
    </p:spTree>
    <p:extLst>
      <p:ext uri="{BB962C8B-B14F-4D97-AF65-F5344CB8AC3E}">
        <p14:creationId xmlns:p14="http://schemas.microsoft.com/office/powerpoint/2010/main" val="10986578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737</Words>
  <Application>Microsoft Office PowerPoint</Application>
  <PresentationFormat>Widescreen</PresentationFormat>
  <Paragraphs>83</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Arial</vt:lpstr>
      <vt:lpstr>Arial,Sans-Serif</vt:lpstr>
      <vt:lpstr>Office Theme</vt:lpstr>
      <vt:lpstr>S.W.Q.S.</vt:lpstr>
      <vt:lpstr>Analysis stage</vt:lpstr>
      <vt:lpstr>Empathy map</vt:lpstr>
      <vt:lpstr>Ideate</vt:lpstr>
      <vt:lpstr>Filter </vt:lpstr>
      <vt:lpstr>Final decision </vt:lpstr>
      <vt:lpstr>Design</vt:lpstr>
      <vt:lpstr>Oscar's 3d Mockup</vt:lpstr>
      <vt:lpstr>Zef's 3D mockup</vt:lpstr>
      <vt:lpstr>Taliahs 3d Mockup</vt:lpstr>
      <vt:lpstr>Zef's Website Mockup</vt:lpstr>
      <vt:lpstr>Oscar's Website Mockup</vt:lpstr>
      <vt:lpstr>Taliahs Website Mockup</vt:lpstr>
      <vt:lpstr>Zef's Logo Mockup</vt:lpstr>
      <vt:lpstr>Oscar's Logo Mockup</vt:lpstr>
      <vt:lpstr>Taliah's logo Mockup</vt:lpstr>
      <vt:lpstr>Evaluation Criteria</vt:lpstr>
      <vt:lpstr>Version Control</vt:lpstr>
      <vt:lpstr>Gantt Chart</vt:lpstr>
      <vt:lpstr>Test Cases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Oscar GLAISTER</dc:creator>
  <cp:lastModifiedBy>Oscar GLAISTER</cp:lastModifiedBy>
  <cp:revision>1</cp:revision>
  <dcterms:created xsi:type="dcterms:W3CDTF">2026-08-11T02:43:56Z</dcterms:created>
  <dcterms:modified xsi:type="dcterms:W3CDTF">2026-08-20T23:34:56Z</dcterms:modified>
</cp:coreProperties>
</file>