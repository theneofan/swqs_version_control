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0" r:id="rId5"/>
    <p:sldId id="259"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9C1DE80-53CF-4A72-884A-7A8152EF750D}" v="3" dt="2026-08-11T02:48:55.0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66" autoAdjust="0"/>
    <p:restoredTop sz="94660"/>
  </p:normalViewPr>
  <p:slideViewPr>
    <p:cSldViewPr snapToGrid="0">
      <p:cViewPr varScale="1">
        <p:scale>
          <a:sx n="90" d="100"/>
          <a:sy n="90" d="100"/>
        </p:scale>
        <p:origin x="403"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scar Glaister" userId="e6f16566-ea0c-4df4-8ebb-5765e438d351" providerId="ADAL" clId="{252C8254-46BD-4598-B285-E6EC582ADBF0}"/>
    <pc:docChg chg="addSld modSld">
      <pc:chgData name="Oscar Glaister" userId="e6f16566-ea0c-4df4-8ebb-5765e438d351" providerId="ADAL" clId="{252C8254-46BD-4598-B285-E6EC582ADBF0}" dt="2026-08-11T02:48:55.025" v="2"/>
      <pc:docMkLst>
        <pc:docMk/>
      </pc:docMkLst>
      <pc:sldChg chg="modSp">
        <pc:chgData name="Oscar Glaister" userId="e6f16566-ea0c-4df4-8ebb-5765e438d351" providerId="ADAL" clId="{252C8254-46BD-4598-B285-E6EC582ADBF0}" dt="2026-08-11T02:48:30.023" v="1"/>
        <pc:sldMkLst>
          <pc:docMk/>
          <pc:sldMk cId="1388250180" sldId="256"/>
        </pc:sldMkLst>
        <pc:spChg chg="mod">
          <ac:chgData name="Oscar Glaister" userId="e6f16566-ea0c-4df4-8ebb-5765e438d351" providerId="ADAL" clId="{252C8254-46BD-4598-B285-E6EC582ADBF0}" dt="2026-08-11T02:48:30.023" v="1"/>
          <ac:spMkLst>
            <pc:docMk/>
            <pc:sldMk cId="1388250180" sldId="256"/>
            <ac:spMk id="2" creationId="{6DB75583-8F97-757A-3D9C-B459F698BB0E}"/>
          </ac:spMkLst>
        </pc:spChg>
        <pc:spChg chg="mod">
          <ac:chgData name="Oscar Glaister" userId="e6f16566-ea0c-4df4-8ebb-5765e438d351" providerId="ADAL" clId="{252C8254-46BD-4598-B285-E6EC582ADBF0}" dt="2026-08-11T02:48:30.023" v="1"/>
          <ac:spMkLst>
            <pc:docMk/>
            <pc:sldMk cId="1388250180" sldId="256"/>
            <ac:spMk id="3" creationId="{D6761061-F77B-C890-18C0-41105821CB02}"/>
          </ac:spMkLst>
        </pc:spChg>
      </pc:sldChg>
      <pc:sldChg chg="add setBg">
        <pc:chgData name="Oscar Glaister" userId="e6f16566-ea0c-4df4-8ebb-5765e438d351" providerId="ADAL" clId="{252C8254-46BD-4598-B285-E6EC582ADBF0}" dt="2026-08-11T02:47:52.888" v="0"/>
        <pc:sldMkLst>
          <pc:docMk/>
          <pc:sldMk cId="2121627959" sldId="257"/>
        </pc:sldMkLst>
      </pc:sldChg>
      <pc:sldChg chg="modSp add">
        <pc:chgData name="Oscar Glaister" userId="e6f16566-ea0c-4df4-8ebb-5765e438d351" providerId="ADAL" clId="{252C8254-46BD-4598-B285-E6EC582ADBF0}" dt="2026-08-11T02:48:30.023" v="1"/>
        <pc:sldMkLst>
          <pc:docMk/>
          <pc:sldMk cId="2596983293" sldId="258"/>
        </pc:sldMkLst>
        <pc:spChg chg="mod">
          <ac:chgData name="Oscar Glaister" userId="e6f16566-ea0c-4df4-8ebb-5765e438d351" providerId="ADAL" clId="{252C8254-46BD-4598-B285-E6EC582ADBF0}" dt="2026-08-11T02:48:30.023" v="1"/>
          <ac:spMkLst>
            <pc:docMk/>
            <pc:sldMk cId="2596983293" sldId="258"/>
            <ac:spMk id="2" creationId="{2AA11678-84F7-92FE-126E-23DE7FB8F1F9}"/>
          </ac:spMkLst>
        </pc:spChg>
      </pc:sldChg>
      <pc:sldChg chg="add">
        <pc:chgData name="Oscar Glaister" userId="e6f16566-ea0c-4df4-8ebb-5765e438d351" providerId="ADAL" clId="{252C8254-46BD-4598-B285-E6EC582ADBF0}" dt="2026-08-11T02:47:52.888" v="0"/>
        <pc:sldMkLst>
          <pc:docMk/>
          <pc:sldMk cId="3022893737" sldId="259"/>
        </pc:sldMkLst>
      </pc:sldChg>
      <pc:sldChg chg="delSp add setBg">
        <pc:chgData name="Oscar Glaister" userId="e6f16566-ea0c-4df4-8ebb-5765e438d351" providerId="ADAL" clId="{252C8254-46BD-4598-B285-E6EC582ADBF0}" dt="2026-08-11T02:47:52.888" v="0"/>
        <pc:sldMkLst>
          <pc:docMk/>
          <pc:sldMk cId="2897359550" sldId="260"/>
        </pc:sldMkLst>
        <pc:spChg chg="del">
          <ac:chgData name="Oscar Glaister" userId="e6f16566-ea0c-4df4-8ebb-5765e438d351" providerId="ADAL" clId="{252C8254-46BD-4598-B285-E6EC582ADBF0}" dt="2026-08-11T02:47:52.888" v="0"/>
          <ac:spMkLst>
            <pc:docMk/>
            <pc:sldMk cId="2897359550" sldId="260"/>
            <ac:spMk id="13" creationId="{B8144315-1C5A-4185-A952-25D98D303D46}"/>
          </ac:spMkLst>
        </pc:spChg>
        <pc:spChg chg="del">
          <ac:chgData name="Oscar Glaister" userId="e6f16566-ea0c-4df4-8ebb-5765e438d351" providerId="ADAL" clId="{252C8254-46BD-4598-B285-E6EC582ADBF0}" dt="2026-08-11T02:47:52.888" v="0"/>
          <ac:spMkLst>
            <pc:docMk/>
            <pc:sldMk cId="2897359550" sldId="260"/>
            <ac:spMk id="15" creationId="{31D248D0-90D8-4EAF-84EE-DA3868518829}"/>
          </ac:spMkLst>
        </pc:spChg>
        <pc:spChg chg="del">
          <ac:chgData name="Oscar Glaister" userId="e6f16566-ea0c-4df4-8ebb-5765e438d351" providerId="ADAL" clId="{252C8254-46BD-4598-B285-E6EC582ADBF0}" dt="2026-08-11T02:47:52.888" v="0"/>
          <ac:spMkLst>
            <pc:docMk/>
            <pc:sldMk cId="2897359550" sldId="260"/>
            <ac:spMk id="17" creationId="{0775805F-9E56-4330-9EA3-04D38DCEC3F1}"/>
          </ac:spMkLst>
        </pc:spChg>
        <pc:grpChg chg="del">
          <ac:chgData name="Oscar Glaister" userId="e6f16566-ea0c-4df4-8ebb-5765e438d351" providerId="ADAL" clId="{252C8254-46BD-4598-B285-E6EC582ADBF0}" dt="2026-08-11T02:47:52.888" v="0"/>
          <ac:grpSpMkLst>
            <pc:docMk/>
            <pc:sldMk cId="2897359550" sldId="260"/>
            <ac:grpSpMk id="9" creationId="{4091D54B-59AB-4A5E-8E9E-0421BD66D4FB}"/>
          </ac:grpSpMkLst>
        </pc:grpChg>
      </pc:sldChg>
      <pc:sldChg chg="delSp add setBg">
        <pc:chgData name="Oscar Glaister" userId="e6f16566-ea0c-4df4-8ebb-5765e438d351" providerId="ADAL" clId="{252C8254-46BD-4598-B285-E6EC582ADBF0}" dt="2026-08-11T02:47:52.888" v="0"/>
        <pc:sldMkLst>
          <pc:docMk/>
          <pc:sldMk cId="4094592511" sldId="261"/>
        </pc:sldMkLst>
        <pc:spChg chg="del">
          <ac:chgData name="Oscar Glaister" userId="e6f16566-ea0c-4df4-8ebb-5765e438d351" providerId="ADAL" clId="{252C8254-46BD-4598-B285-E6EC582ADBF0}" dt="2026-08-11T02:47:52.888" v="0"/>
          <ac:spMkLst>
            <pc:docMk/>
            <pc:sldMk cId="4094592511" sldId="261"/>
            <ac:spMk id="80" creationId="{F70C2B8F-6B1B-46D5-86E6-40F36C695FC2}"/>
          </ac:spMkLst>
        </pc:spChg>
        <pc:spChg chg="del">
          <ac:chgData name="Oscar Glaister" userId="e6f16566-ea0c-4df4-8ebb-5765e438d351" providerId="ADAL" clId="{252C8254-46BD-4598-B285-E6EC582ADBF0}" dt="2026-08-11T02:47:52.888" v="0"/>
          <ac:spMkLst>
            <pc:docMk/>
            <pc:sldMk cId="4094592511" sldId="261"/>
            <ac:spMk id="81" creationId="{DB521824-592C-476A-AB0A-CA0C6D1F3407}"/>
          </ac:spMkLst>
        </pc:spChg>
        <pc:spChg chg="del">
          <ac:chgData name="Oscar Glaister" userId="e6f16566-ea0c-4df4-8ebb-5765e438d351" providerId="ADAL" clId="{252C8254-46BD-4598-B285-E6EC582ADBF0}" dt="2026-08-11T02:47:52.888" v="0"/>
          <ac:spMkLst>
            <pc:docMk/>
            <pc:sldMk cId="4094592511" sldId="261"/>
            <ac:spMk id="82" creationId="{A2749EFA-8EE4-4EB8-9424-8E593B9320AD}"/>
          </ac:spMkLst>
        </pc:spChg>
        <pc:spChg chg="del">
          <ac:chgData name="Oscar Glaister" userId="e6f16566-ea0c-4df4-8ebb-5765e438d351" providerId="ADAL" clId="{252C8254-46BD-4598-B285-E6EC582ADBF0}" dt="2026-08-11T02:47:52.888" v="0"/>
          <ac:spMkLst>
            <pc:docMk/>
            <pc:sldMk cId="4094592511" sldId="261"/>
            <ac:spMk id="83" creationId="{B5C860C9-D4F9-4350-80DA-0D1CD36C7741}"/>
          </ac:spMkLst>
        </pc:spChg>
        <pc:spChg chg="del">
          <ac:chgData name="Oscar Glaister" userId="e6f16566-ea0c-4df4-8ebb-5765e438d351" providerId="ADAL" clId="{252C8254-46BD-4598-B285-E6EC582ADBF0}" dt="2026-08-11T02:47:52.888" v="0"/>
          <ac:spMkLst>
            <pc:docMk/>
            <pc:sldMk cId="4094592511" sldId="261"/>
            <ac:spMk id="84" creationId="{538A90C8-AE0E-4EBA-9AF8-EEDB206020E0}"/>
          </ac:spMkLst>
        </pc:spChg>
      </pc:sldChg>
      <pc:sldChg chg="add">
        <pc:chgData name="Oscar Glaister" userId="e6f16566-ea0c-4df4-8ebb-5765e438d351" providerId="ADAL" clId="{252C8254-46BD-4598-B285-E6EC582ADBF0}" dt="2026-08-11T02:48:55.025" v="2"/>
        <pc:sldMkLst>
          <pc:docMk/>
          <pc:sldMk cId="591232533" sldId="262"/>
        </pc:sldMkLst>
      </pc:sldChg>
      <pc:sldChg chg="add">
        <pc:chgData name="Oscar Glaister" userId="e6f16566-ea0c-4df4-8ebb-5765e438d351" providerId="ADAL" clId="{252C8254-46BD-4598-B285-E6EC582ADBF0}" dt="2026-08-11T02:48:55.025" v="2"/>
        <pc:sldMkLst>
          <pc:docMk/>
          <pc:sldMk cId="1378381461" sldId="263"/>
        </pc:sldMkLst>
      </pc:sldChg>
      <pc:sldChg chg="add">
        <pc:chgData name="Oscar Glaister" userId="e6f16566-ea0c-4df4-8ebb-5765e438d351" providerId="ADAL" clId="{252C8254-46BD-4598-B285-E6EC582ADBF0}" dt="2026-08-11T02:48:55.025" v="2"/>
        <pc:sldMkLst>
          <pc:docMk/>
          <pc:sldMk cId="1366860525" sldId="264"/>
        </pc:sldMkLst>
      </pc:sldChg>
      <pc:sldChg chg="add">
        <pc:chgData name="Oscar Glaister" userId="e6f16566-ea0c-4df4-8ebb-5765e438d351" providerId="ADAL" clId="{252C8254-46BD-4598-B285-E6EC582ADBF0}" dt="2026-08-11T02:48:55.025" v="2"/>
        <pc:sldMkLst>
          <pc:docMk/>
          <pc:sldMk cId="3107933604" sldId="265"/>
        </pc:sldMkLst>
      </pc:sldChg>
      <pc:sldChg chg="add">
        <pc:chgData name="Oscar Glaister" userId="e6f16566-ea0c-4df4-8ebb-5765e438d351" providerId="ADAL" clId="{252C8254-46BD-4598-B285-E6EC582ADBF0}" dt="2026-08-11T02:48:55.025" v="2"/>
        <pc:sldMkLst>
          <pc:docMk/>
          <pc:sldMk cId="2853855006" sldId="266"/>
        </pc:sldMkLst>
      </pc:sldChg>
      <pc:sldChg chg="add">
        <pc:chgData name="Oscar Glaister" userId="e6f16566-ea0c-4df4-8ebb-5765e438d351" providerId="ADAL" clId="{252C8254-46BD-4598-B285-E6EC582ADBF0}" dt="2026-08-11T02:48:55.025" v="2"/>
        <pc:sldMkLst>
          <pc:docMk/>
          <pc:sldMk cId="1380321696" sldId="267"/>
        </pc:sldMkLst>
      </pc:sldChg>
      <pc:sldChg chg="add">
        <pc:chgData name="Oscar Glaister" userId="e6f16566-ea0c-4df4-8ebb-5765e438d351" providerId="ADAL" clId="{252C8254-46BD-4598-B285-E6EC582ADBF0}" dt="2026-08-11T02:48:55.025" v="2"/>
        <pc:sldMkLst>
          <pc:docMk/>
          <pc:sldMk cId="1318932797" sldId="268"/>
        </pc:sldMkLst>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7"/>
    </inkml:context>
    <inkml:brush xml:id="br0">
      <inkml:brushProperty name="width" value="0.1" units="cm"/>
      <inkml:brushProperty name="height" value="0.1" units="cm"/>
    </inkml:brush>
  </inkml:definitions>
  <inkml:trace contextRef="#ctx0" brushRef="#br0">22014 7662 1855 0 0,'-9'9'4672'0'0,"-8"8"-3584"0"0,0 5-672 0 0,-3 3-32 0 0,3 2-96 0 0,0 2-64 0 0,-3-1-96 0 0,3 4-32 0 0,0 2-32 0 0,-2 3 0 0 0,-2 5-32 0 0,2 0 0 0 0,0 1 64 0 0,-5 3 32 0 0,-4 2-32 0 0,-1-2 0 0 0,-1 0 32 0 0,1 1 0 0 0,1-3 64 0 0,-4-4-32 0 0,-1-10 32 0 0,0-4 0 0 0,6-3 0 0 0,4-1-32 0 0,0-3-32 0 0,0-2-32 0 0,0 2-32 0 0,3 2 0 0 0,1-3-32 0 0,-1-4 0 0 0,-2-1 0 0 0,-1-1 160 0 0,3 0-128 0 0,0 0 0 0 0,0 1 32 0 0,-2-1-64 0 0,3 1-32 0 0,0 0 32 0 0,4 1-32 0 0,-1-2 0 0 0,-2-2 0 0 0,3 1 0 0 0,-2-2 0 0 0,3 3 0 0 0,-1 0 64 0 0,2 1-512 0 0,-1-1-352 0 0,-3-2-1216 0 0,2-4 2016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8"/>
    </inkml:context>
    <inkml:brush xml:id="br0">
      <inkml:brushProperty name="width" value="0.1" units="cm"/>
      <inkml:brushProperty name="height" value="0.1" units="cm"/>
    </inkml:brush>
  </inkml:definitions>
  <inkml:trace contextRef="#ctx0" brushRef="#br0">20929 8424 3455 0 0,'-4'9'5280'0'0,"-2"8"-5120"0"0,-5 5-32 0 0,1 3-64 0 0,-4 2 0 0 0,-3 2 32 0 0,-3-1 0 0 0,1 0 0 0 0,0-5 0 0 0,-2-2 0 0 0,-1 0 160 0 0,-2-3-128 0 0,3-1 32 0 0,1 2 192 0 0,9 2 1248 0 0,9-3-1312 0 0,11-4-64 0 0,8-10-64 0 0,10-4-32 0 0,10-8-64 0 0,2-1-32 0 0,4-5-96 0 0,4-9-224 0 0,3-4-352 0 0,-3-3-672 0 0,0 0-2080 0 0,-4-5 3392 0 0,-5 0 0 0 0,-8 6 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9"/>
    </inkml:context>
    <inkml:brush xml:id="br0">
      <inkml:brushProperty name="width" value="0.1" units="cm"/>
      <inkml:brushProperty name="height" value="0.1" units="cm"/>
    </inkml:brush>
  </inkml:definitions>
  <inkml:trace contextRef="#ctx0" brushRef="#br0">22204 7030 2879 0 0,'-4'9'12544'0'0,"-2"8"-12480"0"0,0 5-32 0 0,-3-2-32 0 0,0 2 32 0 0,1 0-32 0 0,-2 2 0 0 0,0 1 0 0 0,2 0 0 0 0,-2 6-32 0 0,1 1 32 0 0,1 1 0 0 0,3-2 0 0 0,-3-1 0 0 0,0-1-32 0 0,2 3 32 0 0,2 1-32 0 0,1-1-32 0 0,-4-6 0 0 0,1-2-32 0 0,0-2-128 0 0,2-8-512 0 0,1-11 640 0 0,1-11 0 0 0,1-9-32 0 0,5-5 32 0 0,3-4 0 0 0,-1-2 32 0 0,-2-1 32 0 0,0 1-32 0 0,3-1 0 0 0,0 2-128 0 0,-1-1 160 0 0,3 2-32 0 0,0-1 64 0 0,-1 0-32 0 0,2 1 32 0 0,-1 0-32 0 0,3-1 32 0 0,4 1 0 0 0,4-1 0 0 0,-2 1 0 0 0,1 0 0 0 0,1-1 0 0 0,2 1 0 0 0,-2-1-32 0 0,-1 5 32 0 0,-3 2 0 0 0,0 4 0 0 0,-3 0 0 0 0,1 3 32 0 0,3 8 224 0 0,-7 9-160 0 0,-4 9-64 0 0,-3 7 0 0 0,-3 4 0 0 0,-5 2 32 0 0,-3 2 0 0 0,-3 0 0 0 0,-1 5 32 0 0,3 1 0 0 0,-3-1 0 0 0,1-1-32 0 0,3-2 0 0 0,2-2-64 0 0,3 0 32 0 0,1-1-64 0 0,2-10 64 0 0,4-7-32 0 0,3-10 32 0 0,3-10-32 0 0,1-7 0 0 0,3-6 0 0 0,4-3 0 0 0,2-2 0 0 0,4 0 0 0 0,-4 0 0 0 0,1 4 0 0 0,-5 3 0 0 0,1 4 0 0 0,1 0 0 0 0,2 0-32 0 0,3 1 32 0 0,1 0-32 0 0,2 2 32 0 0,0 4 0 0 0,1 4 0 0 0,-5 6 0 0 0,-1 4 0 0 0,0 2 0 0 0,-3 3 0 0 0,-1 1 32 0 0,-3 3 0 0 0,1 4 96 0 0,-2 3-64 0 0,-4 3 0 0 0,-3 2 0 0 0,-2 2-32 0 0,-3 0 0 0 0,0 0 0 0 0,-2 5 0 0 0,1 1-32 0 0,-6-1 0 0 0,0 0-32 0 0,0-3-224 0 0,1 0-480 0 0,-3-6 96 0 0,0-2-1888 0 0,1-5 2528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0"/>
    </inkml:context>
    <inkml:brush xml:id="br0">
      <inkml:brushProperty name="width" value="0.1" units="cm"/>
      <inkml:brushProperty name="height" value="0.1" units="cm"/>
    </inkml:brush>
  </inkml:definitions>
  <inkml:trace contextRef="#ctx0" brushRef="#br0">24136 7049 2015 0 0,'-9'8'13792'0'0,"-8"9"-13760"0"0,0 9 32 0 0,-2 15-64 0 0,-3 8 32 0 0,3 6-32 0 0,0 2 0 0 0,3-4 0 0 0,0-3-32 0 0,3-4-64 0 0,3-6-32 0 0,4-5-128 0 0,2-5-128 0 0,3-2-704 0 0,1-10-8224 0 0,0-14 9312 0 0,1-11 0 0 0,-1-4 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1"/>
    </inkml:context>
    <inkml:brush xml:id="br0">
      <inkml:brushProperty name="width" value="0.1" units="cm"/>
      <inkml:brushProperty name="height" value="0.1" units="cm"/>
    </inkml:brush>
  </inkml:definitions>
  <inkml:trace contextRef="#ctx0" brushRef="#br0">24098 7027 3327 0 0,'0'9'9248'0'0,"5"3"-8640"0"0,5-1-352 0 0,6-2 32 0 0,5-7-224 0 0,8-3-32 0 0,3-7 0 0 0,1-7-32 0 0,-1 0-32 0 0,-1-2-160 0 0,-2 2-128 0 0,-1-2-64 0 0,0 3-192 0 0,-1 4-224 0 0,-1-2-320 0 0,0 2-3136 0 0,0 2 4256 0 0,-4 3 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2"/>
    </inkml:context>
    <inkml:brush xml:id="br0">
      <inkml:brushProperty name="width" value="0.1" units="cm"/>
      <inkml:brushProperty name="height" value="0.1" units="cm"/>
    </inkml:brush>
  </inkml:definitions>
  <inkml:trace contextRef="#ctx0" brushRef="#br0">24077 7300 2559 0 0,'9'0'11168'0'0,"8"-4"-11136"0"0,4-2-32 0 0,5 0 0 0 0,1 1-96 0 0,1-2-256 0 0,1-1-416 0 0,3-4-544 0 0,2 1-1344 0 0,-1-2 2656 0 0,-2 0 0 0 0,-5 4 0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5"/>
    </inkml:context>
    <inkml:brush xml:id="br0">
      <inkml:brushProperty name="width" value="0.1" units="cm"/>
      <inkml:brushProperty name="height" value="0.1" units="cm"/>
    </inkml:brush>
  </inkml:definitions>
  <inkml:trace contextRef="#ctx0" brushRef="#br0">24035 7513 3295 0 0,'13'0'9472'0'0,"10"0"-9408"0"0,4-4-64 0 0,3-2-128 0 0,5-4-256 0 0,2-5-384 0 0,2 0-640 0 0,0-2-1568 0 0,-2 2 2976 0 0,-4 3 0 0 0,-6 5 0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6"/>
    </inkml:context>
    <inkml:brush xml:id="br0">
      <inkml:brushProperty name="width" value="0.1" units="cm"/>
      <inkml:brushProperty name="height" value="0.1" units="cm"/>
    </inkml:brush>
  </inkml:definitions>
  <inkml:trace contextRef="#ctx0" brushRef="#br0">22976 7474 1215 0 0,'-5'-9'12832'0'0,"4"-7"-12800"0"0,6-6 32 0 0,6 1-64 0 0,2 0 0 0 0,3 3-32 0 0,4 5 32 0 0,2 4 0 0 0,2 4 0 0 0,2 3 0 0 0,0 6 0 0 0,1 3 0 0 0,-4 4 32 0 0,-6 5 32 0 0,-2 0 128 0 0,-8 1-96 0 0,-4 3 128 0 0,-4 2-64 0 0,-6-2-64 0 0,-1-1-32 0 0,-4-3 0 0 0,0 0 0 0 0,-3 2-32 0 0,-3-2 0 0 0,2 0 32 0 0,-2 3-32 0 0,-1-3 0 0 0,-3 2 32 0 0,-1 1-32 0 0,-2-3 32 0 0,-1-3-32 0 0,-1 0 64 0 0,0-2 64 0 0,0-3 96 0 0,1-2 288 0 0,-1-3-384 0 0,5-7-64 0 0,1-1-32 0 0,0-6-32 0 0,4-5-64 0 0,4-4 0 0 0,5-7 0 0 0,8-5 32 0 0,8-5-32 0 0,4-1 0 0 0,3-3 32 0 0,4-3-32 0 0,4-4 32 0 0,6-2 0 0 0,3-2 0 0 0,1-1-32 0 0,-2-5-128 0 0,0-1-192 0 0,-2 4-160 0 0,-5 3-256 0 0,-3 5-352 0 0,-5 7-608 0 0,-4 6-864 0 0,-1 8 2592 0 0,-2 4 0 0 0,-2 6 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7"/>
    </inkml:context>
    <inkml:brush xml:id="br0">
      <inkml:brushProperty name="width" value="0.1" units="cm"/>
      <inkml:brushProperty name="height" value="0.1" units="cm"/>
    </inkml:brush>
  </inkml:definitions>
  <inkml:trace contextRef="#ctx0" brushRef="#br0">25203 7010 1695 0 0,'9'-9'13440'0'0,"-2"1"-12128"0"0,-6 7-1312 0 0,-12 13 0 0 0,-9 8 0 0 0,-11 10 0 0 0,-8 9 0 0 0,-6 7 32 0 0,-1 4-32 0 0,-1-1 0 0 0,-2-1 0 0 0,3-3 0 0 0,5-5-128 0 0,5-5-96 0 0,4-4-64 0 0,3-7-96 0 0,6-4-64 0 0,3-4-96 0 0,0-1-1888 0 0,4-8 256 0 0,4-8 800 0 0,9-10-928 0 0,5-7 2304 0 0,6-5 0 0 0,3 1 0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8"/>
    </inkml:context>
    <inkml:brush xml:id="br0">
      <inkml:brushProperty name="width" value="0.1" units="cm"/>
      <inkml:brushProperty name="height" value="0.1" units="cm"/>
    </inkml:brush>
  </inkml:definitions>
  <inkml:trace contextRef="#ctx0" brushRef="#br0">24812 6985 4127 0 0,'-9'4'11328'0'0,"-7"2"-11136"0"0,-2 5-64 0 0,-1 4 0 0 0,6 0-64 0 0,11-3-64 0 0,9-3 32 0 0,13 1-32 0 0,8-1-32 0 0,7-2-192 0 0,3-2-192 0 0,4-2-288 0 0,-1-2-320 0 0,-2 4-544 0 0,-5 1-1216 0 0,-2 0 2784 0 0,-3 2 0 0 0,-6 1 0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9"/>
    </inkml:context>
    <inkml:brush xml:id="br0">
      <inkml:brushProperty name="width" value="0.1" units="cm"/>
      <inkml:brushProperty name="height" value="0.1" units="cm"/>
    </inkml:brush>
  </inkml:definitions>
  <inkml:trace contextRef="#ctx0" brushRef="#br0">25209 7340 2431 0 0,'13'-4'13728'0'0,"10"-7"-13728"0"0,5 0 32 0 0,1-4-32 0 0,2-4 0 0 0,-1-2 32 0 0,0-3-32 0 0,-2 3 64 0 0,-5 0-32 0 0,-6 0 0 0 0,-2 3 32 0 0,-4 0-32 0 0,-3-1 32 0 0,-3-2 160 0 0,-7 2 64 0 0,-8 5-160 0 0,-6 5-32 0 0,-5 3-64 0 0,-4 4 0 0 0,2 6 0 0 0,2 2 32 0 0,3 5-32 0 0,1 0 0 0 0,3 4 0 0 0,-1 2 0 0 0,-2 4 0 0 0,2 3 0 0 0,-1 1-32 0 0,-2 1 32 0 0,1 6 0 0 0,0 1 0 0 0,2 0 0 0 0,0-2-32 0 0,2 0 0 0 0,3-3-32 0 0,4 0 32 0 0,7-1-32 0 0,3-1-32 0 0,6-4 64 0 0,5-6 0 0 0,5-6 0 0 0,4-5 0 0 0,1-3-160 0 0,7-1-160 0 0,1-2-192 0 0,1 0-224 0 0,-2 0-384 0 0,-2 0-736 0 0,-1 0-2208 0 0,-1-4 4064 0 0,-1-1 0 0 0,-5 0 0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0"/>
    </inkml:context>
    <inkml:brush xml:id="br0">
      <inkml:brushProperty name="width" value="0.1" units="cm"/>
      <inkml:brushProperty name="height" value="0.1" units="cm"/>
    </inkml:brush>
  </inkml:definitions>
  <inkml:trace contextRef="#ctx0" brushRef="#br0">26247 7072 2559 0 0,'9'-4'10976'0'0,"-2"-2"-9664"0"0,-1 4-1312 0 0,-7 13 0 0 0,-8 8 0 0 0,-2 10-32 0 0,-3 9 0 0 0,-5 7-128 0 0,2 5-32 0 0,-2 3-128 0 0,4 1 0 0 0,-2-4-128 0 0,4-1-96 0 0,-2 0-160 0 0,3-4-192 0 0,2-5-384 0 0,4-5-3616 0 0,2-9 4896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1"/>
    </inkml:context>
    <inkml:brush xml:id="br0">
      <inkml:brushProperty name="width" value="0.1" units="cm"/>
      <inkml:brushProperty name="height" value="0.1" units="cm"/>
    </inkml:brush>
  </inkml:definitions>
  <inkml:trace contextRef="#ctx0" brushRef="#br0">26173 6996 2655 0 0,'13'-9'7840'0'0,"10"-3"-7552"0"0,0-4-32 0 0,1-3 32 0 0,1 0 0 0 0,-4 1 0 0 0,-1 2 96 0 0,-4-1-192 0 0,0 3-160 0 0,2 4 32 0 0,1 4-64 0 0,4 2 0 0 0,1 3 0 0 0,1 0 32 0 0,2 2-32 0 0,-1-1 0 0 0,1 6 0 0 0,0 0 0 0 0,0 5 0 0 0,0 4 32 0 0,-5 5-32 0 0,-2-2-32 0 0,-3 1 0 0 0,-6 2 0 0 0,-4 2 64 0 0,-3 1 32 0 0,-7-3-32 0 0,-4-1 0 0 0,-3 0 0 0 0,-7-2 32 0 0,-3 0 0 0 0,-3 1 32 0 0,-3 2 96 0 0,-1-3 32 0 0,0 1 96 0 0,-1 1-32 0 0,1-3-64 0 0,4 0-96 0 0,2-2-32 0 0,5 0-64 0 0,0-2 32 0 0,-2-3 416 0 0,3 0-64 0 0,8 0-288 0 0,10-3-96 0 0,8-2 0 0 0,8-2-32 0 0,4-2 0 0 0,4 0 0 0 0,1-1 0 0 0,0-1-32 0 0,0 1 0 0 0,0-1-64 0 0,-5 6 32 0 0,-2 0-64 0 0,0 5-192 0 0,-3 5-448 0 0,-5 5 544 0 0,-10-2 224 0 0,-4 1 0 0 0,-7 2-32 0 0,-7-3-64 0 0,-1 0-64 0 0,-2-2 64 0 0,-2-1 32 0 0,-3-2 32 0 0,3 1 32 0 0,1 3 0 0 0,-2-2 0 0 0,3 2 0 0 0,0-3 32 0 0,-1 1 0 0 0,-2-2 32 0 0,3 1 64 0 0,-1-1 0 0 0,-1 1 32 0 0,-2 3 96 0 0,-1-2-192 0 0,-2-3-288 0 0,4-8-256 0 0,5-10-1184 0 0,5-7-4032 0 0,10-3 5696 0 0,4 3 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2"/>
    </inkml:context>
    <inkml:brush xml:id="br0">
      <inkml:brushProperty name="width" value="0.1" units="cm"/>
      <inkml:brushProperty name="height" value="0.1" units="cm"/>
    </inkml:brush>
  </inkml:definitions>
  <inkml:trace contextRef="#ctx0" brushRef="#br0">27036 7310 2431 0 0,'-14'-9'10656'0'0,"-8"-3"-10624"0"0,-6 1-32 0 0,-2 6 0 0 0,0 4 0 0 0,-1 3 0 0 0,2 5 0 0 0,1 6 0 0 0,0 5 0 0 0,1 0 0 0 0,0 1-32 0 0,1 2 32 0 0,0 2-32 0 0,4 1 32 0 0,6 1-32 0 0,6 2-32 0 0,4-1 64 0 0,8-3-32 0 0,4-3 32 0 0,5 1 0 0 0,5-3 32 0 0,5-1 32 0 0,3-2 32 0 0,1 0 32 0 0,2-3 32 0 0,1-2 0 0 0,-1-4 0 0 0,5-7 32 0 0,1-4 0 0 0,0-5-32 0 0,-2-5 0 0 0,-1-5-64 0 0,-1-4 0 0 0,-2-1 0 0 0,0-2-32 0 0,-1-1 0 0 0,-4 1 0 0 0,-6-1 32 0 0,-6 1 64 0 0,-5 0 0 0 0,-7 5-128 0 0,-8 6 0 0 0,-7 5-96 0 0,-5 6-160 0 0,-3 2-512 0 0,-2 3 320 0 0,-1 5-672 0 0,0 2 288 0 0,0 0-96 0 0,0-1 64 0 0,6 2 0 0 0,1 1-192 0 0,4-2 1024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3"/>
    </inkml:context>
    <inkml:brush xml:id="br0">
      <inkml:brushProperty name="width" value="0.1" units="cm"/>
      <inkml:brushProperty name="height" value="0.1" units="cm"/>
    </inkml:brush>
  </inkml:definitions>
  <inkml:trace contextRef="#ctx0" brushRef="#br0">27390 6949 2943 0 0,'5'-13'10048'0'0,"1"-1"-7680"0"0,0 8-2304 0 0,-6 8-32 0 0,-8 14-32 0 0,-1 12 32 0 0,-5 16-32 0 0,-4 13 0 0 0,1 6 0 0 0,-1 6 0 0 0,-2 0 0 0 0,2-2 0 0 0,0-4-64 0 0,3-8-128 0 0,4-5-160 0 0,4-6-128 0 0,3-6-192 0 0,2-5-1472 0 0,6-8-2176 0 0,3-13 4320 0 0,4-8 0 0 0,0-5 0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4"/>
    </inkml:context>
    <inkml:brush xml:id="br0">
      <inkml:brushProperty name="width" value="0.1" units="cm"/>
      <inkml:brushProperty name="height" value="0.1" units="cm"/>
    </inkml:brush>
  </inkml:definitions>
  <inkml:trace contextRef="#ctx0" brushRef="#br0">27713 6964 1823 0 0,'-5'13'12032'0'0,"-1"10"-11840"0"0,-4 4-64 0 0,-1 8-32 0 0,2 1-32 0 0,-2 5-32 0 0,-4 3 0 0 0,1 4-32 0 0,-2 3 0 0 0,2 1 0 0 0,-1-4-96 0 0,2 0-128 0 0,-2-4-256 0 0,3-6-288 0 0,2-4-416 0 0,4-3-3200 0 0,2-8 4384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5"/>
    </inkml:context>
    <inkml:brush xml:id="br0">
      <inkml:brushProperty name="width" value="0.1" units="cm"/>
      <inkml:brushProperty name="height" value="0.1" units="cm"/>
    </inkml:brush>
  </inkml:definitions>
  <inkml:trace contextRef="#ctx0" brushRef="#br0">27485 7335 4095 0 0,'9'-9'10464'0'0,"7"-3"-10208"0"0,6 0-128 0 0,4 3-32 0 0,5 3-32 0 0,4 2-32 0 0,-1 1-32 0 0,-2 3-32 0 0,4-1-288 0 0,-1 2-448 0 0,-1-1-928 0 0,-3 1-1952 0 0,-1-1 3648 0 0,-6 1 0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6"/>
    </inkml:context>
    <inkml:brush xml:id="br0">
      <inkml:brushProperty name="width" value="0.1" units="cm"/>
      <inkml:brushProperty name="height" value="0.1" units="cm"/>
    </inkml:brush>
  </inkml:definitions>
  <inkml:trace contextRef="#ctx0" brushRef="#br0">14140 8387 2431 0 0,'-9'0'11776'0'0,"-8"0"-11584"0"0,0-4-384 0 0,6-2 32 0 0,11 0 128 0 0,8 2 0 0 0,9 0 32 0 0,5 2 0 0 0,4 1 0 0 0,1 5 0 0 0,2 2 32 0 0,-1 5 32 0 0,0 0-32 0 0,0 2 0 0 0,-1 5 32 0 0,0 2-32 0 0,-5 4-32 0 0,-1 1 0 0 0,-1-3 0 0 0,-2-1 0 0 0,-1 0 0 0 0,1-3 0 0 0,3 0 0 0 0,2 1 32 0 0,1-2 0 0 0,2-1 64 0 0,0 3 32 0 0,1-2-32 0 0,-5 0 64 0 0,-1 2-32 0 0,0-3 0 0 0,-3 1 0 0 0,-1 2-32 0 0,2 3-32 0 0,2 1 0 0 0,1 2-64 0 0,3-4 32 0 0,0-5 0 0 0,-3-1-32 0 0,-1-3 64 0 0,0 1 96 0 0,1 3 0 0 0,-3 3 0 0 0,-5 3-96 0 0,0 2 32 0 0,-2 1-64 0 0,-4 2 0 0 0,-3 0 0 0 0,-2 0-32 0 0,-2 0 0 0 0,-1 0 32 0 0,0 0-32 0 0,3 4 0 0 0,3 1-32 0 0,-1 0 0 0 0,-1-1 32 0 0,4-5-64 0 0,0-4 32 0 0,-2 0 32 0 0,4-4-32 0 0,-1-1 32 0 0,3-3 0 0 0,0 1 32 0 0,1-3-32 0 0,0 1 0 0 0,1 4 32 0 0,-1 2-96 0 0,-3 4-160 0 0,1-3 128 0 0,-1-1 32 0 0,-3 2 32 0 0,-1 2 64 0 0,-3 0-32 0 0,-2 2 32 0 0,-5 1-32 0 0,-2 1 0 0 0,0-1-32 0 0,1 1 0 0 0,1 0-512 0 0,6-5-4928 0 0,3-10 3616 0 0,4-8-480 0 0,6-4-384 0 0,1-2 2720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7"/>
    </inkml:context>
    <inkml:brush xml:id="br0">
      <inkml:brushProperty name="width" value="0.1" units="cm"/>
      <inkml:brushProperty name="height" value="0.1" units="cm"/>
    </inkml:brush>
  </inkml:definitions>
  <inkml:trace contextRef="#ctx0" brushRef="#br0">14806 9525 1919 0 0,'9'0'10848'0'0,"3"4"-10240"0"0,-1 7-416 0 0,-1 5-64 0 0,-4 5-32 0 0,-2 8-32 0 0,3 3-32 0 0,0 5 0 0 0,-2 1-32 0 0,0-1 0 0 0,2-3 0 0 0,5-3-32 0 0,0-1 32 0 0,3-7 0 0 0,3-7 0 0 0,4-6 0 0 0,1-4 32 0 0,3-9 0 0 0,0-3 0 0 0,1-5 32 0 0,0-6-32 0 0,0-4-224 0 0,0-2-384 0 0,0-8-640 0 0,-5-6-768 0 0,-1-7-3040 0 0,-1 0 5024 0 0,-2-1 0 0 0,-6 6 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8"/>
    </inkml:context>
    <inkml:brush xml:id="br0">
      <inkml:brushProperty name="width" value="0.1" units="cm"/>
      <inkml:brushProperty name="height" value="0.1" units="cm"/>
    </inkml:brush>
  </inkml:definitions>
  <inkml:trace contextRef="#ctx0" brushRef="#br0">12214 7154 2047 0 0,'-9'5'8832'0'0,"-8"1"-8480"0"0,-5 4 224 0 0,-3 1-160 0 0,-3-2-288 0 0,5 2-32 0 0,1-1 0 0 0,-1 3-32 0 0,0 3 128 0 0,-1-1-128 0 0,4 2 32 0 0,0-3 32 0 0,0 2 0 0 0,-2 1 224 0 0,3 4-64 0 0,1-3-128 0 0,2 1 224 0 0,5 1-96 0 0,4 2-192 0 0,3 2-64 0 0,7-4-64 0 0,7 0 32 0 0,12-4-32 0 0,5 0 32 0 0,8-2 0 0 0,7-5 0 0 0,5 2 32 0 0,-1-2-32 0 0,1-2 0 0 0,2 3 0 0 0,-4 3 32 0 0,-4 0 0 0 0,-1 2 0 0 0,-7 3 32 0 0,-4-1-32 0 0,-3 0 0 0 0,-2-2 0 0 0,-4 1 32 0 0,-1 2 64 0 0,-4 2 96 0 0,-9-2-160 0 0,-6 1 32 0 0,-7 1-32 0 0,-2 2 32 0 0,-5 1 0 0 0,-4-2 0 0 0,-3-1 64 0 0,-8 0 64 0 0,-2-2-32 0 0,-2-5 0 0 0,1 0-32 0 0,2-2-32 0 0,1 1 64 0 0,0-1-128 0 0,2-2-32 0 0,0 1 0 0 0,1 0-32 0 0,0-3 0 0 0,0-2-416 0 0,-1-2-832 0 0,6-6-1088 0 0,5-7 320 0 0,10-1-2368 0 0,6-4 4384 0 0,4 0 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9"/>
    </inkml:context>
    <inkml:brush xml:id="br0">
      <inkml:brushProperty name="width" value="0.1" units="cm"/>
      <inkml:brushProperty name="height" value="0.1" units="cm"/>
    </inkml:brush>
  </inkml:definitions>
  <inkml:trace contextRef="#ctx0" brushRef="#br0">12763 7239 2943 0 0,'-9'9'11712'0'0,"-3"7"-11584"0"0,-4 6-64 0 0,1 4-32 0 0,-2 6 64 0 0,2 6 32 0 0,4 7 0 0 0,-1 3 0 0 0,2 4 0 0 0,-2 1-32 0 0,0 6 0 0 0,-1 1-64 0 0,-3 0 32 0 0,1-6-32 0 0,2-8-32 0 0,0-6-64 0 0,2-7-192 0 0,3-4-288 0 0,-2-6-6592 0 0,1-13 7136 0 0,1-12 0 0 0,3-5 0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0"/>
    </inkml:context>
    <inkml:brush xml:id="br0">
      <inkml:brushProperty name="width" value="0.1" units="cm"/>
      <inkml:brushProperty name="height" value="0.1" units="cm"/>
    </inkml:brush>
  </inkml:definitions>
  <inkml:trace contextRef="#ctx0" brushRef="#br0">12728 7218 1887 0 0,'13'9'9984'0'0,"9"3"-9984"0"0,6 4 0 0 0,2-1 0 0 0,1-3 0 0 0,-1 1 0 0 0,-1-1 0 0 0,0-4 0 0 0,-2 3 0 0 0,0-2 0 0 0,0 3 32 0 0,-1-1-32 0 0,1 2 0 0 0,-1 3 64 0 0,-4 4-64 0 0,-2-1 32 0 0,-4-1 0 0 0,-4 3 0 0 0,-5 1-32 0 0,-4 2 0 0 0,-6 1-32 0 0,-3 1 0 0 0,0 0 32 0 0,-4-4 32 0 0,-1 4-32 0 0,-2 1 32 0 0,-3 1 0 0 0,0 0 160 0 0,-1-5 96 0 0,-2-2 0 0 0,-3 5 0 0 0,-2 3-32 0 0,-1 0-32 0 0,-1 0 0 0 0,0-5 32 0 0,-6-6 0 0 0,-1-3 32 0 0,1 2-32 0 0,0-3-32 0 0,2 1-96 0 0,2-1-64 0 0,0-5-32 0 0,6 2-32 0 0,1-1 0 0 0,1-7-160 0 0,7-9-1248 0 0,7-7-1056 0 0,8-2-416 0 0,9-2 2880 0 0,2 1 0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1"/>
    </inkml:context>
    <inkml:brush xml:id="br0">
      <inkml:brushProperty name="width" value="0.1" units="cm"/>
      <inkml:brushProperty name="height" value="0.1" units="cm"/>
    </inkml:brush>
  </inkml:definitions>
  <inkml:trace contextRef="#ctx0" brushRef="#br0">12553 8001 1311 0 0,'-9'9'11808'0'0,"-8"3"-11456"0"0,-5-1-128 0 0,-3-1-160 0 0,-3-4-32 0 0,0-2 0 0 0,0-2-32 0 0,0-1 0 0 0,5 4 0 0 0,2 0 0 0 0,4 5 0 0 0,1 0 0 0 0,3 3-32 0 0,-1-1 32 0 0,-2 3 0 0 0,-4 2-32 0 0,-2 4 32 0 0,3 6 0 0 0,-1 4-32 0 0,-1 1 32 0 0,4-1 0 0 0,-1 4-32 0 0,3 0 32 0 0,4-1-32 0 0,4-2 32 0 0,4-2-32 0 0,1-2 32 0 0,2 0-32 0 0,5-2 0 0 0,6 1 0 0 0,6-6-96 0 0,4-5-64 0 0,4-6-128 0 0,1-5-256 0 0,2-2-1600 0 0,-1-3 416 0 0,1-5-1152 0 0,-1-3 2912 0 0,0-3 0 0 0,-4 0 0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2"/>
    </inkml:context>
    <inkml:brush xml:id="br0">
      <inkml:brushProperty name="width" value="0.1" units="cm"/>
      <inkml:brushProperty name="height" value="0.1" units="cm"/>
    </inkml:brush>
  </inkml:definitions>
  <inkml:trace contextRef="#ctx0" brushRef="#br0">12805 8303 2975 0 0,'-9'-5'8352'0'0,"-7"-1"-7904"0"0,-6 1 352 0 0,-3 0-544 0 0,-3 2 96 0 0,0 1-256 0 0,0 1-64 0 0,0 0 0 0 0,0 1-32 0 0,1 0 0 0 0,5 5-32 0 0,1 1 32 0 0,5 5-32 0 0,0 4 32 0 0,3 5-32 0 0,4 2 32 0 0,-2 4-32 0 0,2 0 32 0 0,2 1-32 0 0,2 1 0 0 0,7-1-96 0 0,7-9 64 0 0,7-7 32 0 0,5-11 32 0 0,3-14-32 0 0,3-9 32 0 0,1-5-32 0 0,-5-2 32 0 0,-1-1 0 0 0,0 0 0 0 0,0 6 0 0 0,-3 3-32 0 0,0 4 32 0 0,-4 11 0 0 0,-4 10 0 0 0,-4 10 0 0 0,-3 11 0 0 0,-2 6 0 0 0,2 3 0 0 0,2 0 0 0 0,-1-1 0 0 0,-2-2 0 0 0,4-1-192 0 0,5-5-2592 0 0,1-12-1952 0 0,2-12 4736 0 0,3-11 0 0 0,-1-3 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3"/>
    </inkml:context>
    <inkml:brush xml:id="br0">
      <inkml:brushProperty name="width" value="0.1" units="cm"/>
      <inkml:brushProperty name="height" value="0.1" units="cm"/>
    </inkml:brush>
  </inkml:definitions>
  <inkml:trace contextRef="#ctx0" brushRef="#br0">12880 8384 2143 0 0,'0'-9'12000'0'0,"4"-7"-12288"0"0,7-2-960 0 0,5 4 128 0 0,0-2-672 0 0,2 3-1504 0 0,3 3 3296 0 0,1-1 0 0 0,-2 1 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4"/>
    </inkml:context>
    <inkml:brush xml:id="br0">
      <inkml:brushProperty name="width" value="0.1" units="cm"/>
      <inkml:brushProperty name="height" value="0.1" units="cm"/>
    </inkml:brush>
  </inkml:definitions>
  <inkml:trace contextRef="#ctx0" brushRef="#br0">13302 8385 2463 0 0,'-9'0'10368'0'0,"-7"0"-10304"0"0,-6 4-32 0 0,-3 2-32 0 0,-3 5 32 0 0,-4 4-32 0 0,-3 4-32 0 0,2-1 32 0 0,5 2-32 0 0,3 0 32 0 0,7 3-32 0 0,0 1 32 0 0,5 1-64 0 0,4 2 0 0 0,8-5-64 0 0,8-6 96 0 0,8-10 64 0 0,6-10-32 0 0,4-10 32 0 0,2-11-32 0 0,5-5 32 0 0,2-8-32 0 0,0-5 32 0 0,3-5-32 0 0,0-3 0 0 0,-3-2 32 0 0,-1-6 0 0 0,1-1 0 0 0,1 0 0 0 0,-7 2 32 0 0,-3 1-32 0 0,-1 6 0 0 0,0 7 32 0 0,-5 7-32 0 0,-5 5 0 0 0,-1 8 32 0 0,-2 12 192 0 0,-7 13-192 0 0,-6 11 160 0 0,-1 8-160 0 0,0 5 0 0 0,-5 2 0 0 0,0 2-32 0 0,0 0 0 0 0,3 0 0 0 0,1-1-32 0 0,-3-1 0 0 0,0 1-32 0 0,1-2-32 0 0,2 1-224 0 0,1-1-352 0 0,1 1-544 0 0,1-1-672 0 0,1 0-1344 0 0,5 1 3200 0 0,1-5 0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5"/>
    </inkml:context>
    <inkml:brush xml:id="br0">
      <inkml:brushProperty name="width" value="0.1" units="cm"/>
      <inkml:brushProperty name="height" value="0.1" units="cm"/>
    </inkml:brush>
  </inkml:definitions>
  <inkml:trace contextRef="#ctx0" brushRef="#br0">11673 9970 1791 0 0,'5'13'10752'0'0,"1"9"-10720"0"0,0 6-32 0 0,3 2 0 0 0,0 1 32 0 0,3-1-32 0 0,0-1 0 0 0,2 0 0 0 0,3-2 0 0 0,-1 0 0 0 0,1 0 0 0 0,2-1 0 0 0,2-4 0 0 0,3-2 32 0 0,1-3 0 0 0,1-2 0 0 0,1 3-32 0 0,-1-3 32 0 0,1 1-32 0 0,-4 2-64 0 0,-2 3-128 0 0,0 2-128 0 0,1 2-128 0 0,1 1-64 0 0,1 0-64 0 0,2 1-32 0 0,0 0 0 0 0,0-5-96 0 0,1-1-224 0 0,-1 0-608 0 0,1-3-1088 0 0,-5-1 2624 0 0,-1-3 0 0 0,-5-4 0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6"/>
    </inkml:context>
    <inkml:brush xml:id="br0">
      <inkml:brushProperty name="width" value="0.1" units="cm"/>
      <inkml:brushProperty name="height" value="0.1" units="cm"/>
    </inkml:brush>
  </inkml:definitions>
  <inkml:trace contextRef="#ctx0" brushRef="#br0">11927 10632 2559 0 0,'14'0'9376'0'0,"4"5"-9248"0"0,3 1-32 0 0,-1 4-32 0 0,0 5-32 0 0,-3 4 32 0 0,0 4 0 0 0,1-2-32 0 0,3-1 32 0 0,1 2-32 0 0,3 1 0 0 0,0-4 0 0 0,6 0 0 0 0,2-3-32 0 0,-1 0 32 0 0,0-3 0 0 0,-2-4-32 0 0,-1-2 32 0 0,-2-4 0 0 0,0-1 0 0 0,0-7 32 0 0,-1-1 0 0 0,0-1 32 0 0,-4-2 0 0 0,-2-1 32 0 0,1 2 128 0 0,1 2-64 0 0,1-3-128 0 0,-3-3-160 0 0,-1-5-256 0 0,1-9-352 0 0,-2-12-704 0 0,-1-15-1408 0 0,-2-11 2816 0 0,0-8 0 0 0,-2 8 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7"/>
    </inkml:context>
    <inkml:brush xml:id="br0">
      <inkml:brushProperty name="width" value="0.1" units="cm"/>
      <inkml:brushProperty name="height" value="0.1" units="cm"/>
    </inkml:brush>
  </inkml:definitions>
  <inkml:trace contextRef="#ctx0" brushRef="#br0">10160 8869 2655 0 0,'0'13'10816'0'0,"0"10"-10464"0"0,-4 4-32 0 0,-2 8-64 0 0,-4 6-32 0 0,-1 1-64 0 0,-2 2-64 0 0,0 3 0 0 0,-2 6-32 0 0,2 0-32 0 0,3 3 0 0 0,-1 2 0 0 0,1 4 0 0 0,2 6 0 0 0,-2-1-32 0 0,1 2 0 0 0,2-1 0 0 0,2-4 32 0 0,2-3-64 0 0,1-8-32 0 0,2-8-96 0 0,0-8-192 0 0,0-5-256 0 0,1-4-384 0 0,-1-6 992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8"/>
    </inkml:context>
    <inkml:brush xml:id="br0">
      <inkml:brushProperty name="width" value="0.1" units="cm"/>
      <inkml:brushProperty name="height" value="0.1" units="cm"/>
    </inkml:brush>
  </inkml:definitions>
  <inkml:trace contextRef="#ctx0" brushRef="#br0">9825 8959 2815 0 0,'-9'-5'7104'0'0,"-8"-1"-6656"0"0,-5 1 1024 0 0,6 5-896 0 0,10 2-512 0 0,10 2 0 0 0,9 0-64 0 0,7-6 0 0 0,9-2 0 0 0,4 0 0 0 0,1 0 0 0 0,0 1 0 0 0,2 1 0 0 0,0 0 0 0 0,2 2 0 0 0,5 0 0 0 0,3 0 32 0 0,3 0-64 0 0,3 0-256 0 0,0 0-416 0 0,2 0-544 0 0,-1 0-896 0 0,1 1 2144 0 0,-1-1 0 0 0,-8 0 0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9"/>
    </inkml:context>
    <inkml:brush xml:id="br0">
      <inkml:brushProperty name="width" value="0.1" units="cm"/>
      <inkml:brushProperty name="height" value="0.1" units="cm"/>
    </inkml:brush>
  </inkml:definitions>
  <inkml:trace contextRef="#ctx0" brushRef="#br0">10319 9815 2847 0 0,'4'-14'8000'0'0,"7"-4"-8000"0"0,5-4 32 0 0,5-2-32 0 0,3-2 0 0 0,2-1 0 0 0,-3 0 0 0 0,-2 0 32 0 0,1-1-32 0 0,-4 1 32 0 0,0 5 160 0 0,-8 6 352 0 0,-9 10-384 0 0,-11 11 32 0 0,-3 9-64 0 0,-3 6-32 0 0,-4 5-32 0 0,1 2-32 0 0,0 1 32 0 0,3 1-64 0 0,-1-1 32 0 0,-1 0 32 0 0,2 0-32 0 0,4-1 0 0 0,-1-1 0 0 0,2 1 0 0 0,3-1-32 0 0,3 1 0 0 0,6-5-32 0 0,8-6 0 0 0,7-6-64 0 0,5-9-160 0 0,9-9-224 0 0,2-8-416 0 0,2-6-544 0 0,3-7-768 0 0,0-4-1216 0 0,-2-1 3424 0 0,2 1 0 0 0,-5 6 0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0"/>
    </inkml:context>
    <inkml:brush xml:id="br0">
      <inkml:brushProperty name="width" value="0.1" units="cm"/>
      <inkml:brushProperty name="height" value="0.1" units="cm"/>
    </inkml:brush>
  </inkml:definitions>
  <inkml:trace contextRef="#ctx0" brushRef="#br0">10882 9567 4319 0 0,'-9'9'6432'0'0,"-3"7"-6080"0"0,-3 6-32 0 0,-5 3 192 0 0,-3 7-352 0 0,3 2-32 0 0,0 0-64 0 0,-2-1-32 0 0,4-2 0 0 0,0-2 0 0 0,-1-1 0 0 0,-2 4-32 0 0,2 0 0 0 0,0 0 0 0 0,4-1-32 0 0,8-11-160 0 0,6-13 192 0 0,7-16-32 0 0,12-16 32 0 0,7-9-32 0 0,4-7 32 0 0,2-5 0 0 0,0 0-32 0 0,3-1 32 0 0,1-1 0 0 0,-1 2 0 0 0,-7 1 0 0 0,-3 3 32 0 0,-1 9-32 0 0,-4 6 0 0 0,-2 2 0 0 0,2 6 192 0 0,-8 6-32 0 0,-5 10 672 0 0,-4 9-32 0 0,-2 9-480 0 0,-1 7-224 0 0,-5-2-64 0 0,-2 1-32 0 0,1 2-64 0 0,2 1 32 0 0,1 1 32 0 0,2-8-32 0 0,5-8 32 0 0,3-9 0 0 0,4-4 0 0 0,5-7 0 0 0,5-1 0 0 0,3 1 32 0 0,3 3 32 0 0,0 7-32 0 0,-3 9 32 0 0,-6 6-64 0 0,-6 7-2272 0 0,-4 3-3616 0 0,-4 2 5888 0 0,2-2 0 0 0,0-7 0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1"/>
    </inkml:context>
    <inkml:brush xml:id="br0">
      <inkml:brushProperty name="width" value="0.1" units="cm"/>
      <inkml:brushProperty name="height" value="0.1" units="cm"/>
    </inkml:brush>
  </inkml:definitions>
  <inkml:trace contextRef="#ctx0" brushRef="#br0">11488 9485 2271 0 0,'-9'9'6944'0'0,"-3"7"-6688"0"0,-4 6 32 0 0,-4 8 32 0 0,2 3 0 0 0,-1 1 0 0 0,-2 3 0 0 0,-1 5 0 0 0,-2 0-64 0 0,-1-4-32 0 0,-1-3-32 0 0,-5 2-32 0 0,-2-2-32 0 0,1 3 0 0 0,0-1-64 0 0,2-2 0 0 0,2-2-32 0 0,4-3-32 0 0,3-2 32 0 0,5-1-32 0 0,1 0 0 0 0,2-1 0 0 0,-1-5 0 0 0,3-1 0 0 0,-3 1 0 0 0,2-9 224 0 0,3-10-192 0 0,3-10-32 0 0,7-8 0 0 0,3-6 0 0 0,2-4 0 0 0,3-6 0 0 0,5-7 0 0 0,0-1 0 0 0,3-3-32 0 0,2 2 32 0 0,3-2 0 0 0,2 2 0 0 0,1 4-32 0 0,1-1 32 0 0,6 1 0 0 0,1 3-32 0 0,4-2 32 0 0,0 1 0 0 0,-1 1-32 0 0,2 3 32 0 0,-1 1 0 0 0,-3 7 0 0 0,-2 2 64 0 0,-2 0-32 0 0,-1 4 32 0 0,-2 5 32 0 0,-1 4 32 0 0,0-1 64 0 0,-4 6 0 0 0,-2 3 32 0 0,0 6 864 0 0,-3 7-800 0 0,-9 5-192 0 0,-6 5-32 0 0,-3 6 0 0 0,-6 4-32 0 0,-6 0 0 0 0,-1 4-32 0 0,-3 0 32 0 0,2-2-32 0 0,-2-7-32 0 0,3-3-128 0 0,-1-7-256 0 0,2-10-4800 0 0,3-7 5216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2"/>
    </inkml:context>
    <inkml:brush xml:id="br0">
      <inkml:brushProperty name="width" value="0.1" units="cm"/>
      <inkml:brushProperty name="height" value="0.1" units="cm"/>
    </inkml:brush>
  </inkml:definitions>
  <inkml:trace contextRef="#ctx0" brushRef="#br0">9589 10329 1919 0 0,'-5'9'11456'0'0,"-1"8"-11072"0"0,0 5 224 0 0,2 3-224 0 0,0 2-288 0 0,-2 2-32 0 0,-1-1-32 0 0,1 0 0 0 0,-3 4 0 0 0,0 6-32 0 0,-3 5 0 0 0,0 9 0 0 0,-1 4 0 0 0,0 2 0 0 0,-1 1-64 0 0,1-2-64 0 0,3-1-160 0 0,4-6-160 0 0,2-6-1472 0 0,6-16-5888 0 0,8-21 7808 0 0,2-12 0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3"/>
    </inkml:context>
    <inkml:brush xml:id="br0">
      <inkml:brushProperty name="width" value="0.1" units="cm"/>
      <inkml:brushProperty name="height" value="0.1" units="cm"/>
    </inkml:brush>
  </inkml:definitions>
  <inkml:trace contextRef="#ctx0" brushRef="#br0">9578 10287 1951 0 0,'13'9'12224'0'0,"10"3"-12256"0"0,4-1 32 0 0,8-1 0 0 0,2-4 0 0 0,-2-2 0 0 0,-1-2 0 0 0,-2-1 32 0 0,-2 4-32 0 0,-2 0 0 0 0,-1 5 0 0 0,-1 5 32 0 0,0 4-32 0 0,-4 3 0 0 0,-2-1 32 0 0,-4-1-32 0 0,-5 2 64 0 0,-4 0-32 0 0,-3 2 32 0 0,-8-3 0 0 0,-6-1 0 0 0,-7-4-32 0 0,-5 0 0 0 0,-3-3 0 0 0,-2-3-32 0 0,0 1 32 0 0,-1-2-32 0 0,0-2 32 0 0,1-2-32 0 0,-1-2-32 0 0,2-2 32 0 0,3-5-768 0 0,12-2 32 0 0,11 0-320 0 0,11 1-512 0 0,7 1-2656 0 0,1 2 4224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4"/>
    </inkml:context>
    <inkml:brush xml:id="br0">
      <inkml:brushProperty name="width" value="0.1" units="cm"/>
      <inkml:brushProperty name="height" value="0.1" units="cm"/>
    </inkml:brush>
  </inkml:definitions>
  <inkml:trace contextRef="#ctx0" brushRef="#br0">10011 10732 1215 0 0,'-9'9'12544'0'0,"-3"8"-12448"0"0,-4 4-64 0 0,1 5-32 0 0,-1-3 32 0 0,1-1-32 0 0,-1 5 0 0 0,3 2 0 0 0,3 1 32 0 0,-2-4-32 0 0,3-3 0 0 0,1-1 0 0 0,3-8-96 0 0,7-11 96 0 0,2-11 0 0 0,2-8 0 0 0,3-6 0 0 0,1-4 0 0 0,2-2 0 0 0,0 0 0 0 0,3-1-32 0 0,-3 1 32 0 0,3 0 0 0 0,2 5 0 0 0,-1 2 0 0 0,1 0 0 0 0,2-1-32 0 0,2 4 32 0 0,-2-1 0 0 0,0 4 0 0 0,1 0 0 0 0,2 2-32 0 0,2 4-672 0 0,1 2-128 0 0,1 4-2784 0 0,0 1 3616 0 0,-4 2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5"/>
    </inkml:context>
    <inkml:brush xml:id="br0">
      <inkml:brushProperty name="width" value="0.1" units="cm"/>
      <inkml:brushProperty name="height" value="0.1" units="cm"/>
    </inkml:brush>
  </inkml:definitions>
  <inkml:trace contextRef="#ctx0" brushRef="#br0">10397 10824 2559 0 0,'-9'0'9568'0'0,"-7"0"-9536"0"0,-6 4 0 0 0,-4 7-32 0 0,-1 0 0 0 0,-1 4 0 0 0,0 3 0 0 0,0 4 0 0 0,0 2-32 0 0,5 1 32 0 0,2 2-32 0 0,5 0 0 0 0,4 0 0 0 0,10-4 0 0 0,9-2-32 0 0,3-9 64 0 0,5-7-32 0 0,9-8 32 0 0,4-8 0 0 0,7-7 0 0 0,2-10 0 0 0,4-8 0 0 0,-1-3 0 0 0,-3-4 0 0 0,-3 1 32 0 0,-2 3-32 0 0,-8 4 32 0 0,-2 3 32 0 0,-6 3 288 0 0,-10 6 288 0 0,-5 2-576 0 0,-8 10-64 0 0,-8 6-32 0 0,-4 5-576 0 0,-5 6-960 0 0,2 2 1568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6"/>
    </inkml:context>
    <inkml:brush xml:id="br0">
      <inkml:brushProperty name="width" value="0.1" units="cm"/>
      <inkml:brushProperty name="height" value="0.1" units="cm"/>
    </inkml:brush>
  </inkml:definitions>
  <inkml:trace contextRef="#ctx0" brushRef="#br0">10843 10351 5343 0 0,'-4'8'6592'0'0,"-7"9"-6592"0"0,-5 5 0 0 0,0 8 32 0 0,-2 3 0 0 0,2 1 0 0 0,-1-1 0 0 0,-1-2-32 0 0,1 3 32 0 0,0 5-32 0 0,-2 4 0 0 0,-2 5 0 0 0,2-2 0 0 0,0 0-32 0 0,4-3 32 0 0,-1 0 0 0 0,2-2-32 0 0,5-5 32 0 0,2-3 0 0 0,4-2 0 0 0,1-3-32 0 0,6-2 64 0 0,3-9 64 0 0,4-7 0 0 0,5-11 0 0 0,4-5-32 0 0,3-5-32 0 0,2-6 0 0 0,-3-5 0 0 0,0-2-32 0 0,-1 2 32 0 0,2 1-32 0 0,-3-1 32 0 0,-2 3 0 0 0,-2 1-32 0 0,-1 3 32 0 0,-1 0 0 0 0,-5-2 160 0 0,-7 2-192 0 0,0 7-2784 0 0,-1 2 1472 0 0,5 1-1248 0 0,6-3 2560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7"/>
    </inkml:context>
    <inkml:brush xml:id="br0">
      <inkml:brushProperty name="width" value="0.1" units="cm"/>
      <inkml:brushProperty name="height" value="0.1" units="cm"/>
    </inkml:brush>
  </inkml:definitions>
  <inkml:trace contextRef="#ctx0" brushRef="#br0">10900 10817 2559 0 0,'-9'13'8704'0'0,"-3"10"-8448"0"0,1 4 352 0 0,6-6 576 0 0,9-11-832 0 0,4-12-288 0 0,4-11-32 0 0,6-6 0 0 0,3-6 0 0 0,4-2-32 0 0,-4-2 32 0 0,0 1 0 0 0,-4-1 32 0 0,-4 10 0 0 0,-10 8-64 0 0,-9 10 0 0 0,-4 10 32 0 0,-5 4 0 0 0,1 3 0 0 0,-3 4 0 0 0,-2 4 32 0 0,2 1 32 0 0,4 1 32 0 0,-1 1 64 0 0,3 5 64 0 0,-2 1 0 0 0,1 4-64 0 0,3 1-96 0 0,3-2-32 0 0,7-8-64 0 0,4-3-32 0 0,4-10-96 0 0,7-9-160 0 0,4-9-224 0 0,3-9-416 0 0,3-6-704 0 0,1-6-1568 0 0,0-6 3200 0 0,5-4 0 0 0,-3 4 0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8"/>
    </inkml:context>
    <inkml:brush xml:id="br0">
      <inkml:brushProperty name="width" value="0.1" units="cm"/>
      <inkml:brushProperty name="height" value="0.1" units="cm"/>
    </inkml:brush>
  </inkml:definitions>
  <inkml:trace contextRef="#ctx0" brushRef="#br0">13494 13843 991 0 0,'0'9'288'0'0,"0"7"-288"0"0,0 2 0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9"/>
    </inkml:context>
    <inkml:brush xml:id="br0">
      <inkml:brushProperty name="width" value="0.1" units="cm"/>
      <inkml:brushProperty name="height" value="0.1" units="cm"/>
    </inkml:brush>
  </inkml:definitions>
  <inkml:trace contextRef="#ctx0" brushRef="#br0">13388 14402 991 0 0,'9'-9'11072'0'0,"3"-7"-10944"0"0,4-2 0 0 0,-1-1 0 0 0,2-3-32 0 0,-3-6 0 0 0,2-3 0 0 0,2-5 32 0 0,-2-5-32 0 0,1-6 0 0 0,-3-2-32 0 0,2-3 0 0 0,1-2 0 0 0,3 0 32 0 0,3-4 0 0 0,-3-2 0 0 0,0 1 32 0 0,1 1-32 0 0,-4 1 32 0 0,1 7-32 0 0,-3 2 32 0 0,-5 4 0 0 0,2 7-32 0 0,-2 3 32 0 0,1 5-64 0 0,0 1-32 0 0,-2 2 0 0 0,1 5 0 0 0,0 1-32 0 0,-3 1 32 0 0,3-2-32 0 0,-1-2 32 0 0,-2-1-32 0 0,3-1 0 0 0,-1-1 0 0 0,-1-1 0 0 0,1 5 0 0 0,-4 6-2208 0 0,-3 10 928 0 0,-3 10-608 0 0,-5 5-2368 0 0,-1 1 4256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0"/>
    </inkml:context>
    <inkml:brush xml:id="br0">
      <inkml:brushProperty name="width" value="0.1" units="cm"/>
      <inkml:brushProperty name="height" value="0.1" units="cm"/>
    </inkml:brush>
  </inkml:definitions>
  <inkml:trace contextRef="#ctx0" brushRef="#br0">13494 13244 3167 0 0,'4'-14'5728'0'0,"7"-8"-5664"0"0,5-6-32 0 0,5-2-32 0 0,3 0 0 0 0,2-5 0 0 0,1 0 0 0 0,1 1 0 0 0,-1 1 0 0 0,1 3-32 0 0,-1 6 32 0 0,-5 2 0 0 0,-1 6 0 0 0,-5 0 0 0 0,0 4 32 0 0,2 3 96 0 0,1 8 544 0 0,4 8 32 0 0,0 8 128 0 0,3 1-544 0 0,-4 3-96 0 0,-2 2-32 0 0,-3 7-64 0 0,-1 3-32 0 0,2 5-32 0 0,-2 1 0 0 0,0 3-32 0 0,2 4 0 0 0,-1 4-96 0 0,0-3-96 0 0,-3-3-1120 0 0,1-10-448 0 0,3-10 1760 0 0,-2-8 0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1"/>
    </inkml:context>
    <inkml:brush xml:id="br0">
      <inkml:brushProperty name="width" value="0.1" units="cm"/>
      <inkml:brushProperty name="height" value="0.1" units="cm"/>
    </inkml:brush>
  </inkml:definitions>
  <inkml:trace contextRef="#ctx0" brushRef="#br0">12071 14372 3327 0 0,'4'14'11264'0'0,"-2"13"-11200"0"0,-3 11 0 0 0,-4 12-32 0 0,-2 12 0 0 0,-5 4 0 0 0,-4 4-32 0 0,0 0 0 0 0,-1 1 32 0 0,2-3-64 0 0,-1 1-32 0 0,-2 2-32 0 0,2-2-32 0 0,3-3-64 0 0,0-5 32 0 0,2-3-32 0 0,3-7-32 0 0,3-8-896 0 0,2-16-6336 0 0,1-12 7456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2"/>
    </inkml:context>
    <inkml:brush xml:id="br0">
      <inkml:brushProperty name="width" value="0.1" units="cm"/>
      <inkml:brushProperty name="height" value="0.1" units="cm"/>
    </inkml:brush>
  </inkml:definitions>
  <inkml:trace contextRef="#ctx0" brushRef="#br0">11441 14245 2943 0 0,'13'0'8704'0'0,"10"0"-8640"0"0,9 0 0 0 0,8 5-64 0 0,7 1 32 0 0,4 4 0 0 0,7 0-32 0 0,2-1-64 0 0,1 3 32 0 0,-2-2-64 0 0,-1 3-288 0 0,-3-2-608 0 0,0-2-1088 0 0,-1-2 2080 0 0,3-8 0 0 0,-7-3 0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3"/>
    </inkml:context>
    <inkml:brush xml:id="br0">
      <inkml:brushProperty name="width" value="0.1" units="cm"/>
      <inkml:brushProperty name="height" value="0.1" units="cm"/>
    </inkml:brush>
  </inkml:definitions>
  <inkml:trace contextRef="#ctx0" brushRef="#br0">12181 15047 1279 0 0,'5'-9'7104'0'0,"1"-8"-6144"0"0,4 0 1024 0 0,-4 2-1184 0 0,-7 4-1728 0 0,-4-1-5600 0 0,-1 2 6528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4"/>
    </inkml:context>
    <inkml:brush xml:id="br0">
      <inkml:brushProperty name="width" value="0.1" units="cm"/>
      <inkml:brushProperty name="height" value="0.1" units="cm"/>
    </inkml:brush>
  </inkml:definitions>
  <inkml:trace contextRef="#ctx0" brushRef="#br0">12256 14885 1439 0 0,'-9'9'9696'0'0,"-3"7"-9440"0"0,-4 2 0 0 0,1 1-64 0 0,2 3 0 0 0,0-3-160 0 0,2 0 0 0 0,2 1 0 0 0,-1 2 0 0 0,1 2-32 0 0,2 1 0 0 0,2 0 0 0 0,-3 2 0 0 0,1-1 0 0 0,0 1 0 0 0,3 0 0 0 0,1 0 0 0 0,1-1 128 0 0,2 1-96 0 0,4-5-32 0 0,7-11-32 0 0,5-11 32 0 0,5-10 0 0 0,4-4 0 0 0,1-4 0 0 0,1-3 0 0 0,1-3 0 0 0,0-1 0 0 0,-1-2 0 0 0,-4 0 0 0 0,-2 0 0 0 0,0 4 32 0 0,1 2-32 0 0,-4 0 0 0 0,1-1 32 0 0,0-1-32 0 0,-2-2 0 0 0,-4 0 32 0 0,0-1-32 0 0,-3-1 0 0 0,-2 1 0 0 0,-2-1 0 0 0,-4 9 192 0 0,0 13-128 0 0,-2 15-32 0 0,0 11 0 0 0,-1 11-32 0 0,1 9 0 0 0,-1 6 32 0 0,1 5-32 0 0,4 1 0 0 0,2-2 0 0 0,-1-7-96 0 0,0-5-224 0 0,-2-10 320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5"/>
    </inkml:context>
    <inkml:brush xml:id="br0">
      <inkml:brushProperty name="width" value="0.1" units="cm"/>
      <inkml:brushProperty name="height" value="0.1" units="cm"/>
    </inkml:brush>
  </inkml:definitions>
  <inkml:trace contextRef="#ctx0" brushRef="#br0">12643 14981 4287 0 0,'-4'13'7584'0'0,"-2"10"-7488"0"0,-4 9 32 0 0,-1 4 0 0 0,2 4 0 0 0,-2 1-32 0 0,1-2-32 0 0,2-4 0 0 0,2-3-32 0 0,2-3 0 0 0,-2-6-32 0 0,4-6 832 0 0,2-12-640 0 0,6-6 0 0 0,2-7 0 0 0,4-12-64 0 0,4-7-32 0 0,5-7-32 0 0,2-8 0 0 0,2-5-32 0 0,-2 1-64 0 0,-2-1-224 0 0,0-1-352 0 0,2 2-320 0 0,1 6-160 0 0,1 4-224 0 0,0 4-384 0 0,2 3-1344 0 0,-1 7 3040 0 0,1 6 0 0 0,-5 7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6"/>
    </inkml:context>
    <inkml:brush xml:id="br0">
      <inkml:brushProperty name="width" value="0.1" units="cm"/>
      <inkml:brushProperty name="height" value="0.1" units="cm"/>
    </inkml:brush>
  </inkml:definitions>
  <inkml:trace contextRef="#ctx0" brushRef="#br0">13171 14351 4031 0 0,'-4'13'9728'0'0,"-2"10"-9088"0"0,-4 5-480 0 0,-1 2-64 0 0,-2 0-32 0 0,-4 5 0 0 0,1 0-64 0 0,-2-1 0 0 0,-1 3 0 0 0,2 4-32 0 0,-1 4 0 0 0,-1 3 0 0 0,2-2 32 0 0,-1 5 0 0 0,-1 3 0 0 0,2 0 0 0 0,5 2-32 0 0,-1-2 32 0 0,2-4 0 0 0,3-2-32 0 0,2 0 32 0 0,3 1 0 0 0,2-4-32 0 0,1-5 32 0 0,0-4-32 0 0,5-5-128 0 0,6-6 224 0 0,1-13-32 0 0,4-8-32 0 0,-2-10 32 0 0,1-3-32 0 0,-1-5 0 0 0,-3-4-160 0 0,0-5 0 0 0,-1-1 32 0 0,2-2 64 0 0,4 3-6880 0 0,-1 6 6944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7"/>
    </inkml:context>
    <inkml:brush xml:id="br0">
      <inkml:brushProperty name="width" value="0.1" units="cm"/>
      <inkml:brushProperty name="height" value="0.1" units="cm"/>
    </inkml:brush>
  </inkml:definitions>
  <inkml:trace contextRef="#ctx0" brushRef="#br0">13330 14944 4767 0 0,'0'9'9056'0'0,"-4"3"-7680"0"0,-2 4-1248 0 0,-5 3-96 0 0,1 4-32 0 0,-4 2 0 0 0,2 1 0 0 0,-3 5 0 0 0,2 7-32 0 0,3 1 32 0 0,-1-2 0 0 0,1-2 0 0 0,2-3-32 0 0,3-2 32 0 0,2-2-96 0 0,1-10-3424 0 0,6-13 1376 0 0,2-16 2144 0 0,0-15 0 0 0,-1-3 0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8"/>
    </inkml:context>
    <inkml:brush xml:id="br0">
      <inkml:brushProperty name="width" value="0.1" units="cm"/>
      <inkml:brushProperty name="height" value="0.1" units="cm"/>
    </inkml:brush>
  </inkml:definitions>
  <inkml:trace contextRef="#ctx0" brushRef="#br0">13367 14759 3487 0 0,'4'-13'8480'0'0,"2"-5"-8480"0"0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9"/>
    </inkml:context>
    <inkml:brush xml:id="br0">
      <inkml:brushProperty name="width" value="0.1" units="cm"/>
      <inkml:brushProperty name="height" value="0.1" units="cm"/>
    </inkml:brush>
  </inkml:definitions>
  <inkml:trace contextRef="#ctx0" brushRef="#br0">12926 15183 1375 0 0,'-5'9'9312'0'0,"-1"8"-8800"0"0,0 5 608 0 0,6-1 96 0 0,7-9-1184 0 0,8-11-32 0 0,0-9 0 0 0,2-9 0 0 0,-1-6 0 0 0,1-3 32 0 0,-3-1-32 0 0,-3-2 0 0 0,1 5 0 0 0,-2 2 0 0 0,-3 0 32 0 0,-2-1-32 0 0,3 0 0 0 0,-1-2 32 0 0,-1 0-32 0 0,-1-1 0 0 0,-3-1 32 0 0,0 1 0 0 0,-1-1-32 0 0,-6 5 160 0 0,-1 10-160 0 0,0 12-32 0 0,6 11-32 0 0,7 3 32 0 0,6-1 32 0 0,7-7-160 0 0,4-5-384 0 0,2-6-1952 0 0,1-3-704 0 0,-4-5 3200 0 0,-5 1 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0"/>
    </inkml:context>
    <inkml:brush xml:id="br0">
      <inkml:brushProperty name="width" value="0.1" units="cm"/>
      <inkml:brushProperty name="height" value="0.1" units="cm"/>
    </inkml:brush>
  </inkml:definitions>
  <inkml:trace contextRef="#ctx0" brushRef="#br0">13703 15157 607 0 0,'-9'0'11328'0'0,"-8"4"-11296"0"0,-5 2 32 0 0,-3 0-32 0 0,-2-2-32 0 0,-1 4 0 0 0,-1 0 0 0 0,6 3 0 0 0,1 0-32 0 0,5 3 32 0 0,1-2 0 0 0,3 3 0 0 0,3 2 0 0 0,0-1 0 0 0,1 1 0 0 0,2 2 0 0 0,2 2 0 0 0,2 3 0 0 0,-2-4 0 0 0,-2 0-32 0 0,6 1 0 0 0,8-3 416 0 0,6-5-256 0 0,2-9 32 0 0,2-10 0 0 0,3-3 0 0 0,-2-5 0 0 0,1-5 0 0 0,-4-3-32 0 0,1-3-32 0 0,2-6 0 0 0,3-2-32 0 0,-3-5 0 0 0,0 0-32 0 0,2-7 0 0 0,2-5 0 0 0,2-3-32 0 0,0-2 32 0 0,2-4-32 0 0,1-6 32 0 0,-5-1-32 0 0,-1 1 32 0 0,0-1-32 0 0,-4-3 32 0 0,1 1 0 0 0,-4 4-32 0 0,1 7 32 0 0,-2 9 0 0 0,-4 9 0 0 0,-3 6 256 0 0,-2 13 896 0 0,-3 15-1056 0 0,-5 12-64 0 0,-2 15 0 0 0,-1 7-32 0 0,2 8-32 0 0,-3 7 0 0 0,-1 5 32 0 0,2 3-32 0 0,2 1 0 0 0,2 2 0 0 0,-4-5 0 0 0,1-2 0 0 0,0 0 0 0 0,1 1 0 0 0,2 2 0 0 0,2 0 0 0 0,0 0 0 0 0,5 2 0 0 0,2-5-32 0 0,0-1 32 0 0,-1-4-32 0 0,3-5 0 0 0,1-4 0 0 0,-3-4-64 0 0,4-7-96 0 0,-1-2-160 0 0,3-6-2432 0 0,4-9-2528 0 0,-1-5 5312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1"/>
    </inkml:context>
    <inkml:brush xml:id="br0">
      <inkml:brushProperty name="width" value="0.1" units="cm"/>
      <inkml:brushProperty name="height" value="0.1" units="cm"/>
    </inkml:brush>
  </inkml:definitions>
  <inkml:trace contextRef="#ctx0" brushRef="#br0">14076 14901 2239 0 0,'-4'14'11200'0'0,"-7"4"-10240"0"0,-1 3-608 0 0,2 4-128 0 0,2 1-32 0 0,-2 1 32 0 0,1 0-160 0 0,-2 0 0 0 0,0 5-64 0 0,2 1 32 0 0,3-1-32 0 0,-3 0 0 0 0,1-2 0 0 0,-3-2 0 0 0,1 0 0 0 0,1-2 0 0 0,3 1 0 0 0,2-1-32 0 0,2-9-1760 0 0,6-16 160 0 0,2-18-1600 0 0,4-18 3232 0 0,1-18 0 0 0,-1 0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2"/>
    </inkml:context>
    <inkml:brush xml:id="br0">
      <inkml:brushProperty name="width" value="0.1" units="cm"/>
      <inkml:brushProperty name="height" value="0.1" units="cm"/>
    </inkml:brush>
  </inkml:definitions>
  <inkml:trace contextRef="#ctx0" brushRef="#br0">14150 14711 4447 0 0,'0'0'0'0'0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3"/>
    </inkml:context>
    <inkml:brush xml:id="br0">
      <inkml:brushProperty name="width" value="0.1" units="cm"/>
      <inkml:brushProperty name="height" value="0.1" units="cm"/>
    </inkml:brush>
  </inkml:definitions>
  <inkml:trace contextRef="#ctx0" brushRef="#br0">14519 14647 5535 0 0,'0'14'8864'0'0,"-5"8"-8800"0"0,-5 6-32 0 0,-2 6-32 0 0,-3 7 0 0 0,-3 6 0 0 0,-4 3 0 0 0,3 2-32 0 0,-1 2 32 0 0,-1 5 0 0 0,3 1 0 0 0,1 0 0 0 0,2-6 0 0 0,-1-8-32 0 0,3-7-128 0 0,-1-6-1632 0 0,2-12-3744 0 0,3-11 5536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4"/>
    </inkml:context>
    <inkml:brush xml:id="br0">
      <inkml:brushProperty name="width" value="0.1" units="cm"/>
      <inkml:brushProperty name="height" value="0.1" units="cm"/>
    </inkml:brush>
  </inkml:definitions>
  <inkml:trace contextRef="#ctx0" brushRef="#br0">14256 15126 4223 0 0,'9'-5'10016'0'0,"7"-1"-9888"0"0,6 0 96 0 0,3 2-128 0 0,3 1 0 0 0,0 5-64 0 0,5 3 0 0 0,1 0 0 0 0,4-5-32 0 0,-1-2-448 0 0,4-2-800 0 0,-2-3-1856 0 0,2-7 3104 0 0,-1 1 0 0 0,-8 1 0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5"/>
    </inkml:context>
    <inkml:brush xml:id="br0">
      <inkml:brushProperty name="width" value="0.1" units="cm"/>
      <inkml:brushProperty name="height" value="0.1" units="cm"/>
    </inkml:brush>
  </inkml:definitions>
  <inkml:trace contextRef="#ctx0" brushRef="#br0">14877 15071 2047 0 0,'-9'0'11072'0'0,"-8"0"-10208"0"0,0 4-512 0 0,-3 7 320 0 0,3 5-352 0 0,0 5 192 0 0,2 3-352 0 0,4 2-64 0 0,4 1 32 0 0,-2-4-32 0 0,2-1 0 0 0,1-1 0 0 0,2 2-32 0 0,1 1-32 0 0,2 0 0 0 0,0 2 0 0 0,1 0-32 0 0,1 0-32 0 0,3 1 32 0 0,7-5-128 0 0,6-6 96 0 0,4-5-32 0 0,3-10 32 0 0,2-9 32 0 0,-3-8 0 0 0,-2-5 32 0 0,-3-5-32 0 0,-1 4 32 0 0,-4 0 0 0 0,2-1-32 0 0,-3-1 32 0 0,1 0 0 0 0,-1-1 0 0 0,2 3 0 0 0,2 7 64 0 0,4 9-32 0 0,-2 11 0 0 0,1 8-32 0 0,-4 7-32 0 0,-3 5 32 0 0,-5 2 0 0 0,-2 1 0 0 0,-3 5-32 0 0,-2 2 0 0 0,-5-2 0 0 0,-2 4-32 0 0,-4-1 32 0 0,0 3-32 0 0,-3 4 32 0 0,-3 3 32 0 0,-4-1-32 0 0,-2 0 0 0 0,-7-2 0 0 0,-2-1 0 0 0,-6-1 32 0 0,-4-5-32 0 0,-4-3 0 0 0,-4-3 32 0 0,-2-2-32 0 0,3-1 64 0 0,6-5 64 0 0,1-3 96 0 0,3-3-32 0 0,3-5 0 0 0,4-5-32 0 0,3-2-96 0 0,2-3-32 0 0,0-1-32 0 0,6-6-32 0 0,1-5-64 0 0,9-2 64 0 0,6-2-32 0 0,9-4 64 0 0,7-3-32 0 0,12-2 32 0 0,15-1 0 0 0,15-6 0 0 0,11-7-64 0 0,13-10-320 0 0,8-6-416 0 0,6-7-448 0 0,2-7-896 0 0,3-5-4032 0 0,3-4 6176 0 0,-2 2 0 0 0,-17 14 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6"/>
    </inkml:context>
    <inkml:brush xml:id="br0">
      <inkml:brushProperty name="width" value="0.1" units="cm"/>
      <inkml:brushProperty name="height" value="0.1" units="cm"/>
    </inkml:brush>
  </inkml:definitions>
  <inkml:trace contextRef="#ctx0" brushRef="#br0">14422 14965 1951 0 0,'-4'9'6784'0'0,"-7"7"-6688"0"0,-5 6 0 0 0,0 4-32 0 0,2 1 96 0 0,0-3 0 0 0,1-2 0 0 0,-1 0-64 0 0,2 1-32 0 0,3 1-32 0 0,3 1 0 0 0,-2 1-32 0 0,0 0 32 0 0,2 0-32 0 0,1 1 0 0 0,-2-1 0 0 0,0 1 0 0 0,1 0 0 0 0,1-1-224 0 0,-3 1-832 0 0,1-5 1056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7"/>
    </inkml:context>
    <inkml:brush xml:id="br0">
      <inkml:brushProperty name="width" value="0.1" units="cm"/>
      <inkml:brushProperty name="height" value="0.1" units="cm"/>
    </inkml:brush>
  </inkml:definitions>
  <inkml:trace contextRef="#ctx0" brushRef="#br0">11951 14309 1087 0 0,'-5'9'6048'0'0,"-1"7"-3328"0"0,5 2-2432 0 0,7-4-192 0 0,7-2 576 0 0,6-5-192 0 0,4-3-64 0 0,2-2-224 0 0,3-2-64 0 0,-1 0 96 0 0,1 4 160 0 0,0 1 128 0 0,-1 0-352 0 0,-4 4-64 0 0,-2 0-64 0 0,-5 3-32 0 0,0-1 0 0 0,1-1 32 0 0,3-4 0 0 0,2-1 0 0 0,-2 1-32 0 0,-1 1 0 0 0,2-1-960 0 0,-4-2 960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8"/>
    </inkml:context>
    <inkml:brush xml:id="br0">
      <inkml:brushProperty name="width" value="0.1" units="cm"/>
      <inkml:brushProperty name="height" value="0.1" units="cm"/>
    </inkml:brush>
  </inkml:definitions>
  <inkml:trace contextRef="#ctx0" brushRef="#br0">23966 10888 5151 0 0,'-9'5'9344'0'0,"-8"1"-9248"0"0,-5-1 0 0 0,-3 5 224 0 0,-2-1-160 0 0,-1-1 0 0 0,-1-3-32 0 0,-3-1-32 0 0,-2-2 0 0 0,1 3-32 0 0,-3 2 0 0 0,-4-2 0 0 0,-5-1-32 0 0,1-1 0 0 0,-1-1 0 0 0,3 3-32 0 0,-1 1 32 0 0,3 0-32 0 0,-1-2 0 0 0,-3-1-32 0 0,-2-1 32 0 0,-3-1-64 0 0,-2-1-32 0 0,3 0-32 0 0,1 0 32 0 0,4 0 32 0 0,0-5 32 0 0,3-1 0 0 0,0 0 32 0 0,1 1 0 0 0,4 2 0 0 0,2 1 0 0 0,-1 1 0 0 0,0 0 0 0 0,1 6 32 0 0,2-3-32 0 0,2-2 0 0 0,1-1 0 0 0,1 0 0 0 0,1 4 0 0 0,-5 2 32 0 0,-1-4-32 0 0,0-3 32 0 0,1-1 0 0 0,2 1 64 0 0,1 0 0 0 0,0 0-32 0 0,1-4-64 0 0,-4 0 32 0 0,-1 0-32 0 0,0 1 0 0 0,1 2 0 0 0,2 1 0 0 0,0-3 0 0 0,2-2 0 0 0,0 2 0 0 0,-4 0 0 0 0,3-2 32 0 0,7-5-32 0 0,2-1 32 0 0,4-2-32 0 0,1 1 0 0 0,2-1 32 0 0,-2-3-32 0 0,-2-3 0 0 0,2-2 0 0 0,-2 3 0 0 0,-3 0 0 0 0,-2-1 0 0 0,-2-1-32 0 0,-2-2 32 0 0,-6-5 0 0 0,-6-3 0 0 0,-1 0 0 0 0,-4 1 0 0 0,1 1 32 0 0,-1 1-32 0 0,2 1 0 0 0,-2 1 0 0 0,-2 0 0 0 0,-3 1 32 0 0,2 4-32 0 0,-4 2 0 0 0,-4 0 0 0 0,-1-2 0 0 0,-1 3 0 0 0,5 1 0 0 0,2-2-32 0 0,-1 3 32 0 0,0 5 0 0 0,-1-1-32 0 0,4 2 32 0 0,0 3 0 0 0,-1-2 0 0 0,-1 1 0 0 0,-2 2 0 0 0,-1 3 0 0 0,-1 1 0 0 0,-1-3 0 0 0,0-1 0 0 0,0 1 0 0 0,0 2 0 0 0,4 1 0 0 0,2 2 0 0 0,0 0 0 0 0,-2 1 0 0 0,0-5 0 0 0,2 0 0 0 0,2-1 0 0 0,-2 2 0 0 0,3-4 0 0 0,0 0 0 0 0,-1 2-32 0 0,2-4 32 0 0,4 1-64 0 0,4 1-64 0 0,-1 3-96 0 0,1 1-128 0 0,3-2-192 0 0,1-1-352 0 0,2 2-640 0 0,1-4-1280 0 0,1 0 2816 0 0,6 2 0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9"/>
    </inkml:context>
    <inkml:brush xml:id="br0">
      <inkml:brushProperty name="width" value="0.1" units="cm"/>
      <inkml:brushProperty name="height" value="0.1" units="cm"/>
    </inkml:brush>
  </inkml:definitions>
  <inkml:trace contextRef="#ctx0" brushRef="#br0">19479 9779 1407 0 0,'-9'0'5728'0'0,"-8"0"-5440"0"0,0 4 0 0 0,-3 7 32 0 0,-1 1-32 0 0,2 7-64 0 0,0 5-32 0 0,3 3-64 0 0,4 2-32 0 0,1 0 32 0 0,1 4 32 0 0,-2 1 0 0 0,1-1 0 0 0,-2-1 32 0 0,1-2 0 0 0,3-1-64 0 0,-2 3-32 0 0,1 0 0 0 0,-2 0-64 0 0,1-1 0 0 0,2-1-32 0 0,3-2 0 0 0,2-1-32 0 0,6-5-32 0 0,8-6-1184 0 0,6-6-1120 0 0,6-4 2368 0 0,7-4 0 0 0,-1-2 0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0"/>
    </inkml:context>
    <inkml:brush xml:id="br0">
      <inkml:brushProperty name="width" value="0.1" units="cm"/>
      <inkml:brushProperty name="height" value="0.1" units="cm"/>
    </inkml:brush>
  </inkml:definitions>
  <inkml:trace contextRef="#ctx0" brushRef="#br0">23522 10288 1375 0 0,'-13'-4'11584'0'0,"-9"2"-11520"0"0,-6 2-64 0 0,2 11 0 0 0,2 6-32 0 0,-1 11 0 0 0,5 9 32 0 0,5 11 0 0 0,6 17-32 0 0,4 9 32 0 0,3 7 0 0 0,1-2 0 0 0,2-1 0 0 0,5 0-32 0 0,1-4 32 0 0,4-6-224 0 0,4-6-256 0 0,1-8-448 0 0,1-14-1024 0 0,-2-9 1952 0 0,-4-10 0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1"/>
    </inkml:context>
    <inkml:brush xml:id="br0">
      <inkml:brushProperty name="width" value="0.1" units="cm"/>
      <inkml:brushProperty name="height" value="0.1" units="cm"/>
    </inkml:brush>
  </inkml:definitions>
  <inkml:trace contextRef="#ctx0" brushRef="#br0">23488 10346 2335 0 0,'-13'-9'9664'0'0,"-10"-3"-9344"0"0,0-4-192 0 0,-1 1 0 0 0,4-2-128 0 0,5-2 64 0 0,9 2 64 0 0,7-1 32 0 0,6 3-64 0 0,8-1 32 0 0,5 3-96 0 0,4 3 0 0 0,2 4 0 0 0,1 2-32 0 0,1 3 0 0 0,0 5 32 0 0,-1 2-32 0 0,-4 5 32 0 0,-2 5 0 0 0,-4 4-32 0 0,-1-1 32 0 0,-3 0-32 0 0,-4 2 0 0 0,-3 2-32 0 0,-3 1 32 0 0,-2 1 0 0 0,-1 6 0 0 0,0 1 0 0 0,-1 1 32 0 0,1-2-32 0 0,-6-1 96 0 0,0-1 32 0 0,-4 3 0 0 0,-1 1-32 0 0,-3-1 0 0 0,-3-1 0 0 0,1-1-32 0 0,-1 2 32 0 0,-2 2-32 0 0,-3-6-32 0 0,-2-3 0 0 0,4-2-32 0 0,0-4 0 0 0,3 0 0 0 0,1-5-32 0 0,2 1-192 0 0,9-3 192 0 0,9-3 32 0 0,9-3-32 0 0,7-3 32 0 0,3-1 0 0 0,4 2 0 0 0,1 2-32 0 0,0-1 32 0 0,0 3 0 0 0,0 1-32 0 0,0-2 32 0 0,-1 3 32 0 0,-1 4 0 0 0,-3 5 32 0 0,-7 2 0 0 0,-6 3-32 0 0,-5 2 0 0 0,-2 1-32 0 0,-8 0 32 0 0,-6 1 32 0 0,-6-1 0 0 0,-5 0-32 0 0,-3-5 32 0 0,3-1-32 0 0,0-5-32 0 0,0 0-32 0 0,-1-3 0 0 0,-1 1-128 0 0,-2-2-832 0 0,10-3 384 0 0,10-8-416 0 0,12-4-1632 0 0,9-5-1280 0 0,7-7 3936 0 0,-1 0 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2"/>
    </inkml:context>
    <inkml:brush xml:id="br0">
      <inkml:brushProperty name="width" value="0.1" units="cm"/>
      <inkml:brushProperty name="height" value="0.1" units="cm"/>
    </inkml:brush>
  </inkml:definitions>
  <inkml:trace contextRef="#ctx0" brushRef="#br0">24039 11011 3807 0 0,'0'-9'5216'0'0,"0"-7"-5184"0"0,5-2 96 0 0,1-1 192 0 0,-1-3 128 0 0,0-1 3008 0 0,-6 7-3360 0 0,-8 11 0 0 0,-6 11-64 0 0,-5 4 0 0 0,-4 5-32 0 0,-3 0 0 0 0,0 2-32 0 0,-1 3 0 0 0,0 2-32 0 0,5 2 32 0 0,2-3 0 0 0,4-1 32 0 0,6 1 0 0 0,8 1 0 0 0,5 2 64 0 0,7-4-64 0 0,6-4 32 0 0,6-6-32 0 0,2-9 0 0 0,3-4 32 0 0,2-7-32 0 0,-1-6 0 0 0,1-4 32 0 0,-5-4-32 0 0,-2 3 32 0 0,-4-1-32 0 0,-1 0 32 0 0,-3-1 0 0 0,1 8-32 0 0,-2 11 0 0 0,-3 15 0 0 0,-3 10 32 0 0,-3 11 0 0 0,-1 13-32 0 0,-2 8 32 0 0,0 4-32 0 0,4-3 0 0 0,1-6-96 0 0,0-3-128 0 0,4-4-4480 0 0,0-14 4704 0 0,3-11 0 0 0,0-8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3"/>
    </inkml:context>
    <inkml:brush xml:id="br0">
      <inkml:brushProperty name="width" value="0.1" units="cm"/>
      <inkml:brushProperty name="height" value="0.1" units="cm"/>
    </inkml:brush>
  </inkml:definitions>
  <inkml:trace contextRef="#ctx0" brushRef="#br0">24421 10351 5887 0 0,'-4'13'8384'0'0,"-2"9"-8224"0"0,-4 11-32 0 0,-1 7 0 0 0,-2 11-64 0 0,0 11-32 0 0,3 7 0 0 0,-2 2 0 0 0,2 2-32 0 0,2 7 0 0 0,-2 2 0 0 0,1-2-64 0 0,2-3-224 0 0,2 0-224 0 0,1-4-224 0 0,3-6-320 0 0,0-9-480 0 0,1-11-864 0 0,1-8 2400 0 0,-1-11 0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4"/>
    </inkml:context>
    <inkml:brush xml:id="br0">
      <inkml:brushProperty name="width" value="0.1" units="cm"/>
      <inkml:brushProperty name="height" value="0.1" units="cm"/>
    </inkml:brush>
  </inkml:definitions>
  <inkml:trace contextRef="#ctx0" brushRef="#br0">24162 10895 4991 0 0,'13'-4'5120'0'0,"10"-7"-4832"0"0,4-1-32 0 0,3-2-32 0 0,1-5-96 0 0,4 2-32 0 0,0-1-32 0 0,-1 3-160 0 0,-2-1-512 0 0,-1-2-4768 0 0,-3-3 5376 0 0,-5 3 0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5"/>
    </inkml:context>
    <inkml:brush xml:id="br0">
      <inkml:brushProperty name="width" value="0.1" units="cm"/>
      <inkml:brushProperty name="height" value="0.1" units="cm"/>
    </inkml:brush>
  </inkml:definitions>
  <inkml:trace contextRef="#ctx0" brushRef="#br0">24855 10266 3711 0 0,'-4'13'9792'0'0,"-2"10"-9568"0"0,-4 9-64 0 0,-1 8-32 0 0,-2 7-64 0 0,-5 4-32 0 0,-2 7 0 0 0,1 11 0 0 0,0 8 0 0 0,-2 5-32 0 0,-1 1 0 0 0,-2 0 0 0 0,4-1 0 0 0,0-4-32 0 0,3-8-320 0 0,1-6-384 0 0,3-9-480 0 0,3-10-384 0 0,4-8-544 0 0,3-10 2144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6"/>
    </inkml:context>
    <inkml:brush xml:id="br0">
      <inkml:brushProperty name="width" value="0.1" units="cm"/>
      <inkml:brushProperty name="height" value="0.1" units="cm"/>
    </inkml:brush>
  </inkml:definitions>
  <inkml:trace contextRef="#ctx0" brushRef="#br0">24500 10900 2943 0 0,'9'-9'8096'0'0,"8"-3"-7584"0"0,5-4-96 0 0,3 1-32 0 0,2 3-320 0 0,2 3 0 0 0,-1 4-32 0 0,0 2-96 0 0,0 2-960 0 0,-1-4-384 0 0,0 0-992 0 0,-1-1 2400 0 0,-4 3 0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7"/>
    </inkml:context>
    <inkml:brush xml:id="br0">
      <inkml:brushProperty name="width" value="0.1" units="cm"/>
      <inkml:brushProperty name="height" value="0.1" units="cm"/>
    </inkml:brush>
  </inkml:definitions>
  <inkml:trace contextRef="#ctx0" brushRef="#br0">24797 11125 2911 0 0,'13'-4'7488'0'0,"5"-7"-7200"0"0,4-1 0 0 0,2-2 448 0 0,-2-5-416 0 0,-1 2-224 0 0,-4-1 0 0 0,-1-1 0 0 0,3-3 0 0 0,-3-2-32 0 0,-4-1 0 0 0,0 3-32 0 0,-1 2 0 0 0,1-1 64 0 0,-5 3-736 0 0,-9 9 608 0 0,-8 11 32 0 0,-8 5 0 0 0,-4 10 0 0 0,1 7-32 0 0,0 8 32 0 0,3 4-32 0 0,5-1 0 0 0,4-1 0 0 0,9-2 32 0 0,9-2-64 0 0,6-6 32 0 0,7-7 32 0 0,3-7 0 0 0,2-4-32 0 0,1-4 32 0 0,0-7-224 0 0,0-2-480 0 0,0-4-2976 0 0,-1-1 3680 0 0,-5-3 0 0 0,-6 2 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8"/>
    </inkml:context>
    <inkml:brush xml:id="br0">
      <inkml:brushProperty name="width" value="0.1" units="cm"/>
      <inkml:brushProperty name="height" value="0.1" units="cm"/>
    </inkml:brush>
  </inkml:definitions>
  <inkml:trace contextRef="#ctx0" brushRef="#br0">25400 10985 4927 0 0,'0'-9'8000'0'0,"-4"-8"-7968"0"0,-2 4 0 0 0,-4 4 32 0 0,-1 8 128 0 0,-3 5 128 0 0,2 5 0 0 0,-3 6 0 0 0,-2 5-96 0 0,1 4-96 0 0,-1 2-32 0 0,2 1-96 0 0,4-9 384 0 0,4-11-416 0 0,2-16-32 0 0,8-12-32 0 0,7-6-64 0 0,2-7-32 0 0,4-3-64 0 0,3 0 0 0 0,3 3 0 0 0,2 6-64 0 0,-2 4-96 0 0,-2 6-384 0 0,2 6-704 0 0,0 1-1472 0 0,2 1 2976 0 0,-4 4 0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9"/>
    </inkml:context>
    <inkml:brush xml:id="br0">
      <inkml:brushProperty name="width" value="0.1" units="cm"/>
      <inkml:brushProperty name="height" value="0.1" units="cm"/>
    </inkml:brush>
  </inkml:definitions>
  <inkml:trace contextRef="#ctx0" brushRef="#br0">25679 10902 4287 0 0,'-9'-5'10976'0'0,"-7"-1"-10816"0"0,-6 5-32 0 0,1 7 0 0 0,0 7 0 0 0,-2 6-32 0 0,4 4 0 0 0,1 2-64 0 0,2 3-32 0 0,5-1 0 0 0,4 1-32 0 0,3 0-32 0 0,7-5-96 0 0,7-11 160 0 0,7-8 0 0 0,5-8 32 0 0,3-9 0 0 0,-3-6 0 0 0,0-4 0 0 0,0-4-32 0 0,1 0 32 0 0,1-6-32 0 0,1-1 32 0 0,-3 0-32 0 0,-2 2 0 0 0,-4 2 32 0 0,0 6 0 0 0,-2 2 0 0 0,-5 10 96 0 0,-3 11-128 0 0,-3 10 0 0 0,-6 13-32 0 0,-3 12-32 0 0,0 8 0 0 0,-3 12-32 0 0,-1 4 0 0 0,-3 7 64 0 0,1 6 0 0 0,-2 3 32 0 0,1 0 32 0 0,-2-1-32 0 0,2 2 64 0 0,-1-4 32 0 0,-3-4-32 0 0,-3-5 32 0 0,2-8-32 0 0,-1-5 64 0 0,-1-6 32 0 0,-2-10 0 0 0,-2-6 32 0 0,-1-4 0 0 0,-1-5 64 0 0,-5-1 0 0 0,-1-4-128 0 0,-1-4-64 0 0,2-4-64 0 0,1-6-32 0 0,1-9-32 0 0,1-2 32 0 0,1-3-32 0 0,5-4 32 0 0,2-8-32 0 0,4-3 0 0 0,5-2 0 0 0,9 1 0 0 0,4-4 32 0 0,7 0-32 0 0,6-4-224 0 0,10 1-128 0 0,9-2-32 0 0,9-4 32 0 0,9-2-64 0 0,10-4-64 0 0,8 3-160 0 0,6-4-160 0 0,7 2-416 0 0,4 0-896 0 0,0 0 2176 0 0,3 4 0 0 0,-13 8 0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0"/>
    </inkml:context>
    <inkml:brush xml:id="br0">
      <inkml:brushProperty name="width" value="0.1" units="cm"/>
      <inkml:brushProperty name="height" value="0.1" units="cm"/>
    </inkml:brush>
  </inkml:definitions>
  <inkml:trace contextRef="#ctx0" brushRef="#br0">26843 10889 31 0 0,'-13'-9'1280'0'0,"-10"-3"-416"0"0,-4 1-448 0 0,-3 2-256 0 0,-1 2-256 0 0,1 8-992 0 0,5 2 1088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1"/>
    </inkml:context>
    <inkml:brush xml:id="br0">
      <inkml:brushProperty name="width" value="0.1" units="cm"/>
      <inkml:brushProperty name="height" value="0.1" units="cm"/>
    </inkml:brush>
  </inkml:definitions>
  <inkml:trace contextRef="#ctx0" brushRef="#br0">26443 10372 3391 0 0,'-9'0'10496'0'0,"-8"4"-10336"0"0,0 7-64 0 0,-2 9-32 0 0,-3 16 0 0 0,3 15-32 0 0,0 16-32 0 0,3 11 32 0 0,5 6 0 0 0,-1 1-32 0 0,2 1 0 0 0,2-2 0 0 0,4-1-32 0 0,1-6-64 0 0,2-6-128 0 0,0-12-128 0 0,2-11-128 0 0,-1-9-256 0 0,5-11-3520 0 0,2-20 480 0 0,3-20 3776 0 0,1-7 0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2"/>
    </inkml:context>
    <inkml:brush xml:id="br0">
      <inkml:brushProperty name="width" value="0.1" units="cm"/>
      <inkml:brushProperty name="height" value="0.1" units="cm"/>
    </inkml:brush>
  </inkml:definitions>
  <inkml:trace contextRef="#ctx0" brushRef="#br0">26364 10329 4831 0 0,'13'9'9312'0'0,"10"8"-9312"0"0,4 5 0 0 0,3 3 0 0 0,1 2-32 0 0,-5 2-32 0 0,-3-1 0 0 0,0 0 0 0 0,0-1-96 0 0,-4 1 96 0 0,-5-1 32 0 0,-5-1 64 0 0,1-4 0 0 0,-6-1 0 0 0,-4-1 96 0 0,-6 2-96 0 0,-7-3 32 0 0,-6-1-32 0 0,-3-3 0 0 0,-4 1 0 0 0,0 1-32 0 0,-2-1 0 0 0,0 0-32 0 0,1-2-96 0 0,-1-3-224 0 0,6 0-224 0 0,1-1-32 0 0,9-7-3136 0 0,11-4 384 0 0,10-6 3360 0 0,8-2 0 0 0,2 0 0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3"/>
    </inkml:context>
    <inkml:brush xml:id="br0">
      <inkml:brushProperty name="width" value="0.1" units="cm"/>
      <inkml:brushProperty name="height" value="0.1" units="cm"/>
    </inkml:brush>
  </inkml:definitions>
  <inkml:trace contextRef="#ctx0" brushRef="#br0">26669 11028 2527 0 0,'5'-9'11072'0'0,"1"-7"-10848"0"0,-5-1-64 0 0,-3-3 0 0 0,-5 3 32 0 0,-6 4 32 0 0,-5 4-160 0 0,-4 4-32 0 0,-3 3-32 0 0,-2 5-32 0 0,-1 8-32 0 0,1 6-192 0 0,-1 9 128 0 0,5 5 64 0 0,7 1 32 0 0,1 0 0 0 0,3 4 0 0 0,4 0 0 0 0,7-6 0 0 0,5-4 0 0 0,0-2 0 0 0,6-4 32 0 0,4-7 0 0 0,0-9 0 0 0,3-5 0 0 0,2-8 32 0 0,-1-6-32 0 0,0-6 32 0 0,1-3 0 0 0,3 3 0 0 0,-3-1 0 0 0,0 0 0 0 0,-3-1 0 0 0,0 3-32 0 0,1 1 32 0 0,4 3 0 0 0,1 5 0 0 0,2 4 320 0 0,-3 8-160 0 0,-5 8 32 0 0,-5 7-64 0 0,-5 5-32 0 0,-3 4-32 0 0,-2 2-64 0 0,-2 1 0 0 0,0 0-96 0 0,-4 0-288 0 0,-2-1-864 0 0,5-4-1504 0 0,3-11 736 0 0,5-7 1984 0 0,3-5 0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4"/>
    </inkml:context>
    <inkml:brush xml:id="br0">
      <inkml:brushProperty name="width" value="0.1" units="cm"/>
      <inkml:brushProperty name="height" value="0.1" units="cm"/>
    </inkml:brush>
  </inkml:definitions>
  <inkml:trace contextRef="#ctx0" brushRef="#br0">27127 10880 2591 0 0,'-9'13'13760'0'0,"-3"10"-13472"0"0,-4 0-128 0 0,-4 1-64 0 0,2 1-64 0 0,-1 0 0 0 0,3 1-32 0 0,0 1 32 0 0,-2-1-32 0 0,1 1 0 0 0,1-1 96 0 0,1 1-32 0 0,5 0 0 0 0,-2-1-32 0 0,7 1-32 0 0,4-1-64 0 0,6-4-32 0 0,7-6-256 0 0,6-6 32 0 0,4-9-800 0 0,8-9 224 0 0,3-3-192 0 0,1-4-256 0 0,-2-5-160 0 0,-1-3-384 0 0,-2 3-1344 0 0,0 0 3232 0 0,-2-2 0 0 0,-5 4 0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5"/>
    </inkml:context>
    <inkml:brush xml:id="br0">
      <inkml:brushProperty name="width" value="0.1" units="cm"/>
      <inkml:brushProperty name="height" value="0.1" units="cm"/>
    </inkml:brush>
  </inkml:definitions>
  <inkml:trace contextRef="#ctx0" brushRef="#br0">27401 10647 6335 0 0,'-14'9'11968'0'0,"-3"7"-11904"0"0,-1 6 0 0 0,0 4 0 0 0,2 1-64 0 0,5 6 32 0 0,3 5-32 0 0,3 6 0 0 0,3 5 0 0 0,2 7 0 0 0,0 3 0 0 0,5 0 0 0 0,2 4-32 0 0,-1 1 32 0 0,-1-7-32 0 0,-1-4 32 0 0,-2-6-32 0 0,4-7 0 0 0,0-6-32 0 0,0-3-32 0 0,-2-13 64 0 0,-1-17 0 0 0,-1-15 0 0 0,-1-8 32 0 0,4-5-32 0 0,1-7 32 0 0,-1-3-32 0 0,-1-3 32 0 0,4 0 0 0 0,0-2-32 0 0,3 1 32 0 0,0 4-32 0 0,2 4 0 0 0,4 6 32 0 0,-1 5-32 0 0,1 5 32 0 0,2 6 0 0 0,3 0 0 0 0,2 2 0 0 0,1 2 0 0 0,1 3 0 0 0,0 7 32 0 0,1 2 0 0 0,0 5 64 0 0,-5 5 64 0 0,-5 5 64 0 0,-7 3 0 0 0,-8 3 0 0 0,-11 1 192 0 0,-2 0-160 0 0,-4-4-64 0 0,-5-6-32 0 0,-3-6-224 0 0,-1-5-352 0 0,-3-3 64 0 0,0-7-32 0 0,0-3-192 0 0,0-4 416 0 0,0-1 96 0 0,0 2-32 0 0,4 7 64 0 0,3 4-32 0 0,3 7-32 0 0,6 6 64 0 0,4 5 0 0 0,8 4 0 0 0,4 3 0 0 0,5-4 0 0 0,6 0 0 0 0,4 0 0 0 0,4-4 0 0 0,6 0 0 0 0,3-3 32 0 0,5-4-128 0 0,5-5-512 0 0,-1-2-512 0 0,2-2-992 0 0,2-2 2144 0 0,-1-1 0 0 0,-10 0 0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6"/>
    </inkml:context>
    <inkml:brush xml:id="br0">
      <inkml:brushProperty name="width" value="0.1" units="cm"/>
      <inkml:brushProperty name="height" value="0.1" units="cm"/>
    </inkml:brush>
  </inkml:definitions>
  <inkml:trace contextRef="#ctx0" brushRef="#br0">22238 13208 8927 0 0,'0'9'8608'0'0,"5"3"-8672"0"0,1-5 64 0 0,-1-8 64 0 0,0-9-32 0 0,-2-6 96 0 0,-5-6-32 0 0,-3-3-32 0 0,-5-3 0 0 0,-5 5-32 0 0,-5 1 0 0 0,-3 0-32 0 0,-2-1 32 0 0,-2 3-32 0 0,-5 1 0 0 0,-6-1 0 0 0,-5-1 0 0 0,-5-2 0 0 0,-3 3-32 0 0,-2 0 0 0 0,-5 4 32 0 0,-2 5-32 0 0,0 3 32 0 0,-3 4 0 0 0,0 3 32 0 0,2-4-32 0 0,2 0 0 0 0,3 0 0 0 0,-4 1 0 0 0,0-3 0 0 0,2 0-32 0 0,0-4 32 0 0,3 0 0 0 0,0-3 0 0 0,1-3 0 0 0,1 2 0 0 0,1-7 0 0 0,-1-3 0 0 0,0-3 0 0 0,-4 0-32 0 0,-2-5 0 0 0,1-5 32 0 0,1-2 0 0 0,0-2-32 0 0,2-3 32 0 0,1-3 0 0 0,1-2 32 0 0,0 2-32 0 0,0 1 0 0 0,-4-1 0 0 0,-6-1 32 0 0,-1 4-32 0 0,-4-1 32 0 0,1 0 0 0 0,4 2 0 0 0,-3 5 32 0 0,3 0 0 0 0,-3 6 0 0 0,2 4 0 0 0,-3 4 0 0 0,2 0-32 0 0,3 0-32 0 0,3 5 32 0 0,2 1-32 0 0,2 4 32 0 0,-3 0-32 0 0,-1-3 0 0 0,-4 3 0 0 0,1 4 0 0 0,-4-2 0 0 0,-4 3 0 0 0,1 2 0 0 0,-1 2 0 0 0,3 3 0 0 0,3 2 0 0 0,3 1 0 0 0,4 4 0 0 0,6 3-32 0 0,4-1 32 0 0,0-1 0 0 0,-1-1 0 0 0,4-2 0 0 0,0-1 0 0 0,-2 4 0 0 0,3 1 0 0 0,0 0 0 0 0,2-2 0 0 0,4 4 32 0 0,-1-1-32 0 0,2 4 32 0 0,2 0 0 0 0,-2-2-32 0 0,1-2 32 0 0,1 1-32 0 0,3 0 0 0 0,1-1-32 0 0,-2 2 32 0 0,-1 0 0 0 0,1 3-32 0 0,1-1 0 0 0,1 3 0 0 0,2-2 0 0 0,1 2-320 0 0,0-1-448 0 0,1 1-704 0 0,0-1-2368 0 0,4-8 3872 0 0,7-4 0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7"/>
    </inkml:context>
    <inkml:brush xml:id="br0">
      <inkml:brushProperty name="width" value="0.1" units="cm"/>
      <inkml:brushProperty name="height" value="0.1" units="cm"/>
    </inkml:brush>
  </inkml:definitions>
  <inkml:trace contextRef="#ctx0" brushRef="#br0">17490 11515 2271 0 0,'-14'4'6176'0'0,"-8"7"-4800"0"0,-6 0-672 0 0,3 4-64 0 0,0-1-96 0 0,5 1-128 0 0,1-1-128 0 0,0 1 64 0 0,-2-2-256 0 0,-2 2-32 0 0,-1 2-64 0 0,3 3-32 0 0,1 2 32 0 0,-1 3-32 0 0,-1 1 0 0 0,3 5 0 0 0,0 2 32 0 0,4 4-32 0 0,4 5 32 0 0,4 4 0 0 0,3-1-32 0 0,2-3 0 0 0,2-5 0 0 0,5-4 0 0 0,6-8-96 0 0,6-8 64 0 0,9-7-128 0 0,5-5-128 0 0,6-3-160 0 0,0-3-192 0 0,5 0-384 0 0,2-5-576 0 0,4-1-1184 0 0,3 0 2816 0 0,5 1 0 0 0,-6 3 0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8"/>
    </inkml:context>
    <inkml:brush xml:id="br0">
      <inkml:brushProperty name="width" value="0.1" units="cm"/>
      <inkml:brushProperty name="height" value="0.1" units="cm"/>
    </inkml:brush>
  </inkml:definitions>
  <inkml:trace contextRef="#ctx0" brushRef="#br0">21524 13508 2559 0 0,'-13'9'11936'0'0,"-1"-2"-12896"0"0,3-6 672 0 0,8-12 32 0 0,8-14 64 0 0,8-11 32 0 0,11-13 64 0 0,6-8 0 0 0,7-6 64 0 0,1-3 0 0 0,4-3 32 0 0,-1 1 0 0 0,-4 3-32 0 0,-2 4 32 0 0,-4 7 32 0 0,-2 9-32 0 0,-1 12 96 0 0,-2 7 128 0 0,0 12 1312 0 0,-5 14-1088 0 0,-5 10-352 0 0,-6 9 0 0 0,-5 5 32 0 0,-3 8 32 0 0,-6 3 32 0 0,-3 4-32 0 0,-4 5-32 0 0,-1 4 0 0 0,2 2-32 0 0,3 2-32 0 0,2 2-32 0 0,2-5 0 0 0,2-6-32 0 0,1-5 0 0 0,5-10-32 0 0,1-5 0 0 0,5-1 0 0 0,4-5 0 0 0,5-6 0 0 0,3-4 64 0 0,-2-8-32 0 0,-1-8 0 0 0,2-7 0 0 0,1-10-32 0 0,-4-10-64 0 0,0-7 0 0 0,2-6-64 0 0,-4-3 0 0 0,-4 3 32 0 0,0 0 32 0 0,-3 0 32 0 0,3-1 32 0 0,-2 3 32 0 0,2 2 0 0 0,-1 3 0 0 0,-3 4 0 0 0,2 9 0 0 0,-1 5 32 0 0,2 6 160 0 0,-1 11 224 0 0,2 11-352 0 0,-1 14 0 0 0,-2 13-32 0 0,-4 14 0 0 0,-2 14-32 0 0,-2 10 0 0 0,-1 6 32 0 0,-1 5-32 0 0,4-3 0 0 0,1-1-32 0 0,1-4 32 0 0,2-6-64 0 0,1-4-224 0 0,-1-9-416 0 0,2-9-640 0 0,-1-7-992 0 0,4-6 2336 0 0,-2-7 0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9"/>
    </inkml:context>
    <inkml:brush xml:id="br0">
      <inkml:brushProperty name="width" value="0.1" units="cm"/>
      <inkml:brushProperty name="height" value="0.1" units="cm"/>
    </inkml:brush>
  </inkml:definitions>
  <inkml:trace contextRef="#ctx0" brushRef="#br0">22598 13145 3039 0 0,'4'8'10752'0'0,"2"9"-10080"0"0,0 9-224 0 0,-1 10-160 0 0,-2 8-128 0 0,-1 5-96 0 0,-5 3 0 0 0,-3-2-32 0 0,0-2-96 0 0,2-3-128 0 0,0-6-160 0 0,2-4-1216 0 0,-4-13-1952 0 0,-1-15 1408 0 0,6-22 2112 0 0,3-21 0 0 0,0-6 0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0"/>
    </inkml:context>
    <inkml:brush xml:id="br0">
      <inkml:brushProperty name="width" value="0.1" units="cm"/>
      <inkml:brushProperty name="height" value="0.1" units="cm"/>
    </inkml:brush>
  </inkml:definitions>
  <inkml:trace contextRef="#ctx0" brushRef="#br0">22617 12932 7295 0 0,'4'-13'6880'0'0,"7"-10"-7360"0"0,5-5-480 0 0,0-2-768 0 0,2 0-1088 0 0,2 0 2816 0 0,3 0 0 0 0,-3 6 0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1"/>
    </inkml:context>
    <inkml:brush xml:id="br0">
      <inkml:brushProperty name="width" value="0.1" units="cm"/>
      <inkml:brushProperty name="height" value="0.1" units="cm"/>
    </inkml:brush>
  </inkml:definitions>
  <inkml:trace contextRef="#ctx0" brushRef="#br0">23059 13114 4479 0 0,'4'-9'7008'0'0,"2"-8"-6112"0"0,-4 0 64 0 0,-4 7-736 0 0,-5 4-32 0 0,-6 9-96 0 0,-5 8-32 0 0,-5 7-32 0 0,-2 4 0 0 0,-1 8-64 0 0,-2 3-96 0 0,1 1-64 0 0,-1-1 0 0 0,5-2 64 0 0,2-2 32 0 0,0 4 64 0 0,3 0 0 0 0,6 4 0 0 0,-1 0 0 0 0,2 3 32 0 0,8-2-32 0 0,4 3 0 0 0,7-2 0 0 0,1-2 0 0 0,5-8-288 0 0,3-5-352 0 0,4-6-384 0 0,7-6-480 0 0,4-5-1376 0 0,5-8 2912 0 0,1-9 0 0 0,-7-2 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2"/>
    </inkml:context>
    <inkml:brush xml:id="br0">
      <inkml:brushProperty name="width" value="0.1" units="cm"/>
      <inkml:brushProperty name="height" value="0.1" units="cm"/>
    </inkml:brush>
  </inkml:definitions>
  <inkml:trace contextRef="#ctx0" brushRef="#br0">23241 13282 5407 0 0,'4'14'8800'0'0,"-2"12"-8768"0"0,-3 8 0 0 0,0 6 0 0 0,0 6 96 0 0,-5-1 32 0 0,-1 1 32 0 0,1-2-64 0 0,1-5 32 0 0,1-5 0 0 0,-2-7-32 0 0,-1-13-32 0 0,1-14 0 0 0,1-11 0 0 0,2-8-64 0 0,6-6-32 0 0,2-2 32 0 0,1-2-32 0 0,3-5 0 0 0,0 0 0 0 0,4-5-32 0 0,-1-3-160 0 0,2-1-288 0 0,3 4-320 0 0,4-1-512 0 0,2 2-480 0 0,2 3-704 0 0,1 3-1792 0 0,0 2 4288 0 0,2 2 0 0 0,-6 6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3"/>
    </inkml:context>
    <inkml:brush xml:id="br0">
      <inkml:brushProperty name="width" value="0.1" units="cm"/>
      <inkml:brushProperty name="height" value="0.1" units="cm"/>
    </inkml:brush>
  </inkml:definitions>
  <inkml:trace contextRef="#ctx0" brushRef="#br0">23855 13104 5599 0 0,'-9'-4'7840'0'0,"-7"2"-7808"0"0,-6 7-64 0 0,-3 2 32 0 0,-7 5-32 0 0,-2 9 32 0 0,0 5 0 0 0,1 3 0 0 0,2 1 0 0 0,2 0 0 0 0,6 0 0 0 0,1-2 0 0 0,6 4-32 0 0,0 1 0 0 0,4 0 0 0 0,3-2 0 0 0,3-1 0 0 0,3-2 0 0 0,2-1 0 0 0,5 0-64 0 0,7-5 64 0 0,6-6 64 0 0,5-6 32 0 0,2-9 32 0 0,7-5-32 0 0,3-11 96 0 0,4-7 32 0 0,0-4 96 0 0,-2-7 0 0 0,-2-2-32 0 0,-3-5-96 0 0,-2 1 0 0 0,-1 6-64 0 0,-6 5 0 0 0,-6-2-32 0 0,-6 0 0 0 0,-5 0-192 0 0,-3 0-288 0 0,-7 2-224 0 0,-6 1-224 0 0,-6 4-416 0 0,-5 7-448 0 0,-3 1-1312 0 0,-2 8 3040 0 0,-1 5 0 0 0,5 3 0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4"/>
    </inkml:context>
    <inkml:brush xml:id="br0">
      <inkml:brushProperty name="width" value="0.1" units="cm"/>
      <inkml:brushProperty name="height" value="0.1" units="cm"/>
    </inkml:brush>
  </inkml:definitions>
  <inkml:trace contextRef="#ctx0" brushRef="#br0">24246 13229 3711 0 0,'14'5'9824'0'0,"8"1"-10560"0"0,6-1-992 0 0,2 0 1728 0 0,-4-6 0 0 0,-6-3 0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5"/>
    </inkml:context>
    <inkml:brush xml:id="br0">
      <inkml:brushProperty name="width" value="0.1" units="cm"/>
      <inkml:brushProperty name="height" value="0.1" units="cm"/>
    </inkml:brush>
  </inkml:definitions>
  <inkml:trace contextRef="#ctx0" brushRef="#br0">25210 12742 5983 0 0,'-9'9'7136'0'0,"-7"8"-6848"0"0,-6 5 0 0 0,-8 3-32 0 0,-3 7 0 0 0,-1 2 0 0 0,-3 4-32 0 0,-5 6-32 0 0,1 3-96 0 0,-3 3-32 0 0,3 6-64 0 0,-1 3 32 0 0,2 1-32 0 0,3-2 0 0 0,4 4-32 0 0,7 4 32 0 0,4 0 32 0 0,5 2 0 0 0,6 4 32 0 0,5-7 224 0 0,3-9-320 0 0,7-15-128 0 0,2-9-288 0 0,5-6-1504 0 0,6-8 448 0 0,3-6-864 0 0,4-1 2368 0 0,6-2 0 0 0,-2-3 0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6"/>
    </inkml:context>
    <inkml:brush xml:id="br0">
      <inkml:brushProperty name="width" value="0.1" units="cm"/>
      <inkml:brushProperty name="height" value="0.1" units="cm"/>
    </inkml:brush>
  </inkml:definitions>
  <inkml:trace contextRef="#ctx0" brushRef="#br0">25745 13442 5503 0 0,'-9'-4'7136'0'0,"-8"2"-6912"0"0,-4 2 64 0 0,-5 1 32 0 0,-1 1-32 0 0,-6-1 0 0 0,-1 0-64 0 0,-4 4-64 0 0,-5 1-64 0 0,1 0-64 0 0,-2-1 0 0 0,-2-2-32 0 0,2-1 0 0 0,4 4-64 0 0,0 0-64 0 0,2 4 0 0 0,3 5 0 0 0,4 4 32 0 0,1 4 64 0 0,7 2 0 0 0,2 6 0 0 0,5 2 32 0 0,5 0 0 0 0,5-1 0 0 0,3-2 0 0 0,2-1 0 0 0,6-5-64 0 0,6-8 32 0 0,6-5 32 0 0,5-6 0 0 0,3-3 0 0 0,1-2 32 0 0,2-1 32 0 0,0-4 64 0 0,-1-3 0 0 0,1-3 0 0 0,-1 0 32 0 0,0-3-64 0 0,-5-4 32 0 0,-2 2 0 0 0,-3-1 160 0 0,-11-2-128 0 0,-9-3-64 0 0,-5-2-96 0 0,-6-1 0 0 0,-4 4-96 0 0,-4 0-64 0 0,-3 4-64 0 0,3 1-32 0 0,0 3 0 0 0,1 3-832 0 0,2-1-1728 0 0,6 7-32 0 0,4 3 2848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7"/>
    </inkml:context>
    <inkml:brush xml:id="br0">
      <inkml:brushProperty name="width" value="0.1" units="cm"/>
      <inkml:brushProperty name="height" value="0.1" units="cm"/>
    </inkml:brush>
  </inkml:definitions>
  <inkml:trace contextRef="#ctx0" brushRef="#br0">25715 13377 4575 0 0,'-9'9'9792'0'0,"-3"8"-9312"0"0,-4 5-128 0 0,-4-1-128 0 0,2 0-96 0 0,-1 1-64 0 0,-1 2-32 0 0,2 5-32 0 0,0 3 32 0 0,3 0-32 0 0,0 3 0 0 0,2 1 0 0 0,-2-1 0 0 0,3-3 0 0 0,3-2 32 0 0,-2-6-32 0 0,2-2 32 0 0,6-10-32 0 0,4-11-32 0 0,1-11 32 0 0,6-12-32 0 0,1-12 32 0 0,3-4 0 0 0,0 0 0 0 0,3 1 0 0 0,-2 3 0 0 0,1 3 0 0 0,4 7 0 0 0,2 6 32 0 0,3 3 0 0 0,2 8 96 0 0,1 6 32 0 0,1 2 32 0 0,0 6 64 0 0,0 6-32 0 0,0 6 32 0 0,-5 3-64 0 0,-1 4-64 0 0,-5 0-32 0 0,0 2-32 0 0,-3-1-32 0 0,-4 1 32 0 0,-3-1-32 0 0,2-4 0 0 0,-1-2 0 0 0,-5-5-32 0 0,-4 0-448 0 0,-6-3-5088 0 0,-1-8 5536 0 0,0-5 0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8"/>
    </inkml:context>
    <inkml:brush xml:id="br0">
      <inkml:brushProperty name="width" value="0.1" units="cm"/>
      <inkml:brushProperty name="height" value="0.1" units="cm"/>
    </inkml:brush>
  </inkml:definitions>
  <inkml:trace contextRef="#ctx0" brushRef="#br0">26035 13039 1023 0 0,'-4'13'10912'0'0,"-2"14"-10176"0"0,0 11-96 0 0,-3 8-160 0 0,0 6-224 0 0,1 2-96 0 0,2 6-64 0 0,3 1-96 0 0,1 0-96 0 0,1-1-32 0 0,1 2-32 0 0,0-5-32 0 0,0-3-64 0 0,1-7 0 0 0,-1-5-64 0 0,5-7-128 0 0,1-4-3712 0 0,4-13 4160 0 0,1-8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9"/>
    </inkml:context>
    <inkml:brush xml:id="br0">
      <inkml:brushProperty name="width" value="0.1" units="cm"/>
      <inkml:brushProperty name="height" value="0.1" units="cm"/>
    </inkml:brush>
  </inkml:definitions>
  <inkml:trace contextRef="#ctx0" brushRef="#br0">25813 13474 4223 0 0,'9'-9'6752'0'0,"7"-3"-6560"0"0,6 1 96 0 0,3-3 96 0 0,3 2 32 0 0,4-3-128 0 0,3 2-96 0 0,-2-1-96 0 0,0 2 0 0 0,-3 2-384 0 0,-1-1-800 0 0,-1 1-2368 0 0,-6-2 3456 0 0,-6 1 0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0"/>
    </inkml:context>
    <inkml:brush xml:id="br0">
      <inkml:brushProperty name="width" value="0.1" units="cm"/>
      <inkml:brushProperty name="height" value="0.1" units="cm"/>
    </inkml:brush>
  </inkml:definitions>
  <inkml:trace contextRef="#ctx0" brushRef="#br0">26241 13588 4095 0 0,'-9'9'8256'0'0,"-7"8"-7968"0"0,-2 5 96 0 0,3 3 448 0 0,4 3-448 0 0,-1-5-64 0 0,2-1-64 0 0,3 1-96 0 0,2 0 32 0 0,-3-4-192 0 0,1 0 0 0 0,1 1 0 0 0,1-7 32 0 0,3-11 32 0 0,5-6-32 0 0,2-6-32 0 0,1-10 32 0 0,3-3-32 0 0,1-1 32 0 0,2-1-64 0 0,0-1 32 0 0,2-1 0 0 0,3 1-32 0 0,4 3-64 0 0,2 2-128 0 0,2 5-160 0 0,1 0-256 0 0,1-2-256 0 0,0 3-576 0 0,-5-1-800 0 0,-1-3 2272 0 0,0-1 0 0 0,-3 1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1"/>
    </inkml:context>
    <inkml:brush xml:id="br0">
      <inkml:brushProperty name="width" value="0.1" units="cm"/>
      <inkml:brushProperty name="height" value="0.1" units="cm"/>
    </inkml:brush>
  </inkml:definitions>
  <inkml:trace contextRef="#ctx0" brushRef="#br0">26608 13576 3583 0 0,'-14'5'9344'0'0,"-8"1"-8832"0"0,-6-1-384 0 0,-2 0-64 0 0,0 3-32 0 0,0 0-32 0 0,0 3 0 0 0,2 4-32 0 0,0 5-96 0 0,6 3-64 0 0,1 1 0 0 0,0 3 32 0 0,0 0 32 0 0,2 0 96 0 0,5 0 32 0 0,1 0-32 0 0,6 0 0 0 0,10 0 256 0 0,8-5 0 0 0,7-6-64 0 0,5-10 32 0 0,2-6-32 0 0,8-8-32 0 0,1-7-32 0 0,0-5-32 0 0,3-4 0 0 0,-1 2 0 0 0,-1 1 32 0 0,-2-2-32 0 0,-3 5 0 0 0,-6-1 0 0 0,-2 0 0 0 0,-6-3 0 0 0,-5-1 64 0 0,-5-1-192 0 0,-7-2-256 0 0,-4 0-256 0 0,-5 4-160 0 0,-6 1-96 0 0,-5 4-320 0 0,-3 6-768 0 0,-2 4-1760 0 0,-1-2 3680 0 0,5 2 0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2"/>
    </inkml:context>
    <inkml:brush xml:id="br0">
      <inkml:brushProperty name="width" value="0.1" units="cm"/>
      <inkml:brushProperty name="height" value="0.1" units="cm"/>
    </inkml:brush>
  </inkml:definitions>
  <inkml:trace contextRef="#ctx0" brushRef="#br0">26744 13060 3839 0 0,'9'9'9216'0'0,"3"12"-9184"0"0,0 11 0 0 0,-3 14 32 0 0,-3 8-32 0 0,-2 9 0 0 0,-1 6-32 0 0,-3 10 32 0 0,-4 5 0 0 0,-2 2-32 0 0,-1-1 0 0 0,2-5 0 0 0,-3-12-32 0 0,0-13-224 0 0,1-11-224 0 0,2-9-224 0 0,1-15-4928 0 0,3-11 5632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3"/>
    </inkml:context>
    <inkml:brush xml:id="br0">
      <inkml:brushProperty name="width" value="0.1" units="cm"/>
      <inkml:brushProperty name="height" value="0.1" units="cm"/>
    </inkml:brush>
  </inkml:definitions>
  <inkml:trace contextRef="#ctx0" brushRef="#br0">26892 13187 3359 0 0,'14'13'13600'0'0,"4"10"-13504"0"0,-1 4-32 0 0,1 8-32 0 0,-2 6 32 0 0,-4 5 0 0 0,-4 0 0 0 0,-4 0 0 0 0,-2 2 0 0 0,-1-2-32 0 0,-2-1 0 0 0,1-4 0 0 0,-1 1 0 0 0,0 2-32 0 0,1-1 0 0 0,-1-5 0 0 0,1-4-160 0 0,-5-2-32 0 0,-1-3-160 0 0,1-2-832 0 0,0-10-9632 0 0,2-12 10816 0 0,1-7 0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4"/>
    </inkml:context>
    <inkml:brush xml:id="br0">
      <inkml:brushProperty name="width" value="0.1" units="cm"/>
      <inkml:brushProperty name="height" value="0.1" units="cm"/>
    </inkml:brush>
  </inkml:definitions>
  <inkml:trace contextRef="#ctx0" brushRef="#br0">27062 13702 2911 0 0,'13'0'10752'0'0,"10"0"-10304"0"0,0-5-352 0 0,1-1-32 0 0,-4-4-32 0 0,0-5 32 0 0,-5-4-32 0 0,1-4-32 0 0,-3-2 0 0 0,1-2 0 0 0,3 0 32 0 0,-2-1-32 0 0,1 6 0 0 0,-2 0 64 0 0,-3 10 224 0 0,-9 6-288 0 0,-4 9 0 0 0,-6 9 0 0 0,-6 6-32 0 0,-6 9 32 0 0,1 5-32 0 0,-1 2 32 0 0,-1-2-32 0 0,-2 0 32 0 0,-2-2-32 0 0,4-2 32 0 0,5 0-32 0 0,2-1 32 0 0,2-1-32 0 0,3 0-32 0 0,8 0 64 0 0,5 1-32 0 0,5-6 32 0 0,1 0-32 0 0,4-5 32 0 0,4 0-32 0 0,3-3 32 0 0,8-4-32 0 0,2-8 32 0 0,1-3-32 0 0,0-7-32 0 0,-2-2-416 0 0,0-3-576 0 0,-7-3-864 0 0,-2-5-1920 0 0,1-2 3840 0 0,-5-1 0 0 0,-5 3 0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5"/>
    </inkml:context>
    <inkml:brush xml:id="br0">
      <inkml:brushProperty name="width" value="0.1" units="cm"/>
      <inkml:brushProperty name="height" value="0.1" units="cm"/>
    </inkml:brush>
  </inkml:definitions>
  <inkml:trace contextRef="#ctx0" brushRef="#br0">27479 13541 4639 0 0,'0'14'8416'0'0,"0"8"-7776"0"0,-5 6 32 0 0,-1 2 0 0 0,1 0 0 0 0,0 1 0 0 0,2-2-96 0 0,-4-1 288 0 0,0 0-672 0 0,1-1-64 0 0,1 0-32 0 0,2-1-96 0 0,-3-4 0 0 0,-1-2 0 0 0,1 1-32 0 0,2 1 0 0 0,5-4 32 0 0,4-8 32 0 0,-1-12-32 0 0,5-13 0 0 0,1-10 0 0 0,2-4 0 0 0,5-6-32 0 0,3-7 32 0 0,3-5-32 0 0,2 1-64 0 0,1 0-128 0 0,6 2-224 0 0,1 5-256 0 0,0 4-224 0 0,3 4-352 0 0,0 3-736 0 0,3 5 2016 0 0,-1 8 0 0 0,-6 5 0 0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0693E-6207-961A-27D3-BA5572E63F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B8784A3-B07D-CB07-0193-9C45816AA3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90879BE-22E6-124E-17FA-86A37A9C2208}"/>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5" name="Footer Placeholder 4">
            <a:extLst>
              <a:ext uri="{FF2B5EF4-FFF2-40B4-BE49-F238E27FC236}">
                <a16:creationId xmlns:a16="http://schemas.microsoft.com/office/drawing/2014/main" id="{F1380A8E-7415-76F6-A78A-C62AE9BAA00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EE6339C-B0C4-1E62-89DB-C58D8D1EB672}"/>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4903471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6D790-479E-FB2C-B09D-93E7C5825A86}"/>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0E0CD6-F134-7BDE-ABF1-79CF398953B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006FB849-8FCB-70AF-BDA1-61AE7574B25B}"/>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5" name="Footer Placeholder 4">
            <a:extLst>
              <a:ext uri="{FF2B5EF4-FFF2-40B4-BE49-F238E27FC236}">
                <a16:creationId xmlns:a16="http://schemas.microsoft.com/office/drawing/2014/main" id="{5E752926-502E-8742-25E3-EE4872D664D1}"/>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A435BE01-3EAE-A0D6-DC32-3C4EF127E1A1}"/>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056072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0B9CE4-966E-F69D-882C-2F66D5406B2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B9B822C8-53C5-A403-A41F-C15978F7875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36AB16C-512C-E5D4-8458-8DAEC2D5FEE0}"/>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5" name="Footer Placeholder 4">
            <a:extLst>
              <a:ext uri="{FF2B5EF4-FFF2-40B4-BE49-F238E27FC236}">
                <a16:creationId xmlns:a16="http://schemas.microsoft.com/office/drawing/2014/main" id="{9ACD149A-CCC9-316B-F5B2-1D9721A2581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9659795F-932C-6C24-440F-27251F43EA7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80566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81E770-3378-75BE-1EED-C98F3011EB88}"/>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8FBC8922-0AEF-D31B-3E1B-5C3944744FA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053D5E35-1C38-219D-6253-23D7052584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2D4AC897-CD7E-BD66-F55B-7304A8D792B3}"/>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6" name="Footer Placeholder 5">
            <a:extLst>
              <a:ext uri="{FF2B5EF4-FFF2-40B4-BE49-F238E27FC236}">
                <a16:creationId xmlns:a16="http://schemas.microsoft.com/office/drawing/2014/main" id="{1468B5C9-48C3-0090-95B9-A140A602E57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4DFC3AC-52E8-8F23-DAB5-345FE57EF01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1821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18B90-C596-DD37-58D8-BF8F44C23554}"/>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468267A7-7218-A6C8-2229-33D4F35698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24471F-74EA-6723-E1C0-B2F6D72DF62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C106054E-CF8F-4E20-E08D-F9940E7706C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24052C-89F2-D8FB-2E02-AE25B5012B9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CB779723-618B-EB71-ED91-02FB31A33867}"/>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8" name="Footer Placeholder 7">
            <a:extLst>
              <a:ext uri="{FF2B5EF4-FFF2-40B4-BE49-F238E27FC236}">
                <a16:creationId xmlns:a16="http://schemas.microsoft.com/office/drawing/2014/main" id="{A38B54C0-35B4-121B-EEF8-544FDED5D565}"/>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8479A6F5-5FBF-7482-2E69-6E374E7669E8}"/>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46129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30472-AC8A-60B9-1798-830C55CA5F37}"/>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5170EFE-84C9-B124-7676-BD3F647FBD48}"/>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4" name="Footer Placeholder 3">
            <a:extLst>
              <a:ext uri="{FF2B5EF4-FFF2-40B4-BE49-F238E27FC236}">
                <a16:creationId xmlns:a16="http://schemas.microsoft.com/office/drawing/2014/main" id="{514FD78E-942F-0252-E54E-EB0A6A1A7D7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73EC701-C906-71AE-8E7B-08B722152C8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99404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C8D4999-70E4-430C-679C-B6C1BD8CF70A}"/>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3" name="Footer Placeholder 2">
            <a:extLst>
              <a:ext uri="{FF2B5EF4-FFF2-40B4-BE49-F238E27FC236}">
                <a16:creationId xmlns:a16="http://schemas.microsoft.com/office/drawing/2014/main" id="{B092EBBF-DC05-8F92-66DF-E389C28FB090}"/>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E8C7A34E-848E-6CB5-2037-8E2686F7F23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604778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9FEB8-D44A-A94C-6D96-A10D560859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13F6F3F1-1949-2ECE-337C-75DA3DD925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DD27F68C-D483-206F-86F0-B8AD1A3764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94533C-26BE-85A3-1578-C1FD486B8BE4}"/>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6" name="Footer Placeholder 5">
            <a:extLst>
              <a:ext uri="{FF2B5EF4-FFF2-40B4-BE49-F238E27FC236}">
                <a16:creationId xmlns:a16="http://schemas.microsoft.com/office/drawing/2014/main" id="{448C9B39-1905-0C9D-5976-8D4EE934071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B9D38069-9681-3D3C-8922-C1DF3413C34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2827884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051B2-C676-0BB3-41BF-2DC2EA6A952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A9063321-2C7A-9FB7-7C89-0B9A4ECB5DB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8F928BF-DAB0-5C67-AFE5-33708C6B74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AF9F807-CAF2-70A3-754E-3B06461B2244}"/>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6" name="Footer Placeholder 5">
            <a:extLst>
              <a:ext uri="{FF2B5EF4-FFF2-40B4-BE49-F238E27FC236}">
                <a16:creationId xmlns:a16="http://schemas.microsoft.com/office/drawing/2014/main" id="{4A60D4B2-4340-E180-201D-4A8AA3ABF7D8}"/>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6DE566EE-6EDB-DC85-2C59-6C744BF2DFC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8728518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DCD60-2C57-3579-D6AD-36F7CB47E9A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0EFAD4E8-5659-906A-40B6-DC79F74A0AC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FC9FFD11-A090-9ABF-599E-BF8634B9C090}"/>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5" name="Footer Placeholder 4">
            <a:extLst>
              <a:ext uri="{FF2B5EF4-FFF2-40B4-BE49-F238E27FC236}">
                <a16:creationId xmlns:a16="http://schemas.microsoft.com/office/drawing/2014/main" id="{C0F70FFD-B070-4F30-7B33-8AC9A090BB7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075ACB5-2F99-C176-180F-7D9565F42736}"/>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51132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924EDC-270A-132D-A94C-6D49162B401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DC1CBA7E-C267-07A8-38F7-A93C5196FBE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2986E541-6571-F42A-FEA2-E468A663ACCA}"/>
              </a:ext>
            </a:extLst>
          </p:cNvPr>
          <p:cNvSpPr>
            <a:spLocks noGrp="1"/>
          </p:cNvSpPr>
          <p:nvPr>
            <p:ph type="dt" sz="half" idx="10"/>
          </p:nvPr>
        </p:nvSpPr>
        <p:spPr/>
        <p:txBody>
          <a:bodyPr/>
          <a:lstStyle/>
          <a:p>
            <a:fld id="{585BAAA6-0493-4262-AD30-4183B33F0543}" type="datetimeFigureOut">
              <a:rPr lang="en-AU" smtClean="0"/>
              <a:t>11/08/2026</a:t>
            </a:fld>
            <a:endParaRPr lang="en-AU"/>
          </a:p>
        </p:txBody>
      </p:sp>
      <p:sp>
        <p:nvSpPr>
          <p:cNvPr id="5" name="Footer Placeholder 4">
            <a:extLst>
              <a:ext uri="{FF2B5EF4-FFF2-40B4-BE49-F238E27FC236}">
                <a16:creationId xmlns:a16="http://schemas.microsoft.com/office/drawing/2014/main" id="{FA47B1E3-EE60-551E-0D89-F36C5460CE10}"/>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6D1882C-5837-8AF3-5255-E41DDF52474D}"/>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74401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5E06D12-988D-81D2-D483-332B117343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A4164DD-ED81-6B02-869C-3054B695F36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FF7907-3E26-9080-94DE-DC7DA9A441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85BAAA6-0493-4262-AD30-4183B33F0543}" type="datetimeFigureOut">
              <a:rPr lang="en-AU" smtClean="0"/>
              <a:t>11/08/2026</a:t>
            </a:fld>
            <a:endParaRPr lang="en-AU"/>
          </a:p>
        </p:txBody>
      </p:sp>
      <p:sp>
        <p:nvSpPr>
          <p:cNvPr id="5" name="Footer Placeholder 4">
            <a:extLst>
              <a:ext uri="{FF2B5EF4-FFF2-40B4-BE49-F238E27FC236}">
                <a16:creationId xmlns:a16="http://schemas.microsoft.com/office/drawing/2014/main" id="{5DE280BE-9C64-374D-A2F1-C89F733594A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EAB3139C-D90D-6EC2-2594-C68100770C3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5786F8-FF83-4303-AD71-92C0C8C6DD44}" type="slidenum">
              <a:rPr lang="en-AU" smtClean="0"/>
              <a:t>‹#›</a:t>
            </a:fld>
            <a:endParaRPr lang="en-AU"/>
          </a:p>
        </p:txBody>
      </p:sp>
    </p:spTree>
    <p:extLst>
      <p:ext uri="{BB962C8B-B14F-4D97-AF65-F5344CB8AC3E}">
        <p14:creationId xmlns:p14="http://schemas.microsoft.com/office/powerpoint/2010/main" val="30073896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17" Type="http://schemas.openxmlformats.org/officeDocument/2006/relationships/customXml" Target="../ink/ink58.xml"/><Relationship Id="rId21" Type="http://schemas.openxmlformats.org/officeDocument/2006/relationships/customXml" Target="../ink/ink10.xml"/><Relationship Id="rId42" Type="http://schemas.openxmlformats.org/officeDocument/2006/relationships/image" Target="../../clipboard/media/image22.png"/><Relationship Id="rId63" Type="http://schemas.openxmlformats.org/officeDocument/2006/relationships/customXml" Target="../ink/ink31.xml"/><Relationship Id="rId84" Type="http://schemas.openxmlformats.org/officeDocument/2006/relationships/image" Target="../../clipboard/media/image43.png"/><Relationship Id="rId138" Type="http://schemas.openxmlformats.org/officeDocument/2006/relationships/image" Target="../../clipboard/media/image70.png"/><Relationship Id="rId159" Type="http://schemas.openxmlformats.org/officeDocument/2006/relationships/customXml" Target="../ink/ink79.xml"/><Relationship Id="rId170" Type="http://schemas.openxmlformats.org/officeDocument/2006/relationships/image" Target="../../clipboard/media/image86.png"/><Relationship Id="rId191" Type="http://schemas.openxmlformats.org/officeDocument/2006/relationships/customXml" Target="../ink/ink95.xml"/><Relationship Id="rId107" Type="http://schemas.openxmlformats.org/officeDocument/2006/relationships/customXml" Target="../ink/ink53.xml"/><Relationship Id="rId11" Type="http://schemas.openxmlformats.org/officeDocument/2006/relationships/customXml" Target="../ink/ink5.xml"/><Relationship Id="rId32" Type="http://schemas.openxmlformats.org/officeDocument/2006/relationships/image" Target="../../clipboard/media/image17.png"/><Relationship Id="rId53" Type="http://schemas.openxmlformats.org/officeDocument/2006/relationships/customXml" Target="../ink/ink26.xml"/><Relationship Id="rId74" Type="http://schemas.openxmlformats.org/officeDocument/2006/relationships/image" Target="../../clipboard/media/image38.png"/><Relationship Id="rId128" Type="http://schemas.openxmlformats.org/officeDocument/2006/relationships/image" Target="../../clipboard/media/image65.png"/><Relationship Id="rId149" Type="http://schemas.openxmlformats.org/officeDocument/2006/relationships/customXml" Target="../ink/ink74.xml"/><Relationship Id="rId5" Type="http://schemas.openxmlformats.org/officeDocument/2006/relationships/customXml" Target="../ink/ink2.xml"/><Relationship Id="rId95" Type="http://schemas.openxmlformats.org/officeDocument/2006/relationships/customXml" Target="../ink/ink47.xml"/><Relationship Id="rId160" Type="http://schemas.openxmlformats.org/officeDocument/2006/relationships/image" Target="../../clipboard/media/image81.png"/><Relationship Id="rId181" Type="http://schemas.openxmlformats.org/officeDocument/2006/relationships/customXml" Target="../ink/ink90.xml"/><Relationship Id="rId22" Type="http://schemas.openxmlformats.org/officeDocument/2006/relationships/image" Target="../../clipboard/media/image12.png"/><Relationship Id="rId43" Type="http://schemas.openxmlformats.org/officeDocument/2006/relationships/customXml" Target="../ink/ink21.xml"/><Relationship Id="rId64" Type="http://schemas.openxmlformats.org/officeDocument/2006/relationships/image" Target="../../clipboard/media/image33.png"/><Relationship Id="rId118" Type="http://schemas.openxmlformats.org/officeDocument/2006/relationships/image" Target="../../clipboard/media/image60.png"/><Relationship Id="rId139" Type="http://schemas.openxmlformats.org/officeDocument/2006/relationships/customXml" Target="../ink/ink69.xml"/><Relationship Id="rId85" Type="http://schemas.openxmlformats.org/officeDocument/2006/relationships/customXml" Target="../ink/ink42.xml"/><Relationship Id="rId150" Type="http://schemas.openxmlformats.org/officeDocument/2006/relationships/image" Target="../../clipboard/media/image76.png"/><Relationship Id="rId171" Type="http://schemas.openxmlformats.org/officeDocument/2006/relationships/customXml" Target="../ink/ink85.xml"/><Relationship Id="rId192" Type="http://schemas.openxmlformats.org/officeDocument/2006/relationships/image" Target="../../clipboard/media/image97.png"/><Relationship Id="rId12" Type="http://schemas.openxmlformats.org/officeDocument/2006/relationships/image" Target="../../clipboard/media/image7.png"/><Relationship Id="rId33" Type="http://schemas.openxmlformats.org/officeDocument/2006/relationships/customXml" Target="../ink/ink16.xml"/><Relationship Id="rId108" Type="http://schemas.openxmlformats.org/officeDocument/2006/relationships/image" Target="../../clipboard/media/image55.png"/><Relationship Id="rId129" Type="http://schemas.openxmlformats.org/officeDocument/2006/relationships/customXml" Target="../ink/ink64.xml"/><Relationship Id="rId54" Type="http://schemas.openxmlformats.org/officeDocument/2006/relationships/image" Target="../../clipboard/media/image28.png"/><Relationship Id="rId75" Type="http://schemas.openxmlformats.org/officeDocument/2006/relationships/customXml" Target="../ink/ink37.xml"/><Relationship Id="rId96" Type="http://schemas.openxmlformats.org/officeDocument/2006/relationships/image" Target="../../clipboard/media/image49.png"/><Relationship Id="rId140" Type="http://schemas.openxmlformats.org/officeDocument/2006/relationships/image" Target="../../clipboard/media/image71.png"/><Relationship Id="rId161" Type="http://schemas.openxmlformats.org/officeDocument/2006/relationships/customXml" Target="../ink/ink80.xml"/><Relationship Id="rId182" Type="http://schemas.openxmlformats.org/officeDocument/2006/relationships/image" Target="../../clipboard/media/image92.png"/><Relationship Id="rId6" Type="http://schemas.openxmlformats.org/officeDocument/2006/relationships/image" Target="../../clipboard/media/image4.png"/><Relationship Id="rId23" Type="http://schemas.openxmlformats.org/officeDocument/2006/relationships/customXml" Target="../ink/ink11.xml"/><Relationship Id="rId119" Type="http://schemas.openxmlformats.org/officeDocument/2006/relationships/customXml" Target="../ink/ink59.xml"/><Relationship Id="rId44" Type="http://schemas.openxmlformats.org/officeDocument/2006/relationships/image" Target="../../clipboard/media/image23.png"/><Relationship Id="rId65" Type="http://schemas.openxmlformats.org/officeDocument/2006/relationships/customXml" Target="../ink/ink32.xml"/><Relationship Id="rId86" Type="http://schemas.openxmlformats.org/officeDocument/2006/relationships/image" Target="../../clipboard/media/image44.png"/><Relationship Id="rId130" Type="http://schemas.openxmlformats.org/officeDocument/2006/relationships/image" Target="../../clipboard/media/image66.png"/><Relationship Id="rId151" Type="http://schemas.openxmlformats.org/officeDocument/2006/relationships/customXml" Target="../ink/ink75.xml"/><Relationship Id="rId172" Type="http://schemas.openxmlformats.org/officeDocument/2006/relationships/image" Target="../../clipboard/media/image87.png"/><Relationship Id="rId193" Type="http://schemas.openxmlformats.org/officeDocument/2006/relationships/customXml" Target="../ink/ink96.xml"/><Relationship Id="rId13" Type="http://schemas.openxmlformats.org/officeDocument/2006/relationships/customXml" Target="../ink/ink6.xml"/><Relationship Id="rId109" Type="http://schemas.openxmlformats.org/officeDocument/2006/relationships/customXml" Target="../ink/ink54.xml"/><Relationship Id="rId34" Type="http://schemas.openxmlformats.org/officeDocument/2006/relationships/image" Target="../../clipboard/media/image18.png"/><Relationship Id="rId50" Type="http://schemas.openxmlformats.org/officeDocument/2006/relationships/image" Target="../../clipboard/media/image26.png"/><Relationship Id="rId55" Type="http://schemas.openxmlformats.org/officeDocument/2006/relationships/customXml" Target="../ink/ink27.xml"/><Relationship Id="rId76" Type="http://schemas.openxmlformats.org/officeDocument/2006/relationships/image" Target="../../clipboard/media/image39.png"/><Relationship Id="rId97" Type="http://schemas.openxmlformats.org/officeDocument/2006/relationships/customXml" Target="../ink/ink48.xml"/><Relationship Id="rId104" Type="http://schemas.openxmlformats.org/officeDocument/2006/relationships/image" Target="../../clipboard/media/image53.png"/><Relationship Id="rId120" Type="http://schemas.openxmlformats.org/officeDocument/2006/relationships/image" Target="../../clipboard/media/image61.png"/><Relationship Id="rId125" Type="http://schemas.openxmlformats.org/officeDocument/2006/relationships/customXml" Target="../ink/ink62.xml"/><Relationship Id="rId141" Type="http://schemas.openxmlformats.org/officeDocument/2006/relationships/customXml" Target="../ink/ink70.xml"/><Relationship Id="rId146" Type="http://schemas.openxmlformats.org/officeDocument/2006/relationships/image" Target="../../clipboard/media/image74.png"/><Relationship Id="rId167" Type="http://schemas.openxmlformats.org/officeDocument/2006/relationships/customXml" Target="../ink/ink83.xml"/><Relationship Id="rId188" Type="http://schemas.openxmlformats.org/officeDocument/2006/relationships/image" Target="../../clipboard/media/image95.png"/><Relationship Id="rId7" Type="http://schemas.openxmlformats.org/officeDocument/2006/relationships/customXml" Target="../ink/ink3.xml"/><Relationship Id="rId71" Type="http://schemas.openxmlformats.org/officeDocument/2006/relationships/customXml" Target="../ink/ink35.xml"/><Relationship Id="rId92" Type="http://schemas.openxmlformats.org/officeDocument/2006/relationships/image" Target="../../clipboard/media/image47.png"/><Relationship Id="rId162" Type="http://schemas.openxmlformats.org/officeDocument/2006/relationships/image" Target="../../clipboard/media/image82.png"/><Relationship Id="rId183" Type="http://schemas.openxmlformats.org/officeDocument/2006/relationships/customXml" Target="../ink/ink91.xml"/><Relationship Id="rId2" Type="http://schemas.openxmlformats.org/officeDocument/2006/relationships/image" Target="../media/image3.png"/><Relationship Id="rId29" Type="http://schemas.openxmlformats.org/officeDocument/2006/relationships/customXml" Target="../ink/ink14.xml"/><Relationship Id="rId24" Type="http://schemas.openxmlformats.org/officeDocument/2006/relationships/image" Target="../../clipboard/media/image13.png"/><Relationship Id="rId40" Type="http://schemas.openxmlformats.org/officeDocument/2006/relationships/image" Target="../../clipboard/media/image21.png"/><Relationship Id="rId45" Type="http://schemas.openxmlformats.org/officeDocument/2006/relationships/customXml" Target="../ink/ink22.xml"/><Relationship Id="rId66" Type="http://schemas.openxmlformats.org/officeDocument/2006/relationships/image" Target="../../clipboard/media/image34.png"/><Relationship Id="rId87" Type="http://schemas.openxmlformats.org/officeDocument/2006/relationships/customXml" Target="../ink/ink43.xml"/><Relationship Id="rId110" Type="http://schemas.openxmlformats.org/officeDocument/2006/relationships/image" Target="../../clipboard/media/image56.png"/><Relationship Id="rId115" Type="http://schemas.openxmlformats.org/officeDocument/2006/relationships/customXml" Target="../ink/ink57.xml"/><Relationship Id="rId131" Type="http://schemas.openxmlformats.org/officeDocument/2006/relationships/customXml" Target="../ink/ink65.xml"/><Relationship Id="rId136" Type="http://schemas.openxmlformats.org/officeDocument/2006/relationships/image" Target="../../clipboard/media/image69.png"/><Relationship Id="rId157" Type="http://schemas.openxmlformats.org/officeDocument/2006/relationships/customXml" Target="../ink/ink78.xml"/><Relationship Id="rId178" Type="http://schemas.openxmlformats.org/officeDocument/2006/relationships/image" Target="../../clipboard/media/image90.png"/><Relationship Id="rId61" Type="http://schemas.openxmlformats.org/officeDocument/2006/relationships/customXml" Target="../ink/ink30.xml"/><Relationship Id="rId82" Type="http://schemas.openxmlformats.org/officeDocument/2006/relationships/image" Target="../../clipboard/media/image42.png"/><Relationship Id="rId152" Type="http://schemas.openxmlformats.org/officeDocument/2006/relationships/image" Target="../../clipboard/media/image77.png"/><Relationship Id="rId173" Type="http://schemas.openxmlformats.org/officeDocument/2006/relationships/customXml" Target="../ink/ink86.xml"/><Relationship Id="rId194" Type="http://schemas.openxmlformats.org/officeDocument/2006/relationships/image" Target="../../clipboard/media/image98.png"/><Relationship Id="rId19" Type="http://schemas.openxmlformats.org/officeDocument/2006/relationships/customXml" Target="../ink/ink9.xml"/><Relationship Id="rId14" Type="http://schemas.openxmlformats.org/officeDocument/2006/relationships/image" Target="../../clipboard/media/image8.png"/><Relationship Id="rId30" Type="http://schemas.openxmlformats.org/officeDocument/2006/relationships/image" Target="../../clipboard/media/image16.png"/><Relationship Id="rId35" Type="http://schemas.openxmlformats.org/officeDocument/2006/relationships/customXml" Target="../ink/ink17.xml"/><Relationship Id="rId56" Type="http://schemas.openxmlformats.org/officeDocument/2006/relationships/image" Target="../../clipboard/media/image29.png"/><Relationship Id="rId77" Type="http://schemas.openxmlformats.org/officeDocument/2006/relationships/customXml" Target="../ink/ink38.xml"/><Relationship Id="rId100" Type="http://schemas.openxmlformats.org/officeDocument/2006/relationships/image" Target="../../clipboard/media/image51.png"/><Relationship Id="rId105" Type="http://schemas.openxmlformats.org/officeDocument/2006/relationships/customXml" Target="../ink/ink52.xml"/><Relationship Id="rId126" Type="http://schemas.openxmlformats.org/officeDocument/2006/relationships/image" Target="../../clipboard/media/image64.png"/><Relationship Id="rId147" Type="http://schemas.openxmlformats.org/officeDocument/2006/relationships/customXml" Target="../ink/ink73.xml"/><Relationship Id="rId168" Type="http://schemas.openxmlformats.org/officeDocument/2006/relationships/image" Target="../../clipboard/media/image85.png"/><Relationship Id="rId8" Type="http://schemas.openxmlformats.org/officeDocument/2006/relationships/image" Target="../../clipboard/media/image5.png"/><Relationship Id="rId51" Type="http://schemas.openxmlformats.org/officeDocument/2006/relationships/customXml" Target="../ink/ink25.xml"/><Relationship Id="rId72" Type="http://schemas.openxmlformats.org/officeDocument/2006/relationships/image" Target="../../clipboard/media/image37.png"/><Relationship Id="rId93" Type="http://schemas.openxmlformats.org/officeDocument/2006/relationships/customXml" Target="../ink/ink46.xml"/><Relationship Id="rId98" Type="http://schemas.openxmlformats.org/officeDocument/2006/relationships/image" Target="../../clipboard/media/image50.png"/><Relationship Id="rId121" Type="http://schemas.openxmlformats.org/officeDocument/2006/relationships/customXml" Target="../ink/ink60.xml"/><Relationship Id="rId142" Type="http://schemas.openxmlformats.org/officeDocument/2006/relationships/image" Target="../../clipboard/media/image72.png"/><Relationship Id="rId163" Type="http://schemas.openxmlformats.org/officeDocument/2006/relationships/customXml" Target="../ink/ink81.xml"/><Relationship Id="rId184" Type="http://schemas.openxmlformats.org/officeDocument/2006/relationships/image" Target="../../clipboard/media/image93.png"/><Relationship Id="rId189" Type="http://schemas.openxmlformats.org/officeDocument/2006/relationships/customXml" Target="../ink/ink94.xml"/><Relationship Id="rId3" Type="http://schemas.openxmlformats.org/officeDocument/2006/relationships/customXml" Target="../ink/ink1.xml"/><Relationship Id="rId25" Type="http://schemas.openxmlformats.org/officeDocument/2006/relationships/customXml" Target="../ink/ink12.xml"/><Relationship Id="rId46" Type="http://schemas.openxmlformats.org/officeDocument/2006/relationships/image" Target="../../clipboard/media/image24.png"/><Relationship Id="rId67" Type="http://schemas.openxmlformats.org/officeDocument/2006/relationships/customXml" Target="../ink/ink33.xml"/><Relationship Id="rId116" Type="http://schemas.openxmlformats.org/officeDocument/2006/relationships/image" Target="../../clipboard/media/image59.png"/><Relationship Id="rId137" Type="http://schemas.openxmlformats.org/officeDocument/2006/relationships/customXml" Target="../ink/ink68.xml"/><Relationship Id="rId158" Type="http://schemas.openxmlformats.org/officeDocument/2006/relationships/image" Target="../../clipboard/media/image80.png"/><Relationship Id="rId20" Type="http://schemas.openxmlformats.org/officeDocument/2006/relationships/image" Target="../../clipboard/media/image11.png"/><Relationship Id="rId41" Type="http://schemas.openxmlformats.org/officeDocument/2006/relationships/customXml" Target="../ink/ink20.xml"/><Relationship Id="rId62" Type="http://schemas.openxmlformats.org/officeDocument/2006/relationships/image" Target="../../clipboard/media/image32.png"/><Relationship Id="rId83" Type="http://schemas.openxmlformats.org/officeDocument/2006/relationships/customXml" Target="../ink/ink41.xml"/><Relationship Id="rId88" Type="http://schemas.openxmlformats.org/officeDocument/2006/relationships/image" Target="../../clipboard/media/image45.png"/><Relationship Id="rId111" Type="http://schemas.openxmlformats.org/officeDocument/2006/relationships/customXml" Target="../ink/ink55.xml"/><Relationship Id="rId132" Type="http://schemas.openxmlformats.org/officeDocument/2006/relationships/image" Target="../../clipboard/media/image67.png"/><Relationship Id="rId153" Type="http://schemas.openxmlformats.org/officeDocument/2006/relationships/customXml" Target="../ink/ink76.xml"/><Relationship Id="rId174" Type="http://schemas.openxmlformats.org/officeDocument/2006/relationships/image" Target="../../clipboard/media/image88.png"/><Relationship Id="rId179" Type="http://schemas.openxmlformats.org/officeDocument/2006/relationships/customXml" Target="../ink/ink89.xml"/><Relationship Id="rId195" Type="http://schemas.openxmlformats.org/officeDocument/2006/relationships/customXml" Target="../ink/ink97.xml"/><Relationship Id="rId190" Type="http://schemas.openxmlformats.org/officeDocument/2006/relationships/image" Target="../../clipboard/media/image96.png"/><Relationship Id="rId15" Type="http://schemas.openxmlformats.org/officeDocument/2006/relationships/customXml" Target="../ink/ink7.xml"/><Relationship Id="rId36" Type="http://schemas.openxmlformats.org/officeDocument/2006/relationships/image" Target="../../clipboard/media/image19.png"/><Relationship Id="rId57" Type="http://schemas.openxmlformats.org/officeDocument/2006/relationships/customXml" Target="../ink/ink28.xml"/><Relationship Id="rId106" Type="http://schemas.openxmlformats.org/officeDocument/2006/relationships/image" Target="../../clipboard/media/image54.png"/><Relationship Id="rId127" Type="http://schemas.openxmlformats.org/officeDocument/2006/relationships/customXml" Target="../ink/ink63.xml"/><Relationship Id="rId10" Type="http://schemas.openxmlformats.org/officeDocument/2006/relationships/image" Target="../../clipboard/media/image6.png"/><Relationship Id="rId31" Type="http://schemas.openxmlformats.org/officeDocument/2006/relationships/customXml" Target="../ink/ink15.xml"/><Relationship Id="rId52" Type="http://schemas.openxmlformats.org/officeDocument/2006/relationships/image" Target="../../clipboard/media/image27.png"/><Relationship Id="rId73" Type="http://schemas.openxmlformats.org/officeDocument/2006/relationships/customXml" Target="../ink/ink36.xml"/><Relationship Id="rId78" Type="http://schemas.openxmlformats.org/officeDocument/2006/relationships/image" Target="../../clipboard/media/image40.png"/><Relationship Id="rId94" Type="http://schemas.openxmlformats.org/officeDocument/2006/relationships/image" Target="../../clipboard/media/image48.png"/><Relationship Id="rId99" Type="http://schemas.openxmlformats.org/officeDocument/2006/relationships/customXml" Target="../ink/ink49.xml"/><Relationship Id="rId101" Type="http://schemas.openxmlformats.org/officeDocument/2006/relationships/customXml" Target="../ink/ink50.xml"/><Relationship Id="rId122" Type="http://schemas.openxmlformats.org/officeDocument/2006/relationships/image" Target="../../clipboard/media/image62.png"/><Relationship Id="rId143" Type="http://schemas.openxmlformats.org/officeDocument/2006/relationships/customXml" Target="../ink/ink71.xml"/><Relationship Id="rId148" Type="http://schemas.openxmlformats.org/officeDocument/2006/relationships/image" Target="../../clipboard/media/image75.png"/><Relationship Id="rId164" Type="http://schemas.openxmlformats.org/officeDocument/2006/relationships/image" Target="../../clipboard/media/image83.png"/><Relationship Id="rId169" Type="http://schemas.openxmlformats.org/officeDocument/2006/relationships/customXml" Target="../ink/ink84.xml"/><Relationship Id="rId185" Type="http://schemas.openxmlformats.org/officeDocument/2006/relationships/customXml" Target="../ink/ink92.xml"/><Relationship Id="rId4" Type="http://schemas.openxmlformats.org/officeDocument/2006/relationships/image" Target="../../clipboard/media/image3.png"/><Relationship Id="rId9" Type="http://schemas.openxmlformats.org/officeDocument/2006/relationships/customXml" Target="../ink/ink4.xml"/><Relationship Id="rId180" Type="http://schemas.openxmlformats.org/officeDocument/2006/relationships/image" Target="../../clipboard/media/image91.png"/><Relationship Id="rId26" Type="http://schemas.openxmlformats.org/officeDocument/2006/relationships/image" Target="../../clipboard/media/image14.png"/><Relationship Id="rId47" Type="http://schemas.openxmlformats.org/officeDocument/2006/relationships/customXml" Target="../ink/ink23.xml"/><Relationship Id="rId68" Type="http://schemas.openxmlformats.org/officeDocument/2006/relationships/image" Target="../../clipboard/media/image35.png"/><Relationship Id="rId89" Type="http://schemas.openxmlformats.org/officeDocument/2006/relationships/customXml" Target="../ink/ink44.xml"/><Relationship Id="rId112" Type="http://schemas.openxmlformats.org/officeDocument/2006/relationships/image" Target="../../clipboard/media/image57.png"/><Relationship Id="rId133" Type="http://schemas.openxmlformats.org/officeDocument/2006/relationships/customXml" Target="../ink/ink66.xml"/><Relationship Id="rId154" Type="http://schemas.openxmlformats.org/officeDocument/2006/relationships/image" Target="../../clipboard/media/image78.png"/><Relationship Id="rId175" Type="http://schemas.openxmlformats.org/officeDocument/2006/relationships/customXml" Target="../ink/ink87.xml"/><Relationship Id="rId196" Type="http://schemas.openxmlformats.org/officeDocument/2006/relationships/image" Target="../../clipboard/media/image99.png"/><Relationship Id="rId16" Type="http://schemas.openxmlformats.org/officeDocument/2006/relationships/image" Target="../../clipboard/media/image9.png"/><Relationship Id="rId37" Type="http://schemas.openxmlformats.org/officeDocument/2006/relationships/customXml" Target="../ink/ink18.xml"/><Relationship Id="rId58" Type="http://schemas.openxmlformats.org/officeDocument/2006/relationships/image" Target="../../clipboard/media/image30.png"/><Relationship Id="rId79" Type="http://schemas.openxmlformats.org/officeDocument/2006/relationships/customXml" Target="../ink/ink39.xml"/><Relationship Id="rId102" Type="http://schemas.openxmlformats.org/officeDocument/2006/relationships/image" Target="../../clipboard/media/image52.png"/><Relationship Id="rId123" Type="http://schemas.openxmlformats.org/officeDocument/2006/relationships/customXml" Target="../ink/ink61.xml"/><Relationship Id="rId144" Type="http://schemas.openxmlformats.org/officeDocument/2006/relationships/image" Target="../../clipboard/media/image73.png"/><Relationship Id="rId90" Type="http://schemas.openxmlformats.org/officeDocument/2006/relationships/image" Target="../../clipboard/media/image46.png"/><Relationship Id="rId165" Type="http://schemas.openxmlformats.org/officeDocument/2006/relationships/customXml" Target="../ink/ink82.xml"/><Relationship Id="rId186" Type="http://schemas.openxmlformats.org/officeDocument/2006/relationships/image" Target="../../clipboard/media/image94.png"/><Relationship Id="rId27" Type="http://schemas.openxmlformats.org/officeDocument/2006/relationships/customXml" Target="../ink/ink13.xml"/><Relationship Id="rId48" Type="http://schemas.openxmlformats.org/officeDocument/2006/relationships/image" Target="../../clipboard/media/image25.png"/><Relationship Id="rId69" Type="http://schemas.openxmlformats.org/officeDocument/2006/relationships/customXml" Target="../ink/ink34.xml"/><Relationship Id="rId113" Type="http://schemas.openxmlformats.org/officeDocument/2006/relationships/customXml" Target="../ink/ink56.xml"/><Relationship Id="rId134" Type="http://schemas.openxmlformats.org/officeDocument/2006/relationships/image" Target="../../clipboard/media/image68.png"/><Relationship Id="rId80" Type="http://schemas.openxmlformats.org/officeDocument/2006/relationships/image" Target="../../clipboard/media/image41.png"/><Relationship Id="rId155" Type="http://schemas.openxmlformats.org/officeDocument/2006/relationships/customXml" Target="../ink/ink77.xml"/><Relationship Id="rId176" Type="http://schemas.openxmlformats.org/officeDocument/2006/relationships/image" Target="../../clipboard/media/image89.png"/><Relationship Id="rId17" Type="http://schemas.openxmlformats.org/officeDocument/2006/relationships/customXml" Target="../ink/ink8.xml"/><Relationship Id="rId38" Type="http://schemas.openxmlformats.org/officeDocument/2006/relationships/image" Target="../../clipboard/media/image20.png"/><Relationship Id="rId59" Type="http://schemas.openxmlformats.org/officeDocument/2006/relationships/customXml" Target="../ink/ink29.xml"/><Relationship Id="rId103" Type="http://schemas.openxmlformats.org/officeDocument/2006/relationships/customXml" Target="../ink/ink51.xml"/><Relationship Id="rId124" Type="http://schemas.openxmlformats.org/officeDocument/2006/relationships/image" Target="../../clipboard/media/image63.png"/><Relationship Id="rId70" Type="http://schemas.openxmlformats.org/officeDocument/2006/relationships/image" Target="../../clipboard/media/image36.png"/><Relationship Id="rId91" Type="http://schemas.openxmlformats.org/officeDocument/2006/relationships/customXml" Target="../ink/ink45.xml"/><Relationship Id="rId145" Type="http://schemas.openxmlformats.org/officeDocument/2006/relationships/customXml" Target="../ink/ink72.xml"/><Relationship Id="rId166" Type="http://schemas.openxmlformats.org/officeDocument/2006/relationships/image" Target="../../clipboard/media/image84.png"/><Relationship Id="rId187" Type="http://schemas.openxmlformats.org/officeDocument/2006/relationships/customXml" Target="../ink/ink93.xml"/><Relationship Id="rId1" Type="http://schemas.openxmlformats.org/officeDocument/2006/relationships/slideLayout" Target="../slideLayouts/slideLayout2.xml"/><Relationship Id="rId28" Type="http://schemas.openxmlformats.org/officeDocument/2006/relationships/image" Target="../../clipboard/media/image15.png"/><Relationship Id="rId49" Type="http://schemas.openxmlformats.org/officeDocument/2006/relationships/customXml" Target="../ink/ink24.xml"/><Relationship Id="rId114" Type="http://schemas.openxmlformats.org/officeDocument/2006/relationships/image" Target="../../clipboard/media/image58.png"/><Relationship Id="rId60" Type="http://schemas.openxmlformats.org/officeDocument/2006/relationships/image" Target="../../clipboard/media/image31.png"/><Relationship Id="rId81" Type="http://schemas.openxmlformats.org/officeDocument/2006/relationships/customXml" Target="../ink/ink40.xml"/><Relationship Id="rId135" Type="http://schemas.openxmlformats.org/officeDocument/2006/relationships/customXml" Target="../ink/ink67.xml"/><Relationship Id="rId156" Type="http://schemas.openxmlformats.org/officeDocument/2006/relationships/image" Target="../../clipboard/media/image79.png"/><Relationship Id="rId177" Type="http://schemas.openxmlformats.org/officeDocument/2006/relationships/customXml" Target="../ink/ink88.xml"/><Relationship Id="rId18" Type="http://schemas.openxmlformats.org/officeDocument/2006/relationships/image" Target="../../clipboard/media/image10.png"/><Relationship Id="rId39" Type="http://schemas.openxmlformats.org/officeDocument/2006/relationships/customXml" Target="../ink/ink19.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B75583-8F97-757A-3D9C-B459F698BB0E}"/>
              </a:ext>
            </a:extLst>
          </p:cNvPr>
          <p:cNvSpPr>
            <a:spLocks noGrp="1"/>
          </p:cNvSpPr>
          <p:nvPr>
            <p:ph type="ctrTitle"/>
          </p:nvPr>
        </p:nvSpPr>
        <p:spPr/>
        <p:txBody>
          <a:bodyPr/>
          <a:lstStyle/>
          <a:p>
            <a:r>
              <a:rPr lang="en-AU" dirty="0"/>
              <a:t>SWQS</a:t>
            </a:r>
          </a:p>
        </p:txBody>
      </p:sp>
      <p:sp>
        <p:nvSpPr>
          <p:cNvPr id="3" name="Subtitle 2">
            <a:extLst>
              <a:ext uri="{FF2B5EF4-FFF2-40B4-BE49-F238E27FC236}">
                <a16:creationId xmlns:a16="http://schemas.microsoft.com/office/drawing/2014/main" id="{D6761061-F77B-C890-18C0-41105821CB02}"/>
              </a:ext>
            </a:extLst>
          </p:cNvPr>
          <p:cNvSpPr>
            <a:spLocks noGrp="1"/>
          </p:cNvSpPr>
          <p:nvPr>
            <p:ph type="subTitle" idx="1"/>
          </p:nvPr>
        </p:nvSpPr>
        <p:spPr/>
        <p:txBody>
          <a:bodyPr/>
          <a:lstStyle/>
          <a:p>
            <a:endParaRPr lang="en-AU"/>
          </a:p>
        </p:txBody>
      </p:sp>
    </p:spTree>
    <p:extLst>
      <p:ext uri="{BB962C8B-B14F-4D97-AF65-F5344CB8AC3E}">
        <p14:creationId xmlns:p14="http://schemas.microsoft.com/office/powerpoint/2010/main" val="13882501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F26B0-D3C6-35B1-EC55-6D3A318B5E22}"/>
              </a:ext>
            </a:extLst>
          </p:cNvPr>
          <p:cNvSpPr>
            <a:spLocks noGrp="1"/>
          </p:cNvSpPr>
          <p:nvPr>
            <p:ph type="ctrTitle"/>
          </p:nvPr>
        </p:nvSpPr>
        <p:spPr>
          <a:xfrm>
            <a:off x="1285241" y="1008993"/>
            <a:ext cx="9231410" cy="3542045"/>
          </a:xfrm>
        </p:spPr>
        <p:txBody>
          <a:bodyPr anchor="b">
            <a:normAutofit/>
          </a:bodyPr>
          <a:lstStyle/>
          <a:p>
            <a:pPr algn="l"/>
            <a:r>
              <a:rPr lang="en-US" sz="11500" dirty="0"/>
              <a:t>Analysis stage</a:t>
            </a:r>
          </a:p>
        </p:txBody>
      </p:sp>
      <p:sp>
        <p:nvSpPr>
          <p:cNvPr id="3" name="Subtitle 2">
            <a:extLst>
              <a:ext uri="{FF2B5EF4-FFF2-40B4-BE49-F238E27FC236}">
                <a16:creationId xmlns:a16="http://schemas.microsoft.com/office/drawing/2014/main" id="{7DA0C8D1-30FF-CA11-C6A3-5312A2BF0038}"/>
              </a:ext>
            </a:extLst>
          </p:cNvPr>
          <p:cNvSpPr>
            <a:spLocks noGrp="1"/>
          </p:cNvSpPr>
          <p:nvPr>
            <p:ph type="subTitle" idx="1"/>
          </p:nvPr>
        </p:nvSpPr>
        <p:spPr>
          <a:xfrm>
            <a:off x="1285241" y="4582814"/>
            <a:ext cx="7132335" cy="1312657"/>
          </a:xfrm>
        </p:spPr>
        <p:txBody>
          <a:bodyPr anchor="t">
            <a:normAutofit/>
          </a:bodyPr>
          <a:lstStyle/>
          <a:p>
            <a:pPr algn="l"/>
            <a:endParaRPr lang="en-US"/>
          </a:p>
        </p:txBody>
      </p:sp>
    </p:spTree>
    <p:extLst>
      <p:ext uri="{BB962C8B-B14F-4D97-AF65-F5344CB8AC3E}">
        <p14:creationId xmlns:p14="http://schemas.microsoft.com/office/powerpoint/2010/main" val="21216279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A11678-84F7-92FE-126E-23DE7FB8F1F9}"/>
              </a:ext>
            </a:extLst>
          </p:cNvPr>
          <p:cNvSpPr>
            <a:spLocks noGrp="1"/>
          </p:cNvSpPr>
          <p:nvPr>
            <p:ph type="title"/>
          </p:nvPr>
        </p:nvSpPr>
        <p:spPr/>
        <p:txBody>
          <a:bodyPr/>
          <a:lstStyle/>
          <a:p>
            <a:pPr algn="ctr"/>
            <a:r>
              <a:rPr lang="en-US" dirty="0"/>
              <a:t>Empathy map</a:t>
            </a:r>
          </a:p>
        </p:txBody>
      </p:sp>
      <p:graphicFrame>
        <p:nvGraphicFramePr>
          <p:cNvPr id="4" name="Content Placeholder 3">
            <a:extLst>
              <a:ext uri="{FF2B5EF4-FFF2-40B4-BE49-F238E27FC236}">
                <a16:creationId xmlns:a16="http://schemas.microsoft.com/office/drawing/2014/main" id="{B4E32D4C-3AF5-423B-B98B-54221626BC17}"/>
              </a:ext>
            </a:extLst>
          </p:cNvPr>
          <p:cNvGraphicFramePr>
            <a:graphicFrameLocks noGrp="1"/>
          </p:cNvGraphicFramePr>
          <p:nvPr>
            <p:ph idx="1"/>
          </p:nvPr>
        </p:nvGraphicFramePr>
        <p:xfrm>
          <a:off x="725658" y="2319613"/>
          <a:ext cx="10515600" cy="2164080"/>
        </p:xfrm>
        <a:graphic>
          <a:graphicData uri="http://schemas.openxmlformats.org/drawingml/2006/table">
            <a:tbl>
              <a:tblPr/>
              <a:tblGrid>
                <a:gridCol w="5257800">
                  <a:extLst>
                    <a:ext uri="{9D8B030D-6E8A-4147-A177-3AD203B41FA5}">
                      <a16:colId xmlns:a16="http://schemas.microsoft.com/office/drawing/2014/main" val="1929922298"/>
                    </a:ext>
                  </a:extLst>
                </a:gridCol>
                <a:gridCol w="5257800">
                  <a:extLst>
                    <a:ext uri="{9D8B030D-6E8A-4147-A177-3AD203B41FA5}">
                      <a16:colId xmlns:a16="http://schemas.microsoft.com/office/drawing/2014/main" val="1992437001"/>
                    </a:ext>
                  </a:extLst>
                </a:gridCol>
              </a:tblGrid>
              <a:tr h="0">
                <a:tc>
                  <a:txBody>
                    <a:bodyPr/>
                    <a:lstStyle/>
                    <a:p>
                      <a:pPr>
                        <a:buNone/>
                      </a:pPr>
                      <a:r>
                        <a:rPr lang="en-AU" sz="1600" b="1" dirty="0"/>
                        <a:t>SAYS</a:t>
                      </a:r>
                      <a:endParaRPr lang="en-AU" sz="1600" dirty="0"/>
                    </a:p>
                  </a:txBody>
                  <a:tcPr anchor="ctr">
                    <a:lnL>
                      <a:noFill/>
                    </a:lnL>
                    <a:lnR>
                      <a:noFill/>
                    </a:lnR>
                    <a:lnT>
                      <a:noFill/>
                    </a:lnT>
                    <a:lnB>
                      <a:noFill/>
                    </a:lnB>
                    <a:noFill/>
                  </a:tcPr>
                </a:tc>
                <a:tc>
                  <a:txBody>
                    <a:bodyPr/>
                    <a:lstStyle/>
                    <a:p>
                      <a:pPr>
                        <a:buNone/>
                      </a:pPr>
                      <a:r>
                        <a:rPr lang="en-AU" sz="1600" b="1" dirty="0"/>
                        <a:t>THINKS</a:t>
                      </a:r>
                      <a:endParaRPr lang="en-AU" sz="1600" dirty="0"/>
                    </a:p>
                  </a:txBody>
                  <a:tcPr anchor="ctr">
                    <a:lnL>
                      <a:noFill/>
                    </a:lnL>
                    <a:lnR>
                      <a:noFill/>
                    </a:lnR>
                    <a:lnT>
                      <a:noFill/>
                    </a:lnT>
                    <a:lnB>
                      <a:noFill/>
                    </a:lnB>
                    <a:noFill/>
                  </a:tcPr>
                </a:tc>
                <a:extLst>
                  <a:ext uri="{0D108BD9-81ED-4DB2-BD59-A6C34878D82A}">
                    <a16:rowId xmlns:a16="http://schemas.microsoft.com/office/drawing/2014/main" val="4055772235"/>
                  </a:ext>
                </a:extLst>
              </a:tr>
              <a:tr h="0">
                <a:tc>
                  <a:txBody>
                    <a:bodyPr/>
                    <a:lstStyle/>
                    <a:p>
                      <a:pPr>
                        <a:buNone/>
                      </a:pPr>
                      <a:r>
                        <a:rPr lang="en-AU" sz="1600" dirty="0"/>
                        <a:t>"Is this tap water actually safe?"</a:t>
                      </a:r>
                    </a:p>
                  </a:txBody>
                  <a:tcPr anchor="ctr">
                    <a:lnL>
                      <a:noFill/>
                    </a:lnL>
                    <a:lnR>
                      <a:noFill/>
                    </a:lnR>
                    <a:lnT>
                      <a:noFill/>
                    </a:lnT>
                    <a:lnB>
                      <a:noFill/>
                    </a:lnB>
                    <a:noFill/>
                  </a:tcPr>
                </a:tc>
                <a:tc>
                  <a:txBody>
                    <a:bodyPr/>
                    <a:lstStyle/>
                    <a:p>
                      <a:pPr>
                        <a:buNone/>
                      </a:pPr>
                      <a:r>
                        <a:rPr lang="en-AU" sz="1600" dirty="0"/>
                        <a:t>"I don't want to ruin my trip by getting sick."</a:t>
                      </a:r>
                    </a:p>
                  </a:txBody>
                  <a:tcPr anchor="ctr">
                    <a:lnL>
                      <a:noFill/>
                    </a:lnL>
                    <a:lnR>
                      <a:noFill/>
                    </a:lnR>
                    <a:lnT>
                      <a:noFill/>
                    </a:lnT>
                    <a:lnB>
                      <a:noFill/>
                    </a:lnB>
                    <a:noFill/>
                  </a:tcPr>
                </a:tc>
                <a:extLst>
                  <a:ext uri="{0D108BD9-81ED-4DB2-BD59-A6C34878D82A}">
                    <a16:rowId xmlns:a16="http://schemas.microsoft.com/office/drawing/2014/main" val="1517148282"/>
                  </a:ext>
                </a:extLst>
              </a:tr>
              <a:tr h="0">
                <a:tc>
                  <a:txBody>
                    <a:bodyPr/>
                    <a:lstStyle/>
                    <a:p>
                      <a:pPr>
                        <a:buNone/>
                      </a:pPr>
                      <a:r>
                        <a:rPr lang="en-AU" sz="1600" dirty="0"/>
                        <a:t>"Should I buy bottled water instead?"</a:t>
                      </a:r>
                    </a:p>
                  </a:txBody>
                  <a:tcPr anchor="ctr">
                    <a:lnL>
                      <a:noFill/>
                    </a:lnL>
                    <a:lnR>
                      <a:noFill/>
                    </a:lnR>
                    <a:lnT>
                      <a:noFill/>
                    </a:lnT>
                    <a:lnB>
                      <a:noFill/>
                    </a:lnB>
                    <a:noFill/>
                  </a:tcPr>
                </a:tc>
                <a:tc>
                  <a:txBody>
                    <a:bodyPr/>
                    <a:lstStyle/>
                    <a:p>
                      <a:pPr>
                        <a:buNone/>
                      </a:pPr>
                      <a:r>
                        <a:rPr lang="en-AU" sz="1600" dirty="0"/>
                        <a:t>"I wish there was an easy way to know if this water is clean."</a:t>
                      </a:r>
                    </a:p>
                  </a:txBody>
                  <a:tcPr anchor="ctr">
                    <a:lnL>
                      <a:noFill/>
                    </a:lnL>
                    <a:lnR>
                      <a:noFill/>
                    </a:lnR>
                    <a:lnT>
                      <a:noFill/>
                    </a:lnT>
                    <a:lnB>
                      <a:noFill/>
                    </a:lnB>
                    <a:noFill/>
                  </a:tcPr>
                </a:tc>
                <a:extLst>
                  <a:ext uri="{0D108BD9-81ED-4DB2-BD59-A6C34878D82A}">
                    <a16:rowId xmlns:a16="http://schemas.microsoft.com/office/drawing/2014/main" val="1657141894"/>
                  </a:ext>
                </a:extLst>
              </a:tr>
              <a:tr h="0">
                <a:tc>
                  <a:txBody>
                    <a:bodyPr/>
                    <a:lstStyle/>
                    <a:p>
                      <a:pPr>
                        <a:buNone/>
                      </a:pPr>
                      <a:r>
                        <a:rPr lang="en-AU" sz="1600" dirty="0"/>
                        <a:t>"The locals drink it, but can I?"</a:t>
                      </a:r>
                    </a:p>
                  </a:txBody>
                  <a:tcPr anchor="ctr">
                    <a:lnL>
                      <a:noFill/>
                    </a:lnL>
                    <a:lnR>
                      <a:noFill/>
                    </a:lnR>
                    <a:lnT>
                      <a:noFill/>
                    </a:lnT>
                    <a:lnB>
                      <a:noFill/>
                    </a:lnB>
                    <a:noFill/>
                  </a:tcPr>
                </a:tc>
                <a:tc>
                  <a:txBody>
                    <a:bodyPr/>
                    <a:lstStyle/>
                    <a:p>
                      <a:pPr>
                        <a:buNone/>
                      </a:pPr>
                      <a:r>
                        <a:rPr lang="en-AU" sz="1600" dirty="0"/>
                        <a:t>"Can I trust what people are telling me?"</a:t>
                      </a:r>
                    </a:p>
                  </a:txBody>
                  <a:tcPr anchor="ctr">
                    <a:lnL>
                      <a:noFill/>
                    </a:lnL>
                    <a:lnR>
                      <a:noFill/>
                    </a:lnR>
                    <a:lnT>
                      <a:noFill/>
                    </a:lnT>
                    <a:lnB>
                      <a:noFill/>
                    </a:lnB>
                    <a:noFill/>
                  </a:tcPr>
                </a:tc>
                <a:extLst>
                  <a:ext uri="{0D108BD9-81ED-4DB2-BD59-A6C34878D82A}">
                    <a16:rowId xmlns:a16="http://schemas.microsoft.com/office/drawing/2014/main" val="971163828"/>
                  </a:ext>
                </a:extLst>
              </a:tr>
              <a:tr h="0">
                <a:tc>
                  <a:txBody>
                    <a:bodyPr/>
                    <a:lstStyle/>
                    <a:p>
                      <a:pPr>
                        <a:buNone/>
                      </a:pPr>
                      <a:r>
                        <a:rPr lang="en-AU" sz="1600" dirty="0"/>
                        <a:t>"I don't want to waste money on bottled water if I don't have to."</a:t>
                      </a:r>
                    </a:p>
                  </a:txBody>
                  <a:tcPr anchor="ctr">
                    <a:lnL>
                      <a:noFill/>
                    </a:lnL>
                    <a:lnR>
                      <a:noFill/>
                    </a:lnR>
                    <a:lnT>
                      <a:noFill/>
                    </a:lnT>
                    <a:lnB>
                      <a:noFill/>
                    </a:lnB>
                    <a:noFill/>
                  </a:tcPr>
                </a:tc>
                <a:tc>
                  <a:txBody>
                    <a:bodyPr/>
                    <a:lstStyle/>
                    <a:p>
                      <a:pPr>
                        <a:buNone/>
                      </a:pPr>
                      <a:r>
                        <a:rPr lang="en-AU" sz="1600" dirty="0"/>
                        <a:t>"What if the water looks clean but still has harmful bacteria?"</a:t>
                      </a:r>
                    </a:p>
                  </a:txBody>
                  <a:tcPr anchor="ctr">
                    <a:lnL>
                      <a:noFill/>
                    </a:lnL>
                    <a:lnR>
                      <a:noFill/>
                    </a:lnR>
                    <a:lnT>
                      <a:noFill/>
                    </a:lnT>
                    <a:lnB>
                      <a:noFill/>
                    </a:lnB>
                    <a:noFill/>
                  </a:tcPr>
                </a:tc>
                <a:extLst>
                  <a:ext uri="{0D108BD9-81ED-4DB2-BD59-A6C34878D82A}">
                    <a16:rowId xmlns:a16="http://schemas.microsoft.com/office/drawing/2014/main" val="2371277635"/>
                  </a:ext>
                </a:extLst>
              </a:tr>
            </a:tbl>
          </a:graphicData>
        </a:graphic>
      </p:graphicFrame>
      <p:graphicFrame>
        <p:nvGraphicFramePr>
          <p:cNvPr id="5" name="Table 4">
            <a:extLst>
              <a:ext uri="{FF2B5EF4-FFF2-40B4-BE49-F238E27FC236}">
                <a16:creationId xmlns:a16="http://schemas.microsoft.com/office/drawing/2014/main" id="{6B30A68A-6D32-2387-F1F6-EA03EC8D51B1}"/>
              </a:ext>
            </a:extLst>
          </p:cNvPr>
          <p:cNvGraphicFramePr>
            <a:graphicFrameLocks noGrp="1"/>
          </p:cNvGraphicFramePr>
          <p:nvPr/>
        </p:nvGraphicFramePr>
        <p:xfrm>
          <a:off x="725658" y="4521995"/>
          <a:ext cx="10515600" cy="2011680"/>
        </p:xfrm>
        <a:graphic>
          <a:graphicData uri="http://schemas.openxmlformats.org/drawingml/2006/table">
            <a:tbl>
              <a:tblPr/>
              <a:tblGrid>
                <a:gridCol w="5257800">
                  <a:extLst>
                    <a:ext uri="{9D8B030D-6E8A-4147-A177-3AD203B41FA5}">
                      <a16:colId xmlns:a16="http://schemas.microsoft.com/office/drawing/2014/main" val="2483616483"/>
                    </a:ext>
                  </a:extLst>
                </a:gridCol>
                <a:gridCol w="5257800">
                  <a:extLst>
                    <a:ext uri="{9D8B030D-6E8A-4147-A177-3AD203B41FA5}">
                      <a16:colId xmlns:a16="http://schemas.microsoft.com/office/drawing/2014/main" val="3883998508"/>
                    </a:ext>
                  </a:extLst>
                </a:gridCol>
              </a:tblGrid>
              <a:tr h="0">
                <a:tc>
                  <a:txBody>
                    <a:bodyPr/>
                    <a:lstStyle/>
                    <a:p>
                      <a:pPr>
                        <a:buNone/>
                      </a:pPr>
                      <a:r>
                        <a:rPr lang="en-AU" sz="1600" b="1" dirty="0"/>
                        <a:t>DOES</a:t>
                      </a:r>
                      <a:endParaRPr lang="en-AU" sz="1600" dirty="0"/>
                    </a:p>
                  </a:txBody>
                  <a:tcPr anchor="ctr">
                    <a:lnL>
                      <a:noFill/>
                    </a:lnL>
                    <a:lnR>
                      <a:noFill/>
                    </a:lnR>
                    <a:lnT>
                      <a:noFill/>
                    </a:lnT>
                    <a:lnB>
                      <a:noFill/>
                    </a:lnB>
                    <a:noFill/>
                  </a:tcPr>
                </a:tc>
                <a:tc>
                  <a:txBody>
                    <a:bodyPr/>
                    <a:lstStyle/>
                    <a:p>
                      <a:pPr>
                        <a:buNone/>
                      </a:pPr>
                      <a:r>
                        <a:rPr lang="en-AU" sz="1600" b="1" dirty="0"/>
                        <a:t>FEELS</a:t>
                      </a:r>
                      <a:endParaRPr lang="en-AU" sz="1600" dirty="0"/>
                    </a:p>
                  </a:txBody>
                  <a:tcPr anchor="ctr">
                    <a:lnL>
                      <a:noFill/>
                    </a:lnL>
                    <a:lnR>
                      <a:noFill/>
                    </a:lnR>
                    <a:lnT>
                      <a:noFill/>
                    </a:lnT>
                    <a:lnB>
                      <a:noFill/>
                    </a:lnB>
                    <a:noFill/>
                  </a:tcPr>
                </a:tc>
                <a:extLst>
                  <a:ext uri="{0D108BD9-81ED-4DB2-BD59-A6C34878D82A}">
                    <a16:rowId xmlns:a16="http://schemas.microsoft.com/office/drawing/2014/main" val="2993197264"/>
                  </a:ext>
                </a:extLst>
              </a:tr>
              <a:tr h="0">
                <a:tc>
                  <a:txBody>
                    <a:bodyPr/>
                    <a:lstStyle/>
                    <a:p>
                      <a:pPr>
                        <a:buNone/>
                      </a:pPr>
                      <a:r>
                        <a:rPr lang="en-AU" sz="1600" dirty="0"/>
                        <a:t>Buys bottled water whenever possible.</a:t>
                      </a:r>
                    </a:p>
                  </a:txBody>
                  <a:tcPr anchor="ctr">
                    <a:lnL>
                      <a:noFill/>
                    </a:lnL>
                    <a:lnR>
                      <a:noFill/>
                    </a:lnR>
                    <a:lnT>
                      <a:noFill/>
                    </a:lnT>
                    <a:lnB>
                      <a:noFill/>
                    </a:lnB>
                    <a:noFill/>
                  </a:tcPr>
                </a:tc>
                <a:tc>
                  <a:txBody>
                    <a:bodyPr/>
                    <a:lstStyle/>
                    <a:p>
                      <a:pPr>
                        <a:buNone/>
                      </a:pPr>
                      <a:r>
                        <a:rPr lang="en-AU" sz="1600"/>
                        <a:t>Anxious about drinking unfamiliar water.</a:t>
                      </a:r>
                    </a:p>
                  </a:txBody>
                  <a:tcPr anchor="ctr">
                    <a:lnL>
                      <a:noFill/>
                    </a:lnL>
                    <a:lnR>
                      <a:noFill/>
                    </a:lnR>
                    <a:lnT>
                      <a:noFill/>
                    </a:lnT>
                    <a:lnB>
                      <a:noFill/>
                    </a:lnB>
                    <a:noFill/>
                  </a:tcPr>
                </a:tc>
                <a:extLst>
                  <a:ext uri="{0D108BD9-81ED-4DB2-BD59-A6C34878D82A}">
                    <a16:rowId xmlns:a16="http://schemas.microsoft.com/office/drawing/2014/main" val="235529131"/>
                  </a:ext>
                </a:extLst>
              </a:tr>
              <a:tr h="0">
                <a:tc>
                  <a:txBody>
                    <a:bodyPr/>
                    <a:lstStyle/>
                    <a:p>
                      <a:pPr>
                        <a:buNone/>
                      </a:pPr>
                      <a:r>
                        <a:rPr lang="en-AU" sz="1600" dirty="0"/>
                        <a:t>Asks locals or hotel staff if the water is safe.</a:t>
                      </a:r>
                    </a:p>
                  </a:txBody>
                  <a:tcPr anchor="ctr">
                    <a:lnL>
                      <a:noFill/>
                    </a:lnL>
                    <a:lnR>
                      <a:noFill/>
                    </a:lnR>
                    <a:lnT>
                      <a:noFill/>
                    </a:lnT>
                    <a:lnB>
                      <a:noFill/>
                    </a:lnB>
                    <a:noFill/>
                  </a:tcPr>
                </a:tc>
                <a:tc>
                  <a:txBody>
                    <a:bodyPr/>
                    <a:lstStyle/>
                    <a:p>
                      <a:pPr>
                        <a:buNone/>
                      </a:pPr>
                      <a:r>
                        <a:rPr lang="en-AU" sz="1600" dirty="0"/>
                        <a:t>Uncertain because there is no clear evidence.</a:t>
                      </a:r>
                    </a:p>
                  </a:txBody>
                  <a:tcPr anchor="ctr">
                    <a:lnL>
                      <a:noFill/>
                    </a:lnL>
                    <a:lnR>
                      <a:noFill/>
                    </a:lnR>
                    <a:lnT>
                      <a:noFill/>
                    </a:lnT>
                    <a:lnB>
                      <a:noFill/>
                    </a:lnB>
                    <a:noFill/>
                  </a:tcPr>
                </a:tc>
                <a:extLst>
                  <a:ext uri="{0D108BD9-81ED-4DB2-BD59-A6C34878D82A}">
                    <a16:rowId xmlns:a16="http://schemas.microsoft.com/office/drawing/2014/main" val="3092885551"/>
                  </a:ext>
                </a:extLst>
              </a:tr>
              <a:tr h="0">
                <a:tc>
                  <a:txBody>
                    <a:bodyPr/>
                    <a:lstStyle/>
                    <a:p>
                      <a:pPr>
                        <a:buNone/>
                      </a:pPr>
                      <a:r>
                        <a:rPr lang="en-AU" sz="1600" dirty="0"/>
                        <a:t>Boils water before drinking when possible.</a:t>
                      </a:r>
                    </a:p>
                  </a:txBody>
                  <a:tcPr anchor="ctr">
                    <a:lnL>
                      <a:noFill/>
                    </a:lnL>
                    <a:lnR>
                      <a:noFill/>
                    </a:lnR>
                    <a:lnT>
                      <a:noFill/>
                    </a:lnT>
                    <a:lnB>
                      <a:noFill/>
                    </a:lnB>
                    <a:noFill/>
                  </a:tcPr>
                </a:tc>
                <a:tc>
                  <a:txBody>
                    <a:bodyPr/>
                    <a:lstStyle/>
                    <a:p>
                      <a:pPr>
                        <a:buNone/>
                      </a:pPr>
                      <a:r>
                        <a:rPr lang="en-AU" sz="1600"/>
                        <a:t>Frustrated by conflicting advice.</a:t>
                      </a:r>
                    </a:p>
                  </a:txBody>
                  <a:tcPr anchor="ctr">
                    <a:lnL>
                      <a:noFill/>
                    </a:lnL>
                    <a:lnR>
                      <a:noFill/>
                    </a:lnR>
                    <a:lnT>
                      <a:noFill/>
                    </a:lnT>
                    <a:lnB>
                      <a:noFill/>
                    </a:lnB>
                    <a:noFill/>
                  </a:tcPr>
                </a:tc>
                <a:extLst>
                  <a:ext uri="{0D108BD9-81ED-4DB2-BD59-A6C34878D82A}">
                    <a16:rowId xmlns:a16="http://schemas.microsoft.com/office/drawing/2014/main" val="2156582930"/>
                  </a:ext>
                </a:extLst>
              </a:tr>
              <a:tr h="0">
                <a:tc>
                  <a:txBody>
                    <a:bodyPr/>
                    <a:lstStyle/>
                    <a:p>
                      <a:pPr>
                        <a:buNone/>
                      </a:pPr>
                      <a:r>
                        <a:rPr lang="en-AU" sz="1600"/>
                        <a:t>Avoids drinking as much water as possible.</a:t>
                      </a:r>
                    </a:p>
                  </a:txBody>
                  <a:tcPr anchor="ctr">
                    <a:lnL>
                      <a:noFill/>
                    </a:lnL>
                    <a:lnR>
                      <a:noFill/>
                    </a:lnR>
                    <a:lnT>
                      <a:noFill/>
                    </a:lnT>
                    <a:lnB>
                      <a:noFill/>
                    </a:lnB>
                    <a:noFill/>
                  </a:tcPr>
                </a:tc>
                <a:tc>
                  <a:txBody>
                    <a:bodyPr/>
                    <a:lstStyle/>
                    <a:p>
                      <a:pPr>
                        <a:buNone/>
                      </a:pPr>
                      <a:r>
                        <a:rPr lang="en-AU" sz="1600"/>
                        <a:t>Relieved when they know the water is safe.</a:t>
                      </a:r>
                    </a:p>
                  </a:txBody>
                  <a:tcPr anchor="ctr">
                    <a:lnL>
                      <a:noFill/>
                    </a:lnL>
                    <a:lnR>
                      <a:noFill/>
                    </a:lnR>
                    <a:lnT>
                      <a:noFill/>
                    </a:lnT>
                    <a:lnB>
                      <a:noFill/>
                    </a:lnB>
                    <a:noFill/>
                  </a:tcPr>
                </a:tc>
                <a:extLst>
                  <a:ext uri="{0D108BD9-81ED-4DB2-BD59-A6C34878D82A}">
                    <a16:rowId xmlns:a16="http://schemas.microsoft.com/office/drawing/2014/main" val="3261220261"/>
                  </a:ext>
                </a:extLst>
              </a:tr>
              <a:tr h="0">
                <a:tc>
                  <a:txBody>
                    <a:bodyPr/>
                    <a:lstStyle/>
                    <a:p>
                      <a:pPr>
                        <a:buNone/>
                      </a:pPr>
                      <a:r>
                        <a:rPr lang="en-AU" sz="1600"/>
                        <a:t>Avoids drinking tap water in unfamiliar places.</a:t>
                      </a:r>
                    </a:p>
                  </a:txBody>
                  <a:tcPr anchor="ctr">
                    <a:lnL>
                      <a:noFill/>
                    </a:lnL>
                    <a:lnR>
                      <a:noFill/>
                    </a:lnR>
                    <a:lnT>
                      <a:noFill/>
                    </a:lnT>
                    <a:lnB>
                      <a:noFill/>
                    </a:lnB>
                    <a:noFill/>
                  </a:tcPr>
                </a:tc>
                <a:tc>
                  <a:txBody>
                    <a:bodyPr/>
                    <a:lstStyle/>
                    <a:p>
                      <a:pPr>
                        <a:buNone/>
                      </a:pPr>
                      <a:r>
                        <a:rPr lang="en-AU" sz="1600" dirty="0"/>
                        <a:t>Worried about food poisoning or stomach illnesses.</a:t>
                      </a:r>
                    </a:p>
                  </a:txBody>
                  <a:tcPr anchor="ctr">
                    <a:lnL>
                      <a:noFill/>
                    </a:lnL>
                    <a:lnR>
                      <a:noFill/>
                    </a:lnR>
                    <a:lnT>
                      <a:noFill/>
                    </a:lnT>
                    <a:lnB>
                      <a:noFill/>
                    </a:lnB>
                    <a:noFill/>
                  </a:tcPr>
                </a:tc>
                <a:extLst>
                  <a:ext uri="{0D108BD9-81ED-4DB2-BD59-A6C34878D82A}">
                    <a16:rowId xmlns:a16="http://schemas.microsoft.com/office/drawing/2014/main" val="783062090"/>
                  </a:ext>
                </a:extLst>
              </a:tr>
            </a:tbl>
          </a:graphicData>
        </a:graphic>
      </p:graphicFrame>
    </p:spTree>
    <p:extLst>
      <p:ext uri="{BB962C8B-B14F-4D97-AF65-F5344CB8AC3E}">
        <p14:creationId xmlns:p14="http://schemas.microsoft.com/office/powerpoint/2010/main" val="25969832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16963-ECB7-19CB-C33A-B083B7563E37}"/>
              </a:ext>
            </a:extLst>
          </p:cNvPr>
          <p:cNvSpPr>
            <a:spLocks noGrp="1"/>
          </p:cNvSpPr>
          <p:nvPr>
            <p:ph type="title"/>
          </p:nvPr>
        </p:nvSpPr>
        <p:spPr>
          <a:xfrm>
            <a:off x="649976" y="3739568"/>
            <a:ext cx="10893094" cy="1915940"/>
          </a:xfrm>
        </p:spPr>
        <p:txBody>
          <a:bodyPr vert="horz" lIns="91440" tIns="45720" rIns="91440" bIns="45720" rtlCol="0" anchor="b">
            <a:normAutofit/>
          </a:bodyPr>
          <a:lstStyle/>
          <a:p>
            <a:pPr algn="ctr"/>
            <a:r>
              <a:rPr lang="en-US" sz="6600" b="0" i="0" kern="1200">
                <a:solidFill>
                  <a:srgbClr val="EBEBEB"/>
                </a:solidFill>
                <a:latin typeface="+mj-lt"/>
                <a:ea typeface="+mj-ea"/>
                <a:cs typeface="+mj-cs"/>
              </a:rPr>
              <a:t>Ideate</a:t>
            </a:r>
          </a:p>
        </p:txBody>
      </p:sp>
      <p:pic>
        <p:nvPicPr>
          <p:cNvPr id="4" name="Content Placeholder 3">
            <a:extLst>
              <a:ext uri="{FF2B5EF4-FFF2-40B4-BE49-F238E27FC236}">
                <a16:creationId xmlns:a16="http://schemas.microsoft.com/office/drawing/2014/main" id="{659EA95B-100E-0446-4B7D-481A03839FB3}"/>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826857" y="1746852"/>
            <a:ext cx="10538285" cy="2476497"/>
          </a:xfrm>
          <a:prstGeom prst="roundRect">
            <a:avLst>
              <a:gd name="adj" fmla="val 1858"/>
            </a:avLst>
          </a:prstGeom>
          <a:effectLst>
            <a:outerShdw blurRad="50800" dist="50800" dir="5400000" algn="tl" rotWithShape="0">
              <a:srgbClr val="000000">
                <a:alpha val="43000"/>
              </a:srgbClr>
            </a:outerShdw>
          </a:effectLst>
        </p:spPr>
      </p:pic>
    </p:spTree>
    <p:extLst>
      <p:ext uri="{BB962C8B-B14F-4D97-AF65-F5344CB8AC3E}">
        <p14:creationId xmlns:p14="http://schemas.microsoft.com/office/powerpoint/2010/main" val="2897359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A57E7-68CC-80F7-B972-7F8686A3B3B1}"/>
              </a:ext>
            </a:extLst>
          </p:cNvPr>
          <p:cNvSpPr>
            <a:spLocks noGrp="1"/>
          </p:cNvSpPr>
          <p:nvPr>
            <p:ph type="title"/>
          </p:nvPr>
        </p:nvSpPr>
        <p:spPr>
          <a:xfrm>
            <a:off x="506437" y="973668"/>
            <a:ext cx="11197883" cy="706964"/>
          </a:xfrm>
        </p:spPr>
        <p:txBody>
          <a:bodyPr/>
          <a:lstStyle/>
          <a:p>
            <a:pPr algn="ctr"/>
            <a:r>
              <a:rPr lang="en-US" dirty="0"/>
              <a:t>Filter </a:t>
            </a:r>
          </a:p>
        </p:txBody>
      </p:sp>
      <p:sp>
        <p:nvSpPr>
          <p:cNvPr id="3" name="Content Placeholder 2">
            <a:extLst>
              <a:ext uri="{FF2B5EF4-FFF2-40B4-BE49-F238E27FC236}">
                <a16:creationId xmlns:a16="http://schemas.microsoft.com/office/drawing/2014/main" id="{A93FD72C-62C1-8E0C-CE00-C81D7304C1AC}"/>
              </a:ext>
            </a:extLst>
          </p:cNvPr>
          <p:cNvSpPr>
            <a:spLocks noGrp="1"/>
          </p:cNvSpPr>
          <p:nvPr>
            <p:ph idx="1"/>
          </p:nvPr>
        </p:nvSpPr>
        <p:spPr>
          <a:xfrm>
            <a:off x="1154954" y="2278966"/>
            <a:ext cx="9803778" cy="4037428"/>
          </a:xfrm>
        </p:spPr>
        <p:txBody>
          <a:bodyPr>
            <a:normAutofit/>
          </a:bodyPr>
          <a:lstStyle/>
          <a:p>
            <a:r>
              <a:rPr lang="en-US" sz="2800" b="1" dirty="0"/>
              <a:t>Our choices </a:t>
            </a:r>
          </a:p>
          <a:p>
            <a:r>
              <a:rPr lang="en-US" sz="1600" b="1" dirty="0"/>
              <a:t>Creating a device that detects the cleanliness of bodies of water </a:t>
            </a:r>
          </a:p>
          <a:p>
            <a:pPr>
              <a:buFontTx/>
              <a:buChar char="-"/>
            </a:pPr>
            <a:r>
              <a:rPr lang="en-AU" sz="1400" dirty="0"/>
              <a:t>It directly addresses the concerns people have about water  safety.</a:t>
            </a:r>
          </a:p>
          <a:p>
            <a:pPr>
              <a:buFontTx/>
              <a:buChar char="-"/>
            </a:pPr>
            <a:r>
              <a:rPr lang="en-AU" sz="1400" dirty="0"/>
              <a:t>It helps reduce the risk of drinking contaminated water.</a:t>
            </a:r>
          </a:p>
          <a:p>
            <a:pPr>
              <a:buFontTx/>
              <a:buChar char="-"/>
            </a:pPr>
            <a:r>
              <a:rPr lang="en-AU" sz="1400" dirty="0"/>
              <a:t>The device can detect contamination that cannot be seen with the naked eye.</a:t>
            </a:r>
            <a:endParaRPr lang="en-US" sz="1400" dirty="0"/>
          </a:p>
          <a:p>
            <a:r>
              <a:rPr lang="en-US" sz="1600" b="1" dirty="0"/>
              <a:t>Creating a portable </a:t>
            </a:r>
            <a:r>
              <a:rPr lang="en-AU" sz="1600" b="1" dirty="0"/>
              <a:t>submersible water quality surveyance probe.</a:t>
            </a:r>
          </a:p>
          <a:p>
            <a:pPr>
              <a:buFontTx/>
              <a:buChar char="-"/>
            </a:pPr>
            <a:r>
              <a:rPr lang="en-AU" sz="1400" dirty="0"/>
              <a:t>It allows people to test water quickly and accurately wherever they are.</a:t>
            </a:r>
          </a:p>
          <a:p>
            <a:pPr>
              <a:buFontTx/>
              <a:buChar char="-"/>
            </a:pPr>
            <a:r>
              <a:rPr lang="en-AU" sz="1400" dirty="0"/>
              <a:t>Because it is portable, it is ideal for travellers, campers, hikers, emergency workers, and people living in areas where water quality is uncertain.</a:t>
            </a:r>
          </a:p>
          <a:p>
            <a:pPr>
              <a:buFontTx/>
              <a:buChar char="-"/>
            </a:pPr>
            <a:r>
              <a:rPr lang="en-AU" sz="1400" dirty="0"/>
              <a:t>Overall, the probe improves health and safety, provides reliable information, and helps people make informed decisions about the water they use.</a:t>
            </a:r>
          </a:p>
          <a:p>
            <a:pPr marL="0" indent="0">
              <a:buNone/>
            </a:pPr>
            <a:endParaRPr lang="en-US" sz="1600" dirty="0"/>
          </a:p>
        </p:txBody>
      </p:sp>
    </p:spTree>
    <p:extLst>
      <p:ext uri="{BB962C8B-B14F-4D97-AF65-F5344CB8AC3E}">
        <p14:creationId xmlns:p14="http://schemas.microsoft.com/office/powerpoint/2010/main" val="30228937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4AA40-355A-C02C-B9AC-365B969BF878}"/>
              </a:ext>
            </a:extLst>
          </p:cNvPr>
          <p:cNvSpPr>
            <a:spLocks noGrp="1"/>
          </p:cNvSpPr>
          <p:nvPr>
            <p:ph type="title"/>
          </p:nvPr>
        </p:nvSpPr>
        <p:spPr>
          <a:xfrm>
            <a:off x="631028" y="331839"/>
            <a:ext cx="5132438" cy="1622322"/>
          </a:xfrm>
        </p:spPr>
        <p:txBody>
          <a:bodyPr vert="horz" lIns="91440" tIns="45720" rIns="91440" bIns="45720" rtlCol="0" anchor="ctr">
            <a:normAutofit/>
          </a:bodyPr>
          <a:lstStyle/>
          <a:p>
            <a:r>
              <a:rPr lang="en-US" b="0" i="0" kern="1200" dirty="0">
                <a:solidFill>
                  <a:srgbClr val="EBEBEB"/>
                </a:solidFill>
                <a:latin typeface="+mj-lt"/>
                <a:ea typeface="+mj-ea"/>
                <a:cs typeface="+mj-cs"/>
              </a:rPr>
              <a:t>Final decision </a:t>
            </a:r>
          </a:p>
        </p:txBody>
      </p:sp>
      <p:pic>
        <p:nvPicPr>
          <p:cNvPr id="5" name="Content Placeholder 4">
            <a:extLst>
              <a:ext uri="{FF2B5EF4-FFF2-40B4-BE49-F238E27FC236}">
                <a16:creationId xmlns:a16="http://schemas.microsoft.com/office/drawing/2014/main" id="{3BDD952C-E95A-AFD5-E3D3-F39F40925992}"/>
              </a:ext>
            </a:extLst>
          </p:cNvPr>
          <p:cNvPicPr>
            <a:picLocks noGrp="1" noChangeAspect="1"/>
          </p:cNvPicPr>
          <p:nvPr>
            <p:ph idx="1"/>
          </p:nvPr>
        </p:nvPicPr>
        <p:blipFill>
          <a:blip r:embed="rId2"/>
          <a:stretch>
            <a:fillRect/>
          </a:stretch>
        </p:blipFill>
        <p:spPr>
          <a:xfrm>
            <a:off x="6714836" y="2013322"/>
            <a:ext cx="4828707" cy="2848936"/>
          </a:xfrm>
          <a:prstGeom prst="rect">
            <a:avLst/>
          </a:prstGeom>
        </p:spPr>
      </p:pic>
      <p:sp>
        <p:nvSpPr>
          <p:cNvPr id="8" name="TextBox 7">
            <a:extLst>
              <a:ext uri="{FF2B5EF4-FFF2-40B4-BE49-F238E27FC236}">
                <a16:creationId xmlns:a16="http://schemas.microsoft.com/office/drawing/2014/main" id="{E5BE8265-4C5F-67BB-6A15-D068CDB22A3C}"/>
              </a:ext>
            </a:extLst>
          </p:cNvPr>
          <p:cNvSpPr txBox="1"/>
          <p:nvPr/>
        </p:nvSpPr>
        <p:spPr>
          <a:xfrm>
            <a:off x="648457" y="1469572"/>
            <a:ext cx="5132439" cy="5143675"/>
          </a:xfrm>
          <a:prstGeom prst="rect">
            <a:avLst/>
          </a:prstGeom>
        </p:spPr>
        <p:txBody>
          <a:bodyPr vert="horz" lIns="91440" tIns="45720" rIns="91440" bIns="45720" rtlCol="0" anchor="ctr">
            <a:normAutofit/>
          </a:bodyPr>
          <a:lstStyle/>
          <a:p>
            <a:pPr>
              <a:lnSpc>
                <a:spcPct val="90000"/>
              </a:lnSpc>
              <a:spcBef>
                <a:spcPts val="1000"/>
              </a:spcBef>
              <a:buClr>
                <a:schemeClr val="accent1"/>
              </a:buClr>
              <a:buSzPct val="80000"/>
            </a:pPr>
            <a:r>
              <a:rPr lang="en-US" sz="1000" dirty="0">
                <a:solidFill>
                  <a:srgbClr val="FFFFFF"/>
                </a:solidFill>
              </a:rPr>
              <a:t>We chose to create a portable submersible water quality surveillance probe because many people are unsure whether the water around them is safe to drink or use. Travelers, campers, hikers, and people in remote areas often worry about getting sick from contaminated water and cannot always trust what they are told or judge the water by its appearance.</a:t>
            </a:r>
          </a:p>
          <a:p>
            <a:pPr>
              <a:lnSpc>
                <a:spcPct val="90000"/>
              </a:lnSpc>
              <a:spcBef>
                <a:spcPts val="1000"/>
              </a:spcBef>
              <a:buClr>
                <a:schemeClr val="accent1"/>
              </a:buClr>
              <a:buSzPct val="80000"/>
            </a:pPr>
            <a:r>
              <a:rPr lang="en-US" sz="1000" dirty="0">
                <a:solidFill>
                  <a:srgbClr val="FFFFFF"/>
                </a:solidFill>
              </a:rPr>
              <a:t>Our probe provides a quick and reliable way to test water quality on the spot. It helps users make informed decisions, reduces the risk of waterborne illness, and can save money by avoiding unnecessary purchases of bottled water. We believe this solution will improve health and safety while giving people confidence and peace of mind wherever they are.</a:t>
            </a:r>
          </a:p>
          <a:p>
            <a:pPr>
              <a:lnSpc>
                <a:spcPct val="90000"/>
              </a:lnSpc>
              <a:spcBef>
                <a:spcPts val="1000"/>
              </a:spcBef>
              <a:buClr>
                <a:schemeClr val="accent1"/>
              </a:buClr>
              <a:buSzPct val="80000"/>
            </a:pPr>
            <a:r>
              <a:rPr lang="en-US" sz="1000" b="1" dirty="0">
                <a:solidFill>
                  <a:srgbClr val="FFFFFF"/>
                </a:solidFill>
              </a:rPr>
              <a:t>Functional Requirements:</a:t>
            </a:r>
          </a:p>
          <a:p>
            <a:pPr marL="171450" indent="-171450">
              <a:lnSpc>
                <a:spcPct val="90000"/>
              </a:lnSpc>
              <a:spcBef>
                <a:spcPts val="1000"/>
              </a:spcBef>
              <a:buClr>
                <a:schemeClr val="accent1"/>
              </a:buClr>
              <a:buSzPct val="80000"/>
              <a:buFont typeface="Wingdings 3" charset="2"/>
              <a:buChar char=""/>
            </a:pPr>
            <a:r>
              <a:rPr lang="en-US" sz="1000" dirty="0">
                <a:solidFill>
                  <a:srgbClr val="FFFFFF"/>
                </a:solidFill>
              </a:rPr>
              <a:t>Detect Water Purity </a:t>
            </a:r>
          </a:p>
          <a:p>
            <a:pPr marL="171450" indent="-171450">
              <a:lnSpc>
                <a:spcPct val="90000"/>
              </a:lnSpc>
              <a:spcBef>
                <a:spcPts val="1000"/>
              </a:spcBef>
              <a:buClr>
                <a:schemeClr val="accent1"/>
              </a:buClr>
              <a:buSzPct val="80000"/>
              <a:buFont typeface="Wingdings 3" charset="2"/>
              <a:buChar char=""/>
            </a:pPr>
            <a:r>
              <a:rPr lang="en-US" sz="1000" dirty="0">
                <a:solidFill>
                  <a:srgbClr val="FFFFFF"/>
                </a:solidFill>
              </a:rPr>
              <a:t>Detect Water Temperature</a:t>
            </a:r>
          </a:p>
          <a:p>
            <a:pPr marL="171450" indent="-171450">
              <a:lnSpc>
                <a:spcPct val="90000"/>
              </a:lnSpc>
              <a:spcBef>
                <a:spcPts val="1000"/>
              </a:spcBef>
              <a:buClr>
                <a:schemeClr val="accent1"/>
              </a:buClr>
              <a:buSzPct val="80000"/>
              <a:buFont typeface="Wingdings 3" charset="2"/>
              <a:buChar char=""/>
            </a:pPr>
            <a:r>
              <a:rPr lang="en-US" sz="1000" dirty="0">
                <a:solidFill>
                  <a:srgbClr val="FFFFFF"/>
                </a:solidFill>
              </a:rPr>
              <a:t>Dashboard</a:t>
            </a:r>
          </a:p>
          <a:p>
            <a:pPr marL="171450" indent="-171450">
              <a:lnSpc>
                <a:spcPct val="90000"/>
              </a:lnSpc>
              <a:spcBef>
                <a:spcPts val="1000"/>
              </a:spcBef>
              <a:buClr>
                <a:schemeClr val="accent1"/>
              </a:buClr>
              <a:buSzPct val="80000"/>
              <a:buFont typeface="Wingdings 3" charset="2"/>
              <a:buChar char=""/>
            </a:pPr>
            <a:r>
              <a:rPr lang="en-US" sz="1000" dirty="0">
                <a:solidFill>
                  <a:srgbClr val="FFFFFF"/>
                </a:solidFill>
              </a:rPr>
              <a:t>Be able to function in remote communities</a:t>
            </a:r>
          </a:p>
          <a:p>
            <a:pPr marL="171450" indent="-171450">
              <a:lnSpc>
                <a:spcPct val="90000"/>
              </a:lnSpc>
              <a:spcBef>
                <a:spcPts val="1000"/>
              </a:spcBef>
              <a:buClr>
                <a:schemeClr val="accent1"/>
              </a:buClr>
              <a:buSzPct val="80000"/>
              <a:buFont typeface="Wingdings 3" charset="2"/>
              <a:buChar char=""/>
            </a:pPr>
            <a:r>
              <a:rPr lang="en-US" sz="1000" dirty="0">
                <a:solidFill>
                  <a:srgbClr val="FFFFFF"/>
                </a:solidFill>
              </a:rPr>
              <a:t>Waterproof</a:t>
            </a:r>
          </a:p>
          <a:p>
            <a:pPr marL="171450" indent="-171450">
              <a:lnSpc>
                <a:spcPct val="90000"/>
              </a:lnSpc>
              <a:spcBef>
                <a:spcPts val="1000"/>
              </a:spcBef>
              <a:buClr>
                <a:schemeClr val="accent1"/>
              </a:buClr>
              <a:buSzPct val="80000"/>
              <a:buFont typeface="Wingdings 3" charset="2"/>
              <a:buChar char=""/>
            </a:pPr>
            <a:r>
              <a:rPr lang="en-US" sz="1000" dirty="0">
                <a:solidFill>
                  <a:srgbClr val="FFFFFF"/>
                </a:solidFill>
              </a:rPr>
              <a:t>Must record all data to a </a:t>
            </a:r>
            <a:r>
              <a:rPr lang="en-US" sz="1000" dirty="0" err="1">
                <a:solidFill>
                  <a:srgbClr val="FFFFFF"/>
                </a:solidFill>
              </a:rPr>
              <a:t>sd</a:t>
            </a:r>
            <a:r>
              <a:rPr lang="en-US" sz="1000" dirty="0">
                <a:solidFill>
                  <a:srgbClr val="FFFFFF"/>
                </a:solidFill>
              </a:rPr>
              <a:t> card</a:t>
            </a:r>
          </a:p>
          <a:p>
            <a:pPr marL="171450" indent="-171450">
              <a:lnSpc>
                <a:spcPct val="90000"/>
              </a:lnSpc>
              <a:spcBef>
                <a:spcPts val="1000"/>
              </a:spcBef>
              <a:buClr>
                <a:schemeClr val="accent1"/>
              </a:buClr>
              <a:buSzPct val="80000"/>
              <a:buFont typeface="Wingdings 3" charset="2"/>
              <a:buChar char=""/>
            </a:pPr>
            <a:r>
              <a:rPr lang="en-US" sz="1000" dirty="0">
                <a:solidFill>
                  <a:srgbClr val="FFFFFF"/>
                </a:solidFill>
              </a:rPr>
              <a:t>Water safety ranking system</a:t>
            </a:r>
          </a:p>
          <a:p>
            <a:pPr>
              <a:lnSpc>
                <a:spcPct val="90000"/>
              </a:lnSpc>
              <a:spcBef>
                <a:spcPts val="1000"/>
              </a:spcBef>
              <a:buClr>
                <a:schemeClr val="accent1"/>
              </a:buClr>
              <a:buSzPct val="80000"/>
            </a:pPr>
            <a:r>
              <a:rPr lang="en-US" sz="1000" b="1" dirty="0">
                <a:solidFill>
                  <a:srgbClr val="FFFFFF"/>
                </a:solidFill>
              </a:rPr>
              <a:t>Non-Functional Requirements:</a:t>
            </a:r>
          </a:p>
          <a:p>
            <a:pPr marL="171450" indent="-171450">
              <a:lnSpc>
                <a:spcPct val="90000"/>
              </a:lnSpc>
              <a:spcBef>
                <a:spcPts val="1000"/>
              </a:spcBef>
              <a:buClr>
                <a:schemeClr val="accent1"/>
              </a:buClr>
              <a:buSzPct val="80000"/>
              <a:buFont typeface="Wingdings 3" charset="2"/>
              <a:buChar char=""/>
            </a:pPr>
            <a:r>
              <a:rPr lang="en-US" sz="1000" dirty="0">
                <a:solidFill>
                  <a:srgbClr val="FFFFFF"/>
                </a:solidFill>
              </a:rPr>
              <a:t>Work Online and Offline</a:t>
            </a:r>
          </a:p>
          <a:p>
            <a:pPr marL="171450" indent="-171450">
              <a:lnSpc>
                <a:spcPct val="90000"/>
              </a:lnSpc>
              <a:spcBef>
                <a:spcPts val="1000"/>
              </a:spcBef>
              <a:buClr>
                <a:schemeClr val="accent1"/>
              </a:buClr>
              <a:buSzPct val="80000"/>
              <a:buFont typeface="Wingdings 3" charset="2"/>
              <a:buChar char=""/>
            </a:pPr>
            <a:r>
              <a:rPr lang="en-US" sz="1000" dirty="0">
                <a:solidFill>
                  <a:srgbClr val="FFFFFF"/>
                </a:solidFill>
              </a:rPr>
              <a:t>Wireless Communication</a:t>
            </a:r>
          </a:p>
          <a:p>
            <a:pPr marL="171450" indent="-171450">
              <a:lnSpc>
                <a:spcPct val="90000"/>
              </a:lnSpc>
              <a:spcBef>
                <a:spcPts val="1000"/>
              </a:spcBef>
              <a:buClr>
                <a:schemeClr val="accent1"/>
              </a:buClr>
              <a:buSzPct val="80000"/>
              <a:buFont typeface="Wingdings 3" charset="2"/>
              <a:buChar char=""/>
            </a:pPr>
            <a:r>
              <a:rPr lang="en-US" sz="1000" dirty="0">
                <a:solidFill>
                  <a:srgbClr val="FFFFFF"/>
                </a:solidFill>
              </a:rPr>
              <a:t>Long battery life</a:t>
            </a:r>
          </a:p>
          <a:p>
            <a:pPr marL="171450" indent="-171450">
              <a:lnSpc>
                <a:spcPct val="90000"/>
              </a:lnSpc>
              <a:spcBef>
                <a:spcPts val="1000"/>
              </a:spcBef>
              <a:buClr>
                <a:schemeClr val="accent1"/>
              </a:buClr>
              <a:buSzPct val="80000"/>
              <a:buFont typeface="Wingdings 3" charset="2"/>
              <a:buChar char=""/>
            </a:pPr>
            <a:endParaRPr lang="en-US" sz="900" dirty="0">
              <a:solidFill>
                <a:srgbClr val="FFFFFF"/>
              </a:solidFill>
            </a:endParaRPr>
          </a:p>
        </p:txBody>
      </p:sp>
    </p:spTree>
    <p:extLst>
      <p:ext uri="{BB962C8B-B14F-4D97-AF65-F5344CB8AC3E}">
        <p14:creationId xmlns:p14="http://schemas.microsoft.com/office/powerpoint/2010/main" val="40945925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4C21F-1E61-5A28-E4F1-49A38C083C82}"/>
              </a:ext>
            </a:extLst>
          </p:cNvPr>
          <p:cNvSpPr>
            <a:spLocks noGrp="1"/>
          </p:cNvSpPr>
          <p:nvPr>
            <p:ph type="ctrTitle"/>
          </p:nvPr>
        </p:nvSpPr>
        <p:spPr/>
        <p:txBody>
          <a:bodyPr/>
          <a:lstStyle/>
          <a:p>
            <a:r>
              <a:rPr lang="en-US"/>
              <a:t>Design</a:t>
            </a:r>
          </a:p>
        </p:txBody>
      </p:sp>
      <p:sp>
        <p:nvSpPr>
          <p:cNvPr id="3" name="Subtitle 2">
            <a:extLst>
              <a:ext uri="{FF2B5EF4-FFF2-40B4-BE49-F238E27FC236}">
                <a16:creationId xmlns:a16="http://schemas.microsoft.com/office/drawing/2014/main" id="{64BF9F3F-08EA-51AC-D121-EB79EA68277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591232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BD942-99F1-D4F8-7845-34462FCC51F0}"/>
              </a:ext>
            </a:extLst>
          </p:cNvPr>
          <p:cNvSpPr>
            <a:spLocks noGrp="1"/>
          </p:cNvSpPr>
          <p:nvPr>
            <p:ph type="title"/>
          </p:nvPr>
        </p:nvSpPr>
        <p:spPr/>
        <p:txBody>
          <a:bodyPr/>
          <a:lstStyle/>
          <a:p>
            <a:r>
              <a:rPr lang="en-US"/>
              <a:t>Oscar's 3d Mockup</a:t>
            </a:r>
          </a:p>
        </p:txBody>
      </p:sp>
      <p:pic>
        <p:nvPicPr>
          <p:cNvPr id="4" name="Content Placeholder 3">
            <a:extLst>
              <a:ext uri="{FF2B5EF4-FFF2-40B4-BE49-F238E27FC236}">
                <a16:creationId xmlns:a16="http://schemas.microsoft.com/office/drawing/2014/main" id="{6FB784F4-19E0-6371-C2EC-F604C4DF27A8}"/>
              </a:ext>
            </a:extLst>
          </p:cNvPr>
          <p:cNvPicPr>
            <a:picLocks noGrp="1" noChangeAspect="1"/>
          </p:cNvPicPr>
          <p:nvPr>
            <p:ph idx="1"/>
          </p:nvPr>
        </p:nvPicPr>
        <p:blipFill>
          <a:blip r:embed="rId2"/>
          <a:stretch>
            <a:fillRect/>
          </a:stretch>
        </p:blipFill>
        <p:spPr>
          <a:xfrm>
            <a:off x="3560048" y="2691848"/>
            <a:ext cx="5075646" cy="3416300"/>
          </a:xfrm>
          <a:prstGeom prst="rect">
            <a:avLst/>
          </a:prstGeom>
        </p:spPr>
      </p:pic>
      <mc:AlternateContent xmlns:mc="http://schemas.openxmlformats.org/markup-compatibility/2006" xmlns:p14="http://schemas.microsoft.com/office/powerpoint/2010/main">
        <mc:Choice Requires="p14">
          <p:contentPart p14:bwMode="auto" r:id="rId3">
            <p14:nvContentPartPr>
              <p14:cNvPr id="3" name="Ink 2">
                <a:extLst>
                  <a:ext uri="{FF2B5EF4-FFF2-40B4-BE49-F238E27FC236}">
                    <a16:creationId xmlns:a16="http://schemas.microsoft.com/office/drawing/2014/main" id="{50F8B406-358F-1196-6AE5-865EE1CD42AF}"/>
                  </a:ext>
                </a:extLst>
              </p14:cNvPr>
              <p14:cNvContentPartPr/>
              <p14:nvPr/>
            </p14:nvContentPartPr>
            <p14:xfrm>
              <a:off x="8000620" y="2876550"/>
              <a:ext cx="362329" cy="408127"/>
            </p14:xfrm>
          </p:contentPart>
        </mc:Choice>
        <mc:Fallback xmlns="">
          <p:pic>
            <p:nvPicPr>
              <p:cNvPr id="3" name="Ink 2">
                <a:extLst>
                  <a:ext uri="{FF2B5EF4-FFF2-40B4-BE49-F238E27FC236}">
                    <a16:creationId xmlns:a16="http://schemas.microsoft.com/office/drawing/2014/main" id="{50F8B406-358F-1196-6AE5-865EE1CD42AF}"/>
                  </a:ext>
                </a:extLst>
              </p:cNvPr>
              <p:cNvPicPr/>
              <p:nvPr/>
            </p:nvPicPr>
            <p:blipFill>
              <a:blip r:embed="rId4"/>
              <a:stretch>
                <a:fillRect/>
              </a:stretch>
            </p:blipFill>
            <p:spPr>
              <a:xfrm>
                <a:off x="7982647" y="2858571"/>
                <a:ext cx="397915" cy="443726"/>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BD14DB4F-83B9-BDAD-7CE1-B0ADD41823AA}"/>
                  </a:ext>
                </a:extLst>
              </p14:cNvPr>
              <p14:cNvContentPartPr/>
              <p14:nvPr/>
            </p14:nvContentPartPr>
            <p14:xfrm>
              <a:off x="7857224" y="3219449"/>
              <a:ext cx="170533" cy="130010"/>
            </p14:xfrm>
          </p:contentPart>
        </mc:Choice>
        <mc:Fallback xmlns="">
          <p:pic>
            <p:nvPicPr>
              <p:cNvPr id="5" name="Ink 4">
                <a:extLst>
                  <a:ext uri="{FF2B5EF4-FFF2-40B4-BE49-F238E27FC236}">
                    <a16:creationId xmlns:a16="http://schemas.microsoft.com/office/drawing/2014/main" id="{BD14DB4F-83B9-BDAD-7CE1-B0ADD41823AA}"/>
                  </a:ext>
                </a:extLst>
              </p:cNvPr>
              <p:cNvPicPr/>
              <p:nvPr/>
            </p:nvPicPr>
            <p:blipFill>
              <a:blip r:embed="rId6"/>
              <a:stretch>
                <a:fillRect/>
              </a:stretch>
            </p:blipFill>
            <p:spPr>
              <a:xfrm>
                <a:off x="7839273" y="3201492"/>
                <a:ext cx="206076" cy="165565"/>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6" name="Ink 5">
                <a:extLst>
                  <a:ext uri="{FF2B5EF4-FFF2-40B4-BE49-F238E27FC236}">
                    <a16:creationId xmlns:a16="http://schemas.microsoft.com/office/drawing/2014/main" id="{6FC25B3F-AD97-2B5E-E624-789B46BC3723}"/>
                  </a:ext>
                </a:extLst>
              </p14:cNvPr>
              <p14:cNvContentPartPr/>
              <p14:nvPr/>
            </p14:nvContentPartPr>
            <p14:xfrm>
              <a:off x="8467331" y="2537927"/>
              <a:ext cx="277679" cy="243995"/>
            </p14:xfrm>
          </p:contentPart>
        </mc:Choice>
        <mc:Fallback xmlns="">
          <p:pic>
            <p:nvPicPr>
              <p:cNvPr id="6" name="Ink 5">
                <a:extLst>
                  <a:ext uri="{FF2B5EF4-FFF2-40B4-BE49-F238E27FC236}">
                    <a16:creationId xmlns:a16="http://schemas.microsoft.com/office/drawing/2014/main" id="{6FC25B3F-AD97-2B5E-E624-789B46BC3723}"/>
                  </a:ext>
                </a:extLst>
              </p:cNvPr>
              <p:cNvPicPr/>
              <p:nvPr/>
            </p:nvPicPr>
            <p:blipFill>
              <a:blip r:embed="rId8"/>
              <a:stretch>
                <a:fillRect/>
              </a:stretch>
            </p:blipFill>
            <p:spPr>
              <a:xfrm>
                <a:off x="8449370" y="2519960"/>
                <a:ext cx="313242" cy="27957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8" name="Ink 7">
                <a:extLst>
                  <a:ext uri="{FF2B5EF4-FFF2-40B4-BE49-F238E27FC236}">
                    <a16:creationId xmlns:a16="http://schemas.microsoft.com/office/drawing/2014/main" id="{3ADC25D5-892F-35EA-3CF9-6C5036922EA5}"/>
                  </a:ext>
                </a:extLst>
              </p14:cNvPr>
              <p14:cNvContentPartPr/>
              <p14:nvPr/>
            </p14:nvContentPartPr>
            <p14:xfrm>
              <a:off x="9323828" y="2600324"/>
              <a:ext cx="67821" cy="200788"/>
            </p14:xfrm>
          </p:contentPart>
        </mc:Choice>
        <mc:Fallback xmlns="">
          <p:pic>
            <p:nvPicPr>
              <p:cNvPr id="8" name="Ink 7">
                <a:extLst>
                  <a:ext uri="{FF2B5EF4-FFF2-40B4-BE49-F238E27FC236}">
                    <a16:creationId xmlns:a16="http://schemas.microsoft.com/office/drawing/2014/main" id="{3ADC25D5-892F-35EA-3CF9-6C5036922EA5}"/>
                  </a:ext>
                </a:extLst>
              </p:cNvPr>
              <p:cNvPicPr/>
              <p:nvPr/>
            </p:nvPicPr>
            <p:blipFill>
              <a:blip r:embed="rId10"/>
              <a:stretch>
                <a:fillRect/>
              </a:stretch>
            </p:blipFill>
            <p:spPr>
              <a:xfrm>
                <a:off x="9305886" y="2582332"/>
                <a:ext cx="103346" cy="236412"/>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9" name="Ink 8">
                <a:extLst>
                  <a:ext uri="{FF2B5EF4-FFF2-40B4-BE49-F238E27FC236}">
                    <a16:creationId xmlns:a16="http://schemas.microsoft.com/office/drawing/2014/main" id="{F82A0B1B-A76E-DA6C-895D-666EA80EE65F}"/>
                  </a:ext>
                </a:extLst>
              </p14:cNvPr>
              <p14:cNvContentPartPr/>
              <p14:nvPr/>
            </p14:nvContentPartPr>
            <p14:xfrm>
              <a:off x="9391650" y="2544048"/>
              <a:ext cx="151488" cy="52924"/>
            </p14:xfrm>
          </p:contentPart>
        </mc:Choice>
        <mc:Fallback xmlns="">
          <p:pic>
            <p:nvPicPr>
              <p:cNvPr id="9" name="Ink 8">
                <a:extLst>
                  <a:ext uri="{FF2B5EF4-FFF2-40B4-BE49-F238E27FC236}">
                    <a16:creationId xmlns:a16="http://schemas.microsoft.com/office/drawing/2014/main" id="{F82A0B1B-A76E-DA6C-895D-666EA80EE65F}"/>
                  </a:ext>
                </a:extLst>
              </p:cNvPr>
              <p:cNvPicPr/>
              <p:nvPr/>
            </p:nvPicPr>
            <p:blipFill>
              <a:blip r:embed="rId12"/>
              <a:stretch>
                <a:fillRect/>
              </a:stretch>
            </p:blipFill>
            <p:spPr>
              <a:xfrm>
                <a:off x="9373701" y="2526168"/>
                <a:ext cx="187027" cy="88326"/>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0" name="Ink 9">
                <a:extLst>
                  <a:ext uri="{FF2B5EF4-FFF2-40B4-BE49-F238E27FC236}">
                    <a16:creationId xmlns:a16="http://schemas.microsoft.com/office/drawing/2014/main" id="{6E2D3BBA-7EBF-744E-ADB7-792EAEB4AF25}"/>
                  </a:ext>
                </a:extLst>
              </p14:cNvPr>
              <p14:cNvContentPartPr/>
              <p14:nvPr/>
            </p14:nvContentPartPr>
            <p14:xfrm>
              <a:off x="9382124" y="2671051"/>
              <a:ext cx="112483" cy="34048"/>
            </p14:xfrm>
          </p:contentPart>
        </mc:Choice>
        <mc:Fallback xmlns="">
          <p:pic>
            <p:nvPicPr>
              <p:cNvPr id="10" name="Ink 9">
                <a:extLst>
                  <a:ext uri="{FF2B5EF4-FFF2-40B4-BE49-F238E27FC236}">
                    <a16:creationId xmlns:a16="http://schemas.microsoft.com/office/drawing/2014/main" id="{6E2D3BBA-7EBF-744E-ADB7-792EAEB4AF25}"/>
                  </a:ext>
                </a:extLst>
              </p:cNvPr>
              <p:cNvPicPr/>
              <p:nvPr/>
            </p:nvPicPr>
            <p:blipFill>
              <a:blip r:embed="rId14"/>
              <a:stretch>
                <a:fillRect/>
              </a:stretch>
            </p:blipFill>
            <p:spPr>
              <a:xfrm>
                <a:off x="9364213" y="2653131"/>
                <a:ext cx="147947" cy="6953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1" name="Ink 10">
                <a:extLst>
                  <a:ext uri="{FF2B5EF4-FFF2-40B4-BE49-F238E27FC236}">
                    <a16:creationId xmlns:a16="http://schemas.microsoft.com/office/drawing/2014/main" id="{7A8DEFE5-1C25-1B54-36B3-F083C87F6828}"/>
                  </a:ext>
                </a:extLst>
              </p14:cNvPr>
              <p14:cNvContentPartPr/>
              <p14:nvPr/>
            </p14:nvContentPartPr>
            <p14:xfrm>
              <a:off x="9363075" y="2763750"/>
              <a:ext cx="122445" cy="36599"/>
            </p14:xfrm>
          </p:contentPart>
        </mc:Choice>
        <mc:Fallback xmlns="">
          <p:pic>
            <p:nvPicPr>
              <p:cNvPr id="11" name="Ink 10">
                <a:extLst>
                  <a:ext uri="{FF2B5EF4-FFF2-40B4-BE49-F238E27FC236}">
                    <a16:creationId xmlns:a16="http://schemas.microsoft.com/office/drawing/2014/main" id="{7A8DEFE5-1C25-1B54-36B3-F083C87F6828}"/>
                  </a:ext>
                </a:extLst>
              </p:cNvPr>
              <p:cNvPicPr/>
              <p:nvPr/>
            </p:nvPicPr>
            <p:blipFill>
              <a:blip r:embed="rId16"/>
              <a:stretch>
                <a:fillRect/>
              </a:stretch>
            </p:blipFill>
            <p:spPr>
              <a:xfrm>
                <a:off x="9345121" y="2745809"/>
                <a:ext cx="157994" cy="72122"/>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2" name="Ink 11">
                <a:extLst>
                  <a:ext uri="{FF2B5EF4-FFF2-40B4-BE49-F238E27FC236}">
                    <a16:creationId xmlns:a16="http://schemas.microsoft.com/office/drawing/2014/main" id="{E619E572-F0D1-84EF-FCAD-93F3A4836DDE}"/>
                  </a:ext>
                </a:extLst>
              </p14:cNvPr>
              <p14:cNvContentPartPr/>
              <p14:nvPr/>
            </p14:nvContentPartPr>
            <p14:xfrm>
              <a:off x="8792528" y="2500553"/>
              <a:ext cx="164797" cy="319218"/>
            </p14:xfrm>
          </p:contentPart>
        </mc:Choice>
        <mc:Fallback xmlns="">
          <p:pic>
            <p:nvPicPr>
              <p:cNvPr id="12" name="Ink 11">
                <a:extLst>
                  <a:ext uri="{FF2B5EF4-FFF2-40B4-BE49-F238E27FC236}">
                    <a16:creationId xmlns:a16="http://schemas.microsoft.com/office/drawing/2014/main" id="{E619E572-F0D1-84EF-FCAD-93F3A4836DDE}"/>
                  </a:ext>
                </a:extLst>
              </p:cNvPr>
              <p:cNvPicPr/>
              <p:nvPr/>
            </p:nvPicPr>
            <p:blipFill>
              <a:blip r:embed="rId18"/>
              <a:stretch>
                <a:fillRect/>
              </a:stretch>
            </p:blipFill>
            <p:spPr>
              <a:xfrm>
                <a:off x="8774576" y="2482579"/>
                <a:ext cx="200341" cy="354806"/>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3" name="Ink 12">
                <a:extLst>
                  <a:ext uri="{FF2B5EF4-FFF2-40B4-BE49-F238E27FC236}">
                    <a16:creationId xmlns:a16="http://schemas.microsoft.com/office/drawing/2014/main" id="{C603EEB5-DFAD-7724-543E-5E2BB117799D}"/>
                  </a:ext>
                </a:extLst>
              </p14:cNvPr>
              <p14:cNvContentPartPr/>
              <p14:nvPr/>
            </p14:nvContentPartPr>
            <p14:xfrm>
              <a:off x="9641690" y="2575011"/>
              <a:ext cx="203897" cy="189801"/>
            </p14:xfrm>
          </p:contentPart>
        </mc:Choice>
        <mc:Fallback xmlns="">
          <p:pic>
            <p:nvPicPr>
              <p:cNvPr id="13" name="Ink 12">
                <a:extLst>
                  <a:ext uri="{FF2B5EF4-FFF2-40B4-BE49-F238E27FC236}">
                    <a16:creationId xmlns:a16="http://schemas.microsoft.com/office/drawing/2014/main" id="{C603EEB5-DFAD-7724-543E-5E2BB117799D}"/>
                  </a:ext>
                </a:extLst>
              </p:cNvPr>
              <p:cNvPicPr/>
              <p:nvPr/>
            </p:nvPicPr>
            <p:blipFill>
              <a:blip r:embed="rId20"/>
              <a:stretch>
                <a:fillRect/>
              </a:stretch>
            </p:blipFill>
            <p:spPr>
              <a:xfrm>
                <a:off x="9623710" y="2557037"/>
                <a:ext cx="239498" cy="225389"/>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4" name="Ink 13">
                <a:extLst>
                  <a:ext uri="{FF2B5EF4-FFF2-40B4-BE49-F238E27FC236}">
                    <a16:creationId xmlns:a16="http://schemas.microsoft.com/office/drawing/2014/main" id="{3E0DE556-139C-9A55-B280-627DF9621762}"/>
                  </a:ext>
                </a:extLst>
              </p14:cNvPr>
              <p14:cNvContentPartPr/>
              <p14:nvPr/>
            </p14:nvContentPartPr>
            <p14:xfrm>
              <a:off x="9678095" y="2571750"/>
              <a:ext cx="132646" cy="50764"/>
            </p14:xfrm>
          </p:contentPart>
        </mc:Choice>
        <mc:Fallback xmlns="">
          <p:pic>
            <p:nvPicPr>
              <p:cNvPr id="14" name="Ink 13">
                <a:extLst>
                  <a:ext uri="{FF2B5EF4-FFF2-40B4-BE49-F238E27FC236}">
                    <a16:creationId xmlns:a16="http://schemas.microsoft.com/office/drawing/2014/main" id="{3E0DE556-139C-9A55-B280-627DF9621762}"/>
                  </a:ext>
                </a:extLst>
              </p:cNvPr>
              <p:cNvPicPr/>
              <p:nvPr/>
            </p:nvPicPr>
            <p:blipFill>
              <a:blip r:embed="rId22"/>
              <a:stretch>
                <a:fillRect/>
              </a:stretch>
            </p:blipFill>
            <p:spPr>
              <a:xfrm>
                <a:off x="9660121" y="2553875"/>
                <a:ext cx="168234" cy="86156"/>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5" name="Ink 14">
                <a:extLst>
                  <a:ext uri="{FF2B5EF4-FFF2-40B4-BE49-F238E27FC236}">
                    <a16:creationId xmlns:a16="http://schemas.microsoft.com/office/drawing/2014/main" id="{16303A8E-AE43-EC9E-66CB-D638A63BB5AB}"/>
                  </a:ext>
                </a:extLst>
              </p14:cNvPr>
              <p14:cNvContentPartPr/>
              <p14:nvPr/>
            </p14:nvContentPartPr>
            <p14:xfrm>
              <a:off x="9868858" y="2599092"/>
              <a:ext cx="131826" cy="174596"/>
            </p14:xfrm>
          </p:contentPart>
        </mc:Choice>
        <mc:Fallback xmlns="">
          <p:pic>
            <p:nvPicPr>
              <p:cNvPr id="15" name="Ink 14">
                <a:extLst>
                  <a:ext uri="{FF2B5EF4-FFF2-40B4-BE49-F238E27FC236}">
                    <a16:creationId xmlns:a16="http://schemas.microsoft.com/office/drawing/2014/main" id="{16303A8E-AE43-EC9E-66CB-D638A63BB5AB}"/>
                  </a:ext>
                </a:extLst>
              </p:cNvPr>
              <p:cNvPicPr/>
              <p:nvPr/>
            </p:nvPicPr>
            <p:blipFill>
              <a:blip r:embed="rId24"/>
              <a:stretch>
                <a:fillRect/>
              </a:stretch>
            </p:blipFill>
            <p:spPr>
              <a:xfrm>
                <a:off x="9850898" y="2581129"/>
                <a:ext cx="167387" cy="210162"/>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6" name="Ink 15">
                <a:extLst>
                  <a:ext uri="{FF2B5EF4-FFF2-40B4-BE49-F238E27FC236}">
                    <a16:creationId xmlns:a16="http://schemas.microsoft.com/office/drawing/2014/main" id="{0C8A04B1-571F-98D7-AC25-F9B51D2ABE73}"/>
                  </a:ext>
                </a:extLst>
              </p14:cNvPr>
              <p14:cNvContentPartPr/>
              <p14:nvPr/>
            </p14:nvContentPartPr>
            <p14:xfrm>
              <a:off x="10286708" y="2605641"/>
              <a:ext cx="65324" cy="213481"/>
            </p14:xfrm>
          </p:contentPart>
        </mc:Choice>
        <mc:Fallback xmlns="">
          <p:pic>
            <p:nvPicPr>
              <p:cNvPr id="16" name="Ink 15">
                <a:extLst>
                  <a:ext uri="{FF2B5EF4-FFF2-40B4-BE49-F238E27FC236}">
                    <a16:creationId xmlns:a16="http://schemas.microsoft.com/office/drawing/2014/main" id="{0C8A04B1-571F-98D7-AC25-F9B51D2ABE73}"/>
                  </a:ext>
                </a:extLst>
              </p:cNvPr>
              <p:cNvPicPr/>
              <p:nvPr/>
            </p:nvPicPr>
            <p:blipFill>
              <a:blip r:embed="rId26"/>
              <a:stretch>
                <a:fillRect/>
              </a:stretch>
            </p:blipFill>
            <p:spPr>
              <a:xfrm>
                <a:off x="10268860" y="2587671"/>
                <a:ext cx="100663" cy="249061"/>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7" name="Ink 16">
                <a:extLst>
                  <a:ext uri="{FF2B5EF4-FFF2-40B4-BE49-F238E27FC236}">
                    <a16:creationId xmlns:a16="http://schemas.microsoft.com/office/drawing/2014/main" id="{91A0ADAF-8A22-161A-D25E-9A779F7DD008}"/>
                  </a:ext>
                </a:extLst>
              </p14:cNvPr>
              <p14:cNvContentPartPr/>
              <p14:nvPr/>
            </p14:nvContentPartPr>
            <p14:xfrm>
              <a:off x="10325099" y="2503902"/>
              <a:ext cx="191561" cy="311981"/>
            </p14:xfrm>
          </p:contentPart>
        </mc:Choice>
        <mc:Fallback xmlns="">
          <p:pic>
            <p:nvPicPr>
              <p:cNvPr id="17" name="Ink 16">
                <a:extLst>
                  <a:ext uri="{FF2B5EF4-FFF2-40B4-BE49-F238E27FC236}">
                    <a16:creationId xmlns:a16="http://schemas.microsoft.com/office/drawing/2014/main" id="{91A0ADAF-8A22-161A-D25E-9A779F7DD008}"/>
                  </a:ext>
                </a:extLst>
              </p:cNvPr>
              <p:cNvPicPr/>
              <p:nvPr/>
            </p:nvPicPr>
            <p:blipFill>
              <a:blip r:embed="rId28"/>
              <a:stretch>
                <a:fillRect/>
              </a:stretch>
            </p:blipFill>
            <p:spPr>
              <a:xfrm>
                <a:off x="10307129" y="2485931"/>
                <a:ext cx="227142" cy="347564"/>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8" name="Ink 17">
                <a:extLst>
                  <a:ext uri="{FF2B5EF4-FFF2-40B4-BE49-F238E27FC236}">
                    <a16:creationId xmlns:a16="http://schemas.microsoft.com/office/drawing/2014/main" id="{048ABBEC-0E8E-0C8C-45C9-7D2488A7030C}"/>
                  </a:ext>
                </a:extLst>
              </p14:cNvPr>
              <p14:cNvContentPartPr/>
              <p14:nvPr/>
            </p14:nvContentPartPr>
            <p14:xfrm>
              <a:off x="10533723" y="2701081"/>
              <a:ext cx="182900" cy="136514"/>
            </p14:xfrm>
          </p:contentPart>
        </mc:Choice>
        <mc:Fallback xmlns="">
          <p:pic>
            <p:nvPicPr>
              <p:cNvPr id="18" name="Ink 17">
                <a:extLst>
                  <a:ext uri="{FF2B5EF4-FFF2-40B4-BE49-F238E27FC236}">
                    <a16:creationId xmlns:a16="http://schemas.microsoft.com/office/drawing/2014/main" id="{048ABBEC-0E8E-0C8C-45C9-7D2488A7030C}"/>
                  </a:ext>
                </a:extLst>
              </p:cNvPr>
              <p:cNvPicPr/>
              <p:nvPr/>
            </p:nvPicPr>
            <p:blipFill>
              <a:blip r:embed="rId30"/>
              <a:stretch>
                <a:fillRect/>
              </a:stretch>
            </p:blipFill>
            <p:spPr>
              <a:xfrm>
                <a:off x="10515756" y="2683166"/>
                <a:ext cx="218474" cy="171986"/>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19" name="Ink 18">
                <a:extLst>
                  <a:ext uri="{FF2B5EF4-FFF2-40B4-BE49-F238E27FC236}">
                    <a16:creationId xmlns:a16="http://schemas.microsoft.com/office/drawing/2014/main" id="{8CF08DF3-7874-6CE6-4203-627905AD1836}"/>
                  </a:ext>
                </a:extLst>
              </p14:cNvPr>
              <p14:cNvContentPartPr/>
              <p14:nvPr/>
            </p14:nvContentPartPr>
            <p14:xfrm>
              <a:off x="10800174" y="2540609"/>
              <a:ext cx="64190" cy="266153"/>
            </p14:xfrm>
          </p:contentPart>
        </mc:Choice>
        <mc:Fallback xmlns="">
          <p:pic>
            <p:nvPicPr>
              <p:cNvPr id="19" name="Ink 18">
                <a:extLst>
                  <a:ext uri="{FF2B5EF4-FFF2-40B4-BE49-F238E27FC236}">
                    <a16:creationId xmlns:a16="http://schemas.microsoft.com/office/drawing/2014/main" id="{8CF08DF3-7874-6CE6-4203-627905AD1836}"/>
                  </a:ext>
                </a:extLst>
              </p:cNvPr>
              <p:cNvPicPr/>
              <p:nvPr/>
            </p:nvPicPr>
            <p:blipFill>
              <a:blip r:embed="rId32"/>
              <a:stretch>
                <a:fillRect/>
              </a:stretch>
            </p:blipFill>
            <p:spPr>
              <a:xfrm>
                <a:off x="10782343" y="2522626"/>
                <a:ext cx="99495" cy="3017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0" name="Ink 19">
                <a:extLst>
                  <a:ext uri="{FF2B5EF4-FFF2-40B4-BE49-F238E27FC236}">
                    <a16:creationId xmlns:a16="http://schemas.microsoft.com/office/drawing/2014/main" id="{60B4F100-E91B-7239-ED32-CC429DA6DA7E}"/>
                  </a:ext>
                </a:extLst>
              </p14:cNvPr>
              <p14:cNvContentPartPr/>
              <p14:nvPr/>
            </p14:nvContentPartPr>
            <p14:xfrm>
              <a:off x="10934484" y="2562225"/>
              <a:ext cx="66890" cy="229060"/>
            </p14:xfrm>
          </p:contentPart>
        </mc:Choice>
        <mc:Fallback xmlns="">
          <p:pic>
            <p:nvPicPr>
              <p:cNvPr id="20" name="Ink 19">
                <a:extLst>
                  <a:ext uri="{FF2B5EF4-FFF2-40B4-BE49-F238E27FC236}">
                    <a16:creationId xmlns:a16="http://schemas.microsoft.com/office/drawing/2014/main" id="{60B4F100-E91B-7239-ED32-CC429DA6DA7E}"/>
                  </a:ext>
                </a:extLst>
              </p:cNvPr>
              <p:cNvPicPr/>
              <p:nvPr/>
            </p:nvPicPr>
            <p:blipFill>
              <a:blip r:embed="rId34"/>
              <a:stretch>
                <a:fillRect/>
              </a:stretch>
            </p:blipFill>
            <p:spPr>
              <a:xfrm>
                <a:off x="10916599" y="2544245"/>
                <a:ext cx="102302" cy="2646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1" name="Ink 20">
                <a:extLst>
                  <a:ext uri="{FF2B5EF4-FFF2-40B4-BE49-F238E27FC236}">
                    <a16:creationId xmlns:a16="http://schemas.microsoft.com/office/drawing/2014/main" id="{38E71F16-C265-58AC-AA58-EE95D6D4BB38}"/>
                  </a:ext>
                </a:extLst>
              </p14:cNvPr>
              <p14:cNvContentPartPr/>
              <p14:nvPr/>
            </p14:nvContentPartPr>
            <p14:xfrm>
              <a:off x="10915650" y="2704270"/>
              <a:ext cx="142147" cy="19880"/>
            </p14:xfrm>
          </p:contentPart>
        </mc:Choice>
        <mc:Fallback xmlns="">
          <p:pic>
            <p:nvPicPr>
              <p:cNvPr id="21" name="Ink 20">
                <a:extLst>
                  <a:ext uri="{FF2B5EF4-FFF2-40B4-BE49-F238E27FC236}">
                    <a16:creationId xmlns:a16="http://schemas.microsoft.com/office/drawing/2014/main" id="{38E71F16-C265-58AC-AA58-EE95D6D4BB38}"/>
                  </a:ext>
                </a:extLst>
              </p:cNvPr>
              <p:cNvPicPr/>
              <p:nvPr/>
            </p:nvPicPr>
            <p:blipFill>
              <a:blip r:embed="rId36"/>
              <a:stretch>
                <a:fillRect/>
              </a:stretch>
            </p:blipFill>
            <p:spPr>
              <a:xfrm>
                <a:off x="10897702" y="2686831"/>
                <a:ext cx="177684" cy="54408"/>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2" name="Ink 21">
                <a:extLst>
                  <a:ext uri="{FF2B5EF4-FFF2-40B4-BE49-F238E27FC236}">
                    <a16:creationId xmlns:a16="http://schemas.microsoft.com/office/drawing/2014/main" id="{6D2CFF7A-3F6D-476E-BA67-C0C259B43A19}"/>
                  </a:ext>
                </a:extLst>
              </p14:cNvPr>
              <p14:cNvContentPartPr/>
              <p14:nvPr/>
            </p14:nvContentPartPr>
            <p14:xfrm>
              <a:off x="4885966" y="3190616"/>
              <a:ext cx="399235" cy="528745"/>
            </p14:xfrm>
          </p:contentPart>
        </mc:Choice>
        <mc:Fallback xmlns="">
          <p:pic>
            <p:nvPicPr>
              <p:cNvPr id="22" name="Ink 21">
                <a:extLst>
                  <a:ext uri="{FF2B5EF4-FFF2-40B4-BE49-F238E27FC236}">
                    <a16:creationId xmlns:a16="http://schemas.microsoft.com/office/drawing/2014/main" id="{6D2CFF7A-3F6D-476E-BA67-C0C259B43A19}"/>
                  </a:ext>
                </a:extLst>
              </p:cNvPr>
              <p:cNvPicPr/>
              <p:nvPr/>
            </p:nvPicPr>
            <p:blipFill>
              <a:blip r:embed="rId38"/>
              <a:stretch>
                <a:fillRect/>
              </a:stretch>
            </p:blipFill>
            <p:spPr>
              <a:xfrm>
                <a:off x="4867982" y="3172631"/>
                <a:ext cx="434842" cy="564354"/>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3" name="Ink 22">
                <a:extLst>
                  <a:ext uri="{FF2B5EF4-FFF2-40B4-BE49-F238E27FC236}">
                    <a16:creationId xmlns:a16="http://schemas.microsoft.com/office/drawing/2014/main" id="{42CD2085-11D4-4E3F-A5D9-E3EE53DD4DA8}"/>
                  </a:ext>
                </a:extLst>
              </p14:cNvPr>
              <p14:cNvContentPartPr/>
              <p14:nvPr/>
            </p14:nvContentPartPr>
            <p14:xfrm>
              <a:off x="5210175" y="3714750"/>
              <a:ext cx="167522" cy="134842"/>
            </p14:xfrm>
          </p:contentPart>
        </mc:Choice>
        <mc:Fallback xmlns="">
          <p:pic>
            <p:nvPicPr>
              <p:cNvPr id="23" name="Ink 22">
                <a:extLst>
                  <a:ext uri="{FF2B5EF4-FFF2-40B4-BE49-F238E27FC236}">
                    <a16:creationId xmlns:a16="http://schemas.microsoft.com/office/drawing/2014/main" id="{42CD2085-11D4-4E3F-A5D9-E3EE53DD4DA8}"/>
                  </a:ext>
                </a:extLst>
              </p:cNvPr>
              <p:cNvPicPr/>
              <p:nvPr/>
            </p:nvPicPr>
            <p:blipFill>
              <a:blip r:embed="rId40"/>
              <a:stretch>
                <a:fillRect/>
              </a:stretch>
            </p:blipFill>
            <p:spPr>
              <a:xfrm>
                <a:off x="5192201" y="3696819"/>
                <a:ext cx="203111" cy="170346"/>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4" name="Ink 23">
                <a:extLst>
                  <a:ext uri="{FF2B5EF4-FFF2-40B4-BE49-F238E27FC236}">
                    <a16:creationId xmlns:a16="http://schemas.microsoft.com/office/drawing/2014/main" id="{76D94FC2-20F1-E756-36B5-74395EFAF599}"/>
                  </a:ext>
                </a:extLst>
              </p14:cNvPr>
              <p14:cNvContentPartPr/>
              <p14:nvPr/>
            </p14:nvContentPartPr>
            <p14:xfrm>
              <a:off x="3875992" y="2647950"/>
              <a:ext cx="225246" cy="314274"/>
            </p14:xfrm>
          </p:contentPart>
        </mc:Choice>
        <mc:Fallback xmlns="">
          <p:pic>
            <p:nvPicPr>
              <p:cNvPr id="24" name="Ink 23">
                <a:extLst>
                  <a:ext uri="{FF2B5EF4-FFF2-40B4-BE49-F238E27FC236}">
                    <a16:creationId xmlns:a16="http://schemas.microsoft.com/office/drawing/2014/main" id="{76D94FC2-20F1-E756-36B5-74395EFAF599}"/>
                  </a:ext>
                </a:extLst>
              </p:cNvPr>
              <p:cNvPicPr/>
              <p:nvPr/>
            </p:nvPicPr>
            <p:blipFill>
              <a:blip r:embed="rId42"/>
              <a:stretch>
                <a:fillRect/>
              </a:stretch>
            </p:blipFill>
            <p:spPr>
              <a:xfrm>
                <a:off x="3858030" y="2629971"/>
                <a:ext cx="260811" cy="349873"/>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5" name="Ink 24">
                <a:extLst>
                  <a:ext uri="{FF2B5EF4-FFF2-40B4-BE49-F238E27FC236}">
                    <a16:creationId xmlns:a16="http://schemas.microsoft.com/office/drawing/2014/main" id="{BD654805-7BD3-6FAF-1331-84D160C938C7}"/>
                  </a:ext>
                </a:extLst>
              </p14:cNvPr>
              <p14:cNvContentPartPr/>
              <p14:nvPr/>
            </p14:nvContentPartPr>
            <p14:xfrm>
              <a:off x="4173069" y="2686050"/>
              <a:ext cx="94130" cy="271840"/>
            </p14:xfrm>
          </p:contentPart>
        </mc:Choice>
        <mc:Fallback xmlns="">
          <p:pic>
            <p:nvPicPr>
              <p:cNvPr id="25" name="Ink 24">
                <a:extLst>
                  <a:ext uri="{FF2B5EF4-FFF2-40B4-BE49-F238E27FC236}">
                    <a16:creationId xmlns:a16="http://schemas.microsoft.com/office/drawing/2014/main" id="{BD654805-7BD3-6FAF-1331-84D160C938C7}"/>
                  </a:ext>
                </a:extLst>
              </p:cNvPr>
              <p:cNvPicPr/>
              <p:nvPr/>
            </p:nvPicPr>
            <p:blipFill>
              <a:blip r:embed="rId44"/>
              <a:stretch>
                <a:fillRect/>
              </a:stretch>
            </p:blipFill>
            <p:spPr>
              <a:xfrm>
                <a:off x="4155174" y="2668071"/>
                <a:ext cx="129563" cy="307438"/>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6" name="Ink 25">
                <a:extLst>
                  <a:ext uri="{FF2B5EF4-FFF2-40B4-BE49-F238E27FC236}">
                    <a16:creationId xmlns:a16="http://schemas.microsoft.com/office/drawing/2014/main" id="{7809C925-323C-4164-0081-06EA724A804B}"/>
                  </a:ext>
                </a:extLst>
              </p14:cNvPr>
              <p14:cNvContentPartPr/>
              <p14:nvPr/>
            </p14:nvContentPartPr>
            <p14:xfrm>
              <a:off x="4236663" y="2676524"/>
              <a:ext cx="193488" cy="290893"/>
            </p14:xfrm>
          </p:contentPart>
        </mc:Choice>
        <mc:Fallback xmlns="">
          <p:pic>
            <p:nvPicPr>
              <p:cNvPr id="26" name="Ink 25">
                <a:extLst>
                  <a:ext uri="{FF2B5EF4-FFF2-40B4-BE49-F238E27FC236}">
                    <a16:creationId xmlns:a16="http://schemas.microsoft.com/office/drawing/2014/main" id="{7809C925-323C-4164-0081-06EA724A804B}"/>
                  </a:ext>
                </a:extLst>
              </p:cNvPr>
              <p:cNvPicPr/>
              <p:nvPr/>
            </p:nvPicPr>
            <p:blipFill>
              <a:blip r:embed="rId46"/>
              <a:stretch>
                <a:fillRect/>
              </a:stretch>
            </p:blipFill>
            <p:spPr>
              <a:xfrm>
                <a:off x="4218681" y="2658545"/>
                <a:ext cx="229093" cy="326491"/>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7" name="Ink 26">
                <a:extLst>
                  <a:ext uri="{FF2B5EF4-FFF2-40B4-BE49-F238E27FC236}">
                    <a16:creationId xmlns:a16="http://schemas.microsoft.com/office/drawing/2014/main" id="{B890D7DB-8AA7-83B8-CB10-C4027AAD3182}"/>
                  </a:ext>
                </a:extLst>
              </p14:cNvPr>
              <p14:cNvContentPartPr/>
              <p14:nvPr/>
            </p14:nvContentPartPr>
            <p14:xfrm>
              <a:off x="3980168" y="3028950"/>
              <a:ext cx="172731" cy="220972"/>
            </p14:xfrm>
          </p:contentPart>
        </mc:Choice>
        <mc:Fallback xmlns="">
          <p:pic>
            <p:nvPicPr>
              <p:cNvPr id="27" name="Ink 26">
                <a:extLst>
                  <a:ext uri="{FF2B5EF4-FFF2-40B4-BE49-F238E27FC236}">
                    <a16:creationId xmlns:a16="http://schemas.microsoft.com/office/drawing/2014/main" id="{B890D7DB-8AA7-83B8-CB10-C4027AAD3182}"/>
                  </a:ext>
                </a:extLst>
              </p:cNvPr>
              <p:cNvPicPr/>
              <p:nvPr/>
            </p:nvPicPr>
            <p:blipFill>
              <a:blip r:embed="rId48"/>
              <a:stretch>
                <a:fillRect/>
              </a:stretch>
            </p:blipFill>
            <p:spPr>
              <a:xfrm>
                <a:off x="3962213" y="3010985"/>
                <a:ext cx="208283" cy="256543"/>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28" name="Ink 27">
                <a:extLst>
                  <a:ext uri="{FF2B5EF4-FFF2-40B4-BE49-F238E27FC236}">
                    <a16:creationId xmlns:a16="http://schemas.microsoft.com/office/drawing/2014/main" id="{38AFF882-0BCC-0BA6-81C9-1B46E7DEFD22}"/>
                  </a:ext>
                </a:extLst>
              </p14:cNvPr>
              <p14:cNvContentPartPr/>
              <p14:nvPr/>
            </p14:nvContentPartPr>
            <p14:xfrm>
              <a:off x="4144269" y="3152360"/>
              <a:ext cx="141346" cy="99153"/>
            </p14:xfrm>
          </p:contentPart>
        </mc:Choice>
        <mc:Fallback xmlns="">
          <p:pic>
            <p:nvPicPr>
              <p:cNvPr id="28" name="Ink 27">
                <a:extLst>
                  <a:ext uri="{FF2B5EF4-FFF2-40B4-BE49-F238E27FC236}">
                    <a16:creationId xmlns:a16="http://schemas.microsoft.com/office/drawing/2014/main" id="{38AFF882-0BCC-0BA6-81C9-1B46E7DEFD22}"/>
                  </a:ext>
                </a:extLst>
              </p:cNvPr>
              <p:cNvPicPr/>
              <p:nvPr/>
            </p:nvPicPr>
            <p:blipFill>
              <a:blip r:embed="rId50"/>
              <a:stretch>
                <a:fillRect/>
              </a:stretch>
            </p:blipFill>
            <p:spPr>
              <a:xfrm>
                <a:off x="4126332" y="3134462"/>
                <a:ext cx="176862" cy="13459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29" name="Ink 28">
                <a:extLst>
                  <a:ext uri="{FF2B5EF4-FFF2-40B4-BE49-F238E27FC236}">
                    <a16:creationId xmlns:a16="http://schemas.microsoft.com/office/drawing/2014/main" id="{96069C11-8A80-AAAC-2663-8BDD262C68DE}"/>
                  </a:ext>
                </a:extLst>
              </p14:cNvPr>
              <p14:cNvContentPartPr/>
              <p14:nvPr/>
            </p14:nvContentPartPr>
            <p14:xfrm>
              <a:off x="4343400" y="3148629"/>
              <a:ext cx="46194" cy="42245"/>
            </p14:xfrm>
          </p:contentPart>
        </mc:Choice>
        <mc:Fallback xmlns="">
          <p:pic>
            <p:nvPicPr>
              <p:cNvPr id="29" name="Ink 28">
                <a:extLst>
                  <a:ext uri="{FF2B5EF4-FFF2-40B4-BE49-F238E27FC236}">
                    <a16:creationId xmlns:a16="http://schemas.microsoft.com/office/drawing/2014/main" id="{96069C11-8A80-AAAC-2663-8BDD262C68DE}"/>
                  </a:ext>
                </a:extLst>
              </p:cNvPr>
              <p:cNvPicPr/>
              <p:nvPr/>
            </p:nvPicPr>
            <p:blipFill>
              <a:blip r:embed="rId52"/>
              <a:stretch>
                <a:fillRect/>
              </a:stretch>
            </p:blipFill>
            <p:spPr>
              <a:xfrm>
                <a:off x="4325495" y="3130729"/>
                <a:ext cx="81645" cy="77688"/>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0" name="Ink 29">
                <a:extLst>
                  <a:ext uri="{FF2B5EF4-FFF2-40B4-BE49-F238E27FC236}">
                    <a16:creationId xmlns:a16="http://schemas.microsoft.com/office/drawing/2014/main" id="{CDC4BC18-B4A5-2F9F-CA7F-C12D544AB970}"/>
                  </a:ext>
                </a:extLst>
              </p14:cNvPr>
              <p14:cNvContentPartPr/>
              <p14:nvPr/>
            </p14:nvContentPartPr>
            <p14:xfrm>
              <a:off x="4392733" y="2956986"/>
              <a:ext cx="204122" cy="287979"/>
            </p14:xfrm>
          </p:contentPart>
        </mc:Choice>
        <mc:Fallback xmlns="">
          <p:pic>
            <p:nvPicPr>
              <p:cNvPr id="30" name="Ink 29">
                <a:extLst>
                  <a:ext uri="{FF2B5EF4-FFF2-40B4-BE49-F238E27FC236}">
                    <a16:creationId xmlns:a16="http://schemas.microsoft.com/office/drawing/2014/main" id="{CDC4BC18-B4A5-2F9F-CA7F-C12D544AB970}"/>
                  </a:ext>
                </a:extLst>
              </p:cNvPr>
              <p:cNvPicPr/>
              <p:nvPr/>
            </p:nvPicPr>
            <p:blipFill>
              <a:blip r:embed="rId54"/>
              <a:stretch>
                <a:fillRect/>
              </a:stretch>
            </p:blipFill>
            <p:spPr>
              <a:xfrm>
                <a:off x="4374765" y="2939010"/>
                <a:ext cx="239700" cy="323572"/>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1" name="Ink 30">
                <a:extLst>
                  <a:ext uri="{FF2B5EF4-FFF2-40B4-BE49-F238E27FC236}">
                    <a16:creationId xmlns:a16="http://schemas.microsoft.com/office/drawing/2014/main" id="{F733060C-4DAC-9A66-8678-5DCFEFE73E82}"/>
                  </a:ext>
                </a:extLst>
              </p14:cNvPr>
              <p14:cNvContentPartPr/>
              <p14:nvPr/>
            </p14:nvContentPartPr>
            <p14:xfrm>
              <a:off x="3800474" y="3914775"/>
              <a:ext cx="240755" cy="273209"/>
            </p14:xfrm>
          </p:contentPart>
        </mc:Choice>
        <mc:Fallback xmlns="">
          <p:pic>
            <p:nvPicPr>
              <p:cNvPr id="31" name="Ink 30">
                <a:extLst>
                  <a:ext uri="{FF2B5EF4-FFF2-40B4-BE49-F238E27FC236}">
                    <a16:creationId xmlns:a16="http://schemas.microsoft.com/office/drawing/2014/main" id="{F733060C-4DAC-9A66-8678-5DCFEFE73E82}"/>
                  </a:ext>
                </a:extLst>
              </p:cNvPr>
              <p:cNvPicPr/>
              <p:nvPr/>
            </p:nvPicPr>
            <p:blipFill>
              <a:blip r:embed="rId56"/>
              <a:stretch>
                <a:fillRect/>
              </a:stretch>
            </p:blipFill>
            <p:spPr>
              <a:xfrm>
                <a:off x="3782507" y="3896777"/>
                <a:ext cx="276329" cy="308845"/>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2" name="Ink 31">
                <a:extLst>
                  <a:ext uri="{FF2B5EF4-FFF2-40B4-BE49-F238E27FC236}">
                    <a16:creationId xmlns:a16="http://schemas.microsoft.com/office/drawing/2014/main" id="{714B6A9C-FFE3-A43F-1798-6E797109222B}"/>
                  </a:ext>
                </a:extLst>
              </p14:cNvPr>
              <p14:cNvContentPartPr/>
              <p14:nvPr/>
            </p14:nvContentPartPr>
            <p14:xfrm>
              <a:off x="3914774" y="4150971"/>
              <a:ext cx="288753" cy="145851"/>
            </p14:xfrm>
          </p:contentPart>
        </mc:Choice>
        <mc:Fallback xmlns="">
          <p:pic>
            <p:nvPicPr>
              <p:cNvPr id="32" name="Ink 31">
                <a:extLst>
                  <a:ext uri="{FF2B5EF4-FFF2-40B4-BE49-F238E27FC236}">
                    <a16:creationId xmlns:a16="http://schemas.microsoft.com/office/drawing/2014/main" id="{714B6A9C-FFE3-A43F-1798-6E797109222B}"/>
                  </a:ext>
                </a:extLst>
              </p:cNvPr>
              <p:cNvPicPr/>
              <p:nvPr/>
            </p:nvPicPr>
            <p:blipFill>
              <a:blip r:embed="rId58"/>
              <a:stretch>
                <a:fillRect/>
              </a:stretch>
            </p:blipFill>
            <p:spPr>
              <a:xfrm>
                <a:off x="3896817" y="4133053"/>
                <a:ext cx="324308" cy="181328"/>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3" name="Ink 32">
                <a:extLst>
                  <a:ext uri="{FF2B5EF4-FFF2-40B4-BE49-F238E27FC236}">
                    <a16:creationId xmlns:a16="http://schemas.microsoft.com/office/drawing/2014/main" id="{A8FF9A3B-FF12-5F9C-D75D-839B10E6F8D1}"/>
                  </a:ext>
                </a:extLst>
              </p14:cNvPr>
              <p14:cNvContentPartPr/>
              <p14:nvPr/>
            </p14:nvContentPartPr>
            <p14:xfrm>
              <a:off x="3047328" y="3419475"/>
              <a:ext cx="57821" cy="420558"/>
            </p14:xfrm>
          </p:contentPart>
        </mc:Choice>
        <mc:Fallback xmlns="">
          <p:pic>
            <p:nvPicPr>
              <p:cNvPr id="33" name="Ink 32">
                <a:extLst>
                  <a:ext uri="{FF2B5EF4-FFF2-40B4-BE49-F238E27FC236}">
                    <a16:creationId xmlns:a16="http://schemas.microsoft.com/office/drawing/2014/main" id="{A8FF9A3B-FF12-5F9C-D75D-839B10E6F8D1}"/>
                  </a:ext>
                </a:extLst>
              </p:cNvPr>
              <p:cNvPicPr/>
              <p:nvPr/>
            </p:nvPicPr>
            <p:blipFill>
              <a:blip r:embed="rId60"/>
              <a:stretch>
                <a:fillRect/>
              </a:stretch>
            </p:blipFill>
            <p:spPr>
              <a:xfrm>
                <a:off x="3029371" y="3401487"/>
                <a:ext cx="93376" cy="456174"/>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4" name="Ink 33">
                <a:extLst>
                  <a:ext uri="{FF2B5EF4-FFF2-40B4-BE49-F238E27FC236}">
                    <a16:creationId xmlns:a16="http://schemas.microsoft.com/office/drawing/2014/main" id="{088A995D-7496-5624-FB8C-925B96B9DF2E}"/>
                  </a:ext>
                </a:extLst>
              </p14:cNvPr>
              <p14:cNvContentPartPr/>
              <p14:nvPr/>
            </p14:nvContentPartPr>
            <p14:xfrm>
              <a:off x="2937039" y="3447738"/>
              <a:ext cx="280146" cy="11906"/>
            </p14:xfrm>
          </p:contentPart>
        </mc:Choice>
        <mc:Fallback xmlns="">
          <p:pic>
            <p:nvPicPr>
              <p:cNvPr id="34" name="Ink 33">
                <a:extLst>
                  <a:ext uri="{FF2B5EF4-FFF2-40B4-BE49-F238E27FC236}">
                    <a16:creationId xmlns:a16="http://schemas.microsoft.com/office/drawing/2014/main" id="{088A995D-7496-5624-FB8C-925B96B9DF2E}"/>
                  </a:ext>
                </a:extLst>
              </p:cNvPr>
              <p:cNvPicPr/>
              <p:nvPr/>
            </p:nvPicPr>
            <p:blipFill>
              <a:blip r:embed="rId62"/>
              <a:stretch>
                <a:fillRect/>
              </a:stretch>
            </p:blipFill>
            <p:spPr>
              <a:xfrm>
                <a:off x="2919058" y="3426477"/>
                <a:ext cx="315749" cy="54002"/>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5" name="Ink 34">
                <a:extLst>
                  <a:ext uri="{FF2B5EF4-FFF2-40B4-BE49-F238E27FC236}">
                    <a16:creationId xmlns:a16="http://schemas.microsoft.com/office/drawing/2014/main" id="{BC63AB0F-6DE6-43D6-B4B8-CFD7FB4BB506}"/>
                  </a:ext>
                </a:extLst>
              </p14:cNvPr>
              <p14:cNvContentPartPr/>
              <p14:nvPr/>
            </p14:nvContentPartPr>
            <p14:xfrm>
              <a:off x="3190875" y="3717448"/>
              <a:ext cx="116539" cy="148997"/>
            </p14:xfrm>
          </p:contentPart>
        </mc:Choice>
        <mc:Fallback xmlns="">
          <p:pic>
            <p:nvPicPr>
              <p:cNvPr id="35" name="Ink 34">
                <a:extLst>
                  <a:ext uri="{FF2B5EF4-FFF2-40B4-BE49-F238E27FC236}">
                    <a16:creationId xmlns:a16="http://schemas.microsoft.com/office/drawing/2014/main" id="{BC63AB0F-6DE6-43D6-B4B8-CFD7FB4BB506}"/>
                  </a:ext>
                </a:extLst>
              </p:cNvPr>
              <p:cNvPicPr/>
              <p:nvPr/>
            </p:nvPicPr>
            <p:blipFill>
              <a:blip r:embed="rId64"/>
              <a:stretch>
                <a:fillRect/>
              </a:stretch>
            </p:blipFill>
            <p:spPr>
              <a:xfrm>
                <a:off x="3172891" y="3699497"/>
                <a:ext cx="152148" cy="184541"/>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36" name="Ink 35">
                <a:extLst>
                  <a:ext uri="{FF2B5EF4-FFF2-40B4-BE49-F238E27FC236}">
                    <a16:creationId xmlns:a16="http://schemas.microsoft.com/office/drawing/2014/main" id="{7EC0A9C8-4EDE-55DA-BBF9-E2A61B5B34B9}"/>
                  </a:ext>
                </a:extLst>
              </p14:cNvPr>
              <p14:cNvContentPartPr/>
              <p14:nvPr/>
            </p14:nvContentPartPr>
            <p14:xfrm>
              <a:off x="3319272" y="3687638"/>
              <a:ext cx="200923" cy="197860"/>
            </p14:xfrm>
          </p:contentPart>
        </mc:Choice>
        <mc:Fallback xmlns="">
          <p:pic>
            <p:nvPicPr>
              <p:cNvPr id="36" name="Ink 35">
                <a:extLst>
                  <a:ext uri="{FF2B5EF4-FFF2-40B4-BE49-F238E27FC236}">
                    <a16:creationId xmlns:a16="http://schemas.microsoft.com/office/drawing/2014/main" id="{7EC0A9C8-4EDE-55DA-BBF9-E2A61B5B34B9}"/>
                  </a:ext>
                </a:extLst>
              </p:cNvPr>
              <p:cNvPicPr/>
              <p:nvPr/>
            </p:nvPicPr>
            <p:blipFill>
              <a:blip r:embed="rId66"/>
              <a:stretch>
                <a:fillRect/>
              </a:stretch>
            </p:blipFill>
            <p:spPr>
              <a:xfrm>
                <a:off x="3301300" y="3669651"/>
                <a:ext cx="236507" cy="233475"/>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37" name="Ink 36">
                <a:extLst>
                  <a:ext uri="{FF2B5EF4-FFF2-40B4-BE49-F238E27FC236}">
                    <a16:creationId xmlns:a16="http://schemas.microsoft.com/office/drawing/2014/main" id="{D7195787-CBD7-55D9-8D16-83F2734F96E2}"/>
                  </a:ext>
                </a:extLst>
              </p14:cNvPr>
              <p14:cNvContentPartPr/>
              <p14:nvPr/>
            </p14:nvContentPartPr>
            <p14:xfrm>
              <a:off x="3468313" y="3692124"/>
              <a:ext cx="260687" cy="279977"/>
            </p14:xfrm>
          </p:contentPart>
        </mc:Choice>
        <mc:Fallback xmlns="">
          <p:pic>
            <p:nvPicPr>
              <p:cNvPr id="37" name="Ink 36">
                <a:extLst>
                  <a:ext uri="{FF2B5EF4-FFF2-40B4-BE49-F238E27FC236}">
                    <a16:creationId xmlns:a16="http://schemas.microsoft.com/office/drawing/2014/main" id="{D7195787-CBD7-55D9-8D16-83F2734F96E2}"/>
                  </a:ext>
                </a:extLst>
              </p:cNvPr>
              <p:cNvPicPr/>
              <p:nvPr/>
            </p:nvPicPr>
            <p:blipFill>
              <a:blip r:embed="rId68"/>
              <a:stretch>
                <a:fillRect/>
              </a:stretch>
            </p:blipFill>
            <p:spPr>
              <a:xfrm>
                <a:off x="3450335" y="3674131"/>
                <a:ext cx="296284" cy="315604"/>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38" name="Ink 37">
                <a:extLst>
                  <a:ext uri="{FF2B5EF4-FFF2-40B4-BE49-F238E27FC236}">
                    <a16:creationId xmlns:a16="http://schemas.microsoft.com/office/drawing/2014/main" id="{F6BB4489-943D-653A-7E30-93978C37F1B0}"/>
                  </a:ext>
                </a:extLst>
              </p14:cNvPr>
              <p14:cNvContentPartPr/>
              <p14:nvPr/>
            </p14:nvContentPartPr>
            <p14:xfrm>
              <a:off x="2790739" y="4076699"/>
              <a:ext cx="57236" cy="275193"/>
            </p14:xfrm>
          </p:contentPart>
        </mc:Choice>
        <mc:Fallback xmlns="">
          <p:pic>
            <p:nvPicPr>
              <p:cNvPr id="38" name="Ink 37">
                <a:extLst>
                  <a:ext uri="{FF2B5EF4-FFF2-40B4-BE49-F238E27FC236}">
                    <a16:creationId xmlns:a16="http://schemas.microsoft.com/office/drawing/2014/main" id="{F6BB4489-943D-653A-7E30-93978C37F1B0}"/>
                  </a:ext>
                </a:extLst>
              </p:cNvPr>
              <p:cNvPicPr/>
              <p:nvPr/>
            </p:nvPicPr>
            <p:blipFill>
              <a:blip r:embed="rId70"/>
              <a:stretch>
                <a:fillRect/>
              </a:stretch>
            </p:blipFill>
            <p:spPr>
              <a:xfrm>
                <a:off x="2772853" y="4058736"/>
                <a:ext cx="92651" cy="310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39" name="Ink 38">
                <a:extLst>
                  <a:ext uri="{FF2B5EF4-FFF2-40B4-BE49-F238E27FC236}">
                    <a16:creationId xmlns:a16="http://schemas.microsoft.com/office/drawing/2014/main" id="{D7527035-50BF-E689-4D3F-423E1B3FA76D}"/>
                  </a:ext>
                </a:extLst>
              </p14:cNvPr>
              <p14:cNvContentPartPr/>
              <p14:nvPr/>
            </p14:nvContentPartPr>
            <p14:xfrm>
              <a:off x="2857500" y="4057650"/>
              <a:ext cx="162943" cy="133962"/>
            </p14:xfrm>
          </p:contentPart>
        </mc:Choice>
        <mc:Fallback xmlns="">
          <p:pic>
            <p:nvPicPr>
              <p:cNvPr id="39" name="Ink 38">
                <a:extLst>
                  <a:ext uri="{FF2B5EF4-FFF2-40B4-BE49-F238E27FC236}">
                    <a16:creationId xmlns:a16="http://schemas.microsoft.com/office/drawing/2014/main" id="{D7527035-50BF-E689-4D3F-423E1B3FA76D}"/>
                  </a:ext>
                </a:extLst>
              </p:cNvPr>
              <p:cNvPicPr/>
              <p:nvPr/>
            </p:nvPicPr>
            <p:blipFill>
              <a:blip r:embed="rId72"/>
              <a:stretch>
                <a:fillRect/>
              </a:stretch>
            </p:blipFill>
            <p:spPr>
              <a:xfrm>
                <a:off x="2839555" y="4039693"/>
                <a:ext cx="198475" cy="169518"/>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0" name="Ink 39">
                <a:extLst>
                  <a:ext uri="{FF2B5EF4-FFF2-40B4-BE49-F238E27FC236}">
                    <a16:creationId xmlns:a16="http://schemas.microsoft.com/office/drawing/2014/main" id="{3FF9AE64-8C70-4414-6E4C-D5E5CAB01043}"/>
                  </a:ext>
                </a:extLst>
              </p14:cNvPr>
              <p14:cNvContentPartPr/>
              <p14:nvPr/>
            </p14:nvContentPartPr>
            <p14:xfrm>
              <a:off x="2982255" y="4208947"/>
              <a:ext cx="140420" cy="144322"/>
            </p14:xfrm>
          </p:contentPart>
        </mc:Choice>
        <mc:Fallback xmlns="">
          <p:pic>
            <p:nvPicPr>
              <p:cNvPr id="40" name="Ink 39">
                <a:extLst>
                  <a:ext uri="{FF2B5EF4-FFF2-40B4-BE49-F238E27FC236}">
                    <a16:creationId xmlns:a16="http://schemas.microsoft.com/office/drawing/2014/main" id="{3FF9AE64-8C70-4414-6E4C-D5E5CAB01043}"/>
                  </a:ext>
                </a:extLst>
              </p:cNvPr>
              <p:cNvPicPr/>
              <p:nvPr/>
            </p:nvPicPr>
            <p:blipFill>
              <a:blip r:embed="rId74"/>
              <a:stretch>
                <a:fillRect/>
              </a:stretch>
            </p:blipFill>
            <p:spPr>
              <a:xfrm>
                <a:off x="2964298" y="4190997"/>
                <a:ext cx="175974" cy="179864"/>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1" name="Ink 40">
                <a:extLst>
                  <a:ext uri="{FF2B5EF4-FFF2-40B4-BE49-F238E27FC236}">
                    <a16:creationId xmlns:a16="http://schemas.microsoft.com/office/drawing/2014/main" id="{A1F57548-79FD-D40C-511E-B1E5405A03FD}"/>
                  </a:ext>
                </a:extLst>
              </p14:cNvPr>
              <p14:cNvContentPartPr/>
              <p14:nvPr/>
            </p14:nvContentPartPr>
            <p14:xfrm>
              <a:off x="3097396" y="4234754"/>
              <a:ext cx="147193" cy="149697"/>
            </p14:xfrm>
          </p:contentPart>
        </mc:Choice>
        <mc:Fallback xmlns="">
          <p:pic>
            <p:nvPicPr>
              <p:cNvPr id="41" name="Ink 40">
                <a:extLst>
                  <a:ext uri="{FF2B5EF4-FFF2-40B4-BE49-F238E27FC236}">
                    <a16:creationId xmlns:a16="http://schemas.microsoft.com/office/drawing/2014/main" id="{A1F57548-79FD-D40C-511E-B1E5405A03FD}"/>
                  </a:ext>
                </a:extLst>
              </p:cNvPr>
              <p:cNvPicPr/>
              <p:nvPr/>
            </p:nvPicPr>
            <p:blipFill>
              <a:blip r:embed="rId76"/>
              <a:stretch>
                <a:fillRect/>
              </a:stretch>
            </p:blipFill>
            <p:spPr>
              <a:xfrm>
                <a:off x="3079446" y="4216762"/>
                <a:ext cx="182735" cy="185322"/>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2" name="Ink 41">
                <a:extLst>
                  <a:ext uri="{FF2B5EF4-FFF2-40B4-BE49-F238E27FC236}">
                    <a16:creationId xmlns:a16="http://schemas.microsoft.com/office/drawing/2014/main" id="{49774879-5727-B648-7A6C-683EF9E719DC}"/>
                  </a:ext>
                </a:extLst>
              </p14:cNvPr>
              <p14:cNvContentPartPr/>
              <p14:nvPr/>
            </p14:nvContentPartPr>
            <p14:xfrm>
              <a:off x="3294609" y="4086225"/>
              <a:ext cx="115417" cy="277932"/>
            </p14:xfrm>
          </p:contentPart>
        </mc:Choice>
        <mc:Fallback xmlns="">
          <p:pic>
            <p:nvPicPr>
              <p:cNvPr id="42" name="Ink 41">
                <a:extLst>
                  <a:ext uri="{FF2B5EF4-FFF2-40B4-BE49-F238E27FC236}">
                    <a16:creationId xmlns:a16="http://schemas.microsoft.com/office/drawing/2014/main" id="{49774879-5727-B648-7A6C-683EF9E719DC}"/>
                  </a:ext>
                </a:extLst>
              </p:cNvPr>
              <p:cNvPicPr/>
              <p:nvPr/>
            </p:nvPicPr>
            <p:blipFill>
              <a:blip r:embed="rId78"/>
              <a:stretch>
                <a:fillRect/>
              </a:stretch>
            </p:blipFill>
            <p:spPr>
              <a:xfrm>
                <a:off x="3276687" y="4068248"/>
                <a:ext cx="150902" cy="313527"/>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3" name="Ink 42">
                <a:extLst>
                  <a:ext uri="{FF2B5EF4-FFF2-40B4-BE49-F238E27FC236}">
                    <a16:creationId xmlns:a16="http://schemas.microsoft.com/office/drawing/2014/main" id="{0A0A8F7B-B3AE-21A3-3981-E8FC69D8EC0C}"/>
                  </a:ext>
                </a:extLst>
              </p14:cNvPr>
              <p14:cNvContentPartPr/>
              <p14:nvPr/>
            </p14:nvContentPartPr>
            <p14:xfrm>
              <a:off x="3430156" y="4247186"/>
              <a:ext cx="77219" cy="147520"/>
            </p14:xfrm>
          </p:contentPart>
        </mc:Choice>
        <mc:Fallback xmlns="">
          <p:pic>
            <p:nvPicPr>
              <p:cNvPr id="43" name="Ink 42">
                <a:extLst>
                  <a:ext uri="{FF2B5EF4-FFF2-40B4-BE49-F238E27FC236}">
                    <a16:creationId xmlns:a16="http://schemas.microsoft.com/office/drawing/2014/main" id="{0A0A8F7B-B3AE-21A3-3981-E8FC69D8EC0C}"/>
                  </a:ext>
                </a:extLst>
              </p:cNvPr>
              <p:cNvPicPr/>
              <p:nvPr/>
            </p:nvPicPr>
            <p:blipFill>
              <a:blip r:embed="rId80"/>
              <a:stretch>
                <a:fillRect/>
              </a:stretch>
            </p:blipFill>
            <p:spPr>
              <a:xfrm>
                <a:off x="3412281" y="4229240"/>
                <a:ext cx="112611" cy="183054"/>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4" name="Ink 43">
                <a:extLst>
                  <a:ext uri="{FF2B5EF4-FFF2-40B4-BE49-F238E27FC236}">
                    <a16:creationId xmlns:a16="http://schemas.microsoft.com/office/drawing/2014/main" id="{07D3DEF3-0C80-877A-5848-95648B8295A9}"/>
                  </a:ext>
                </a:extLst>
              </p14:cNvPr>
              <p14:cNvContentPartPr/>
              <p14:nvPr/>
            </p14:nvContentPartPr>
            <p14:xfrm>
              <a:off x="4619625" y="5657850"/>
              <a:ext cx="11906" cy="15427"/>
            </p14:xfrm>
          </p:contentPart>
        </mc:Choice>
        <mc:Fallback xmlns="">
          <p:pic>
            <p:nvPicPr>
              <p:cNvPr id="44" name="Ink 43">
                <a:extLst>
                  <a:ext uri="{FF2B5EF4-FFF2-40B4-BE49-F238E27FC236}">
                    <a16:creationId xmlns:a16="http://schemas.microsoft.com/office/drawing/2014/main" id="{07D3DEF3-0C80-877A-5848-95648B8295A9}"/>
                  </a:ext>
                </a:extLst>
              </p:cNvPr>
              <p:cNvPicPr/>
              <p:nvPr/>
            </p:nvPicPr>
            <p:blipFill>
              <a:blip r:embed="rId82"/>
              <a:stretch>
                <a:fillRect/>
              </a:stretch>
            </p:blipFill>
            <p:spPr>
              <a:xfrm>
                <a:off x="4024325" y="5640319"/>
                <a:ext cx="1190600" cy="50138"/>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5" name="Ink 44">
                <a:extLst>
                  <a:ext uri="{FF2B5EF4-FFF2-40B4-BE49-F238E27FC236}">
                    <a16:creationId xmlns:a16="http://schemas.microsoft.com/office/drawing/2014/main" id="{E94F19B5-DEE5-F16C-D568-D5AAF07DFF95}"/>
                  </a:ext>
                </a:extLst>
              </p14:cNvPr>
              <p14:cNvContentPartPr/>
              <p14:nvPr/>
            </p14:nvContentPartPr>
            <p14:xfrm>
              <a:off x="4572001" y="5317893"/>
              <a:ext cx="183452" cy="473306"/>
            </p14:xfrm>
          </p:contentPart>
        </mc:Choice>
        <mc:Fallback xmlns="">
          <p:pic>
            <p:nvPicPr>
              <p:cNvPr id="45" name="Ink 44">
                <a:extLst>
                  <a:ext uri="{FF2B5EF4-FFF2-40B4-BE49-F238E27FC236}">
                    <a16:creationId xmlns:a16="http://schemas.microsoft.com/office/drawing/2014/main" id="{E94F19B5-DEE5-F16C-D568-D5AAF07DFF95}"/>
                  </a:ext>
                </a:extLst>
              </p:cNvPr>
              <p:cNvPicPr/>
              <p:nvPr/>
            </p:nvPicPr>
            <p:blipFill>
              <a:blip r:embed="rId84"/>
              <a:stretch>
                <a:fillRect/>
              </a:stretch>
            </p:blipFill>
            <p:spPr>
              <a:xfrm>
                <a:off x="4554051" y="5299897"/>
                <a:ext cx="218994" cy="508939"/>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46" name="Ink 45">
                <a:extLst>
                  <a:ext uri="{FF2B5EF4-FFF2-40B4-BE49-F238E27FC236}">
                    <a16:creationId xmlns:a16="http://schemas.microsoft.com/office/drawing/2014/main" id="{FA911B69-D3E8-AA63-14F8-C6B16175D287}"/>
                  </a:ext>
                </a:extLst>
              </p14:cNvPr>
              <p14:cNvContentPartPr/>
              <p14:nvPr/>
            </p14:nvContentPartPr>
            <p14:xfrm>
              <a:off x="4619625" y="5212136"/>
              <a:ext cx="238628" cy="178962"/>
            </p14:xfrm>
          </p:contentPart>
        </mc:Choice>
        <mc:Fallback xmlns="">
          <p:pic>
            <p:nvPicPr>
              <p:cNvPr id="46" name="Ink 45">
                <a:extLst>
                  <a:ext uri="{FF2B5EF4-FFF2-40B4-BE49-F238E27FC236}">
                    <a16:creationId xmlns:a16="http://schemas.microsoft.com/office/drawing/2014/main" id="{FA911B69-D3E8-AA63-14F8-C6B16175D287}"/>
                  </a:ext>
                </a:extLst>
              </p:cNvPr>
              <p:cNvPicPr/>
              <p:nvPr/>
            </p:nvPicPr>
            <p:blipFill>
              <a:blip r:embed="rId86"/>
              <a:stretch>
                <a:fillRect/>
              </a:stretch>
            </p:blipFill>
            <p:spPr>
              <a:xfrm>
                <a:off x="4601656" y="5194168"/>
                <a:ext cx="274207" cy="214539"/>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47" name="Ink 46">
                <a:extLst>
                  <a:ext uri="{FF2B5EF4-FFF2-40B4-BE49-F238E27FC236}">
                    <a16:creationId xmlns:a16="http://schemas.microsoft.com/office/drawing/2014/main" id="{DA1DECE4-302C-699A-475B-D2389A5A953A}"/>
                  </a:ext>
                </a:extLst>
              </p14:cNvPr>
              <p14:cNvContentPartPr/>
              <p14:nvPr/>
            </p14:nvContentPartPr>
            <p14:xfrm>
              <a:off x="3894903" y="5895975"/>
              <a:ext cx="69649" cy="383775"/>
            </p14:xfrm>
          </p:contentPart>
        </mc:Choice>
        <mc:Fallback xmlns="">
          <p:pic>
            <p:nvPicPr>
              <p:cNvPr id="47" name="Ink 46">
                <a:extLst>
                  <a:ext uri="{FF2B5EF4-FFF2-40B4-BE49-F238E27FC236}">
                    <a16:creationId xmlns:a16="http://schemas.microsoft.com/office/drawing/2014/main" id="{DA1DECE4-302C-699A-475B-D2389A5A953A}"/>
                  </a:ext>
                </a:extLst>
              </p:cNvPr>
              <p:cNvPicPr/>
              <p:nvPr/>
            </p:nvPicPr>
            <p:blipFill>
              <a:blip r:embed="rId88"/>
              <a:stretch>
                <a:fillRect/>
              </a:stretch>
            </p:blipFill>
            <p:spPr>
              <a:xfrm>
                <a:off x="3877044" y="5877991"/>
                <a:ext cx="105009" cy="419383"/>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48" name="Ink 47">
                <a:extLst>
                  <a:ext uri="{FF2B5EF4-FFF2-40B4-BE49-F238E27FC236}">
                    <a16:creationId xmlns:a16="http://schemas.microsoft.com/office/drawing/2014/main" id="{2B360419-98B1-2086-2988-1D2BDB2336DF}"/>
                  </a:ext>
                </a:extLst>
              </p14:cNvPr>
              <p14:cNvContentPartPr/>
              <p14:nvPr/>
            </p14:nvContentPartPr>
            <p14:xfrm>
              <a:off x="3695700" y="5838825"/>
              <a:ext cx="278354" cy="36596"/>
            </p14:xfrm>
          </p:contentPart>
        </mc:Choice>
        <mc:Fallback xmlns="">
          <p:pic>
            <p:nvPicPr>
              <p:cNvPr id="48" name="Ink 47">
                <a:extLst>
                  <a:ext uri="{FF2B5EF4-FFF2-40B4-BE49-F238E27FC236}">
                    <a16:creationId xmlns:a16="http://schemas.microsoft.com/office/drawing/2014/main" id="{2B360419-98B1-2086-2988-1D2BDB2336DF}"/>
                  </a:ext>
                </a:extLst>
              </p:cNvPr>
              <p:cNvPicPr/>
              <p:nvPr/>
            </p:nvPicPr>
            <p:blipFill>
              <a:blip r:embed="rId90"/>
              <a:stretch>
                <a:fillRect/>
              </a:stretch>
            </p:blipFill>
            <p:spPr>
              <a:xfrm>
                <a:off x="3677718" y="5821060"/>
                <a:ext cx="313957" cy="71771"/>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49" name="Ink 48">
                <a:extLst>
                  <a:ext uri="{FF2B5EF4-FFF2-40B4-BE49-F238E27FC236}">
                    <a16:creationId xmlns:a16="http://schemas.microsoft.com/office/drawing/2014/main" id="{18FA4678-CCBF-5910-07C9-A88115A11A77}"/>
                  </a:ext>
                </a:extLst>
              </p14:cNvPr>
              <p14:cNvContentPartPr/>
              <p14:nvPr/>
            </p14:nvContentPartPr>
            <p14:xfrm>
              <a:off x="4029075" y="6158517"/>
              <a:ext cx="11906" cy="32732"/>
            </p14:xfrm>
          </p:contentPart>
        </mc:Choice>
        <mc:Fallback xmlns="">
          <p:pic>
            <p:nvPicPr>
              <p:cNvPr id="49" name="Ink 48">
                <a:extLst>
                  <a:ext uri="{FF2B5EF4-FFF2-40B4-BE49-F238E27FC236}">
                    <a16:creationId xmlns:a16="http://schemas.microsoft.com/office/drawing/2014/main" id="{18FA4678-CCBF-5910-07C9-A88115A11A77}"/>
                  </a:ext>
                </a:extLst>
              </p:cNvPr>
              <p:cNvPicPr/>
              <p:nvPr/>
            </p:nvPicPr>
            <p:blipFill>
              <a:blip r:embed="rId92"/>
              <a:stretch>
                <a:fillRect/>
              </a:stretch>
            </p:blipFill>
            <p:spPr>
              <a:xfrm>
                <a:off x="4007814" y="6140728"/>
                <a:ext cx="54002" cy="67954"/>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0" name="Ink 49">
                <a:extLst>
                  <a:ext uri="{FF2B5EF4-FFF2-40B4-BE49-F238E27FC236}">
                    <a16:creationId xmlns:a16="http://schemas.microsoft.com/office/drawing/2014/main" id="{997E9E84-E3EE-4C83-49BD-5C869A50511B}"/>
                  </a:ext>
                </a:extLst>
              </p14:cNvPr>
              <p14:cNvContentPartPr/>
              <p14:nvPr/>
            </p14:nvContentPartPr>
            <p14:xfrm>
              <a:off x="3990470" y="6115840"/>
              <a:ext cx="161527" cy="173754"/>
            </p14:xfrm>
          </p:contentPart>
        </mc:Choice>
        <mc:Fallback xmlns="">
          <p:pic>
            <p:nvPicPr>
              <p:cNvPr id="50" name="Ink 49">
                <a:extLst>
                  <a:ext uri="{FF2B5EF4-FFF2-40B4-BE49-F238E27FC236}">
                    <a16:creationId xmlns:a16="http://schemas.microsoft.com/office/drawing/2014/main" id="{997E9E84-E3EE-4C83-49BD-5C869A50511B}"/>
                  </a:ext>
                </a:extLst>
              </p:cNvPr>
              <p:cNvPicPr/>
              <p:nvPr/>
            </p:nvPicPr>
            <p:blipFill>
              <a:blip r:embed="rId94"/>
              <a:stretch>
                <a:fillRect/>
              </a:stretch>
            </p:blipFill>
            <p:spPr>
              <a:xfrm>
                <a:off x="3972483" y="6097853"/>
                <a:ext cx="197142" cy="209368"/>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1" name="Ink 50">
                <a:extLst>
                  <a:ext uri="{FF2B5EF4-FFF2-40B4-BE49-F238E27FC236}">
                    <a16:creationId xmlns:a16="http://schemas.microsoft.com/office/drawing/2014/main" id="{AEB022A1-69E5-8519-BE8B-AE692C428417}"/>
                  </a:ext>
                </a:extLst>
              </p14:cNvPr>
              <p14:cNvContentPartPr/>
              <p14:nvPr/>
            </p14:nvContentPartPr>
            <p14:xfrm>
              <a:off x="4197600" y="6086520"/>
              <a:ext cx="135009" cy="198115"/>
            </p14:xfrm>
          </p:contentPart>
        </mc:Choice>
        <mc:Fallback xmlns="">
          <p:pic>
            <p:nvPicPr>
              <p:cNvPr id="51" name="Ink 50">
                <a:extLst>
                  <a:ext uri="{FF2B5EF4-FFF2-40B4-BE49-F238E27FC236}">
                    <a16:creationId xmlns:a16="http://schemas.microsoft.com/office/drawing/2014/main" id="{AEB022A1-69E5-8519-BE8B-AE692C428417}"/>
                  </a:ext>
                </a:extLst>
              </p:cNvPr>
              <p:cNvPicPr/>
              <p:nvPr/>
            </p:nvPicPr>
            <p:blipFill>
              <a:blip r:embed="rId96"/>
              <a:stretch>
                <a:fillRect/>
              </a:stretch>
            </p:blipFill>
            <p:spPr>
              <a:xfrm>
                <a:off x="4179647" y="6068542"/>
                <a:ext cx="170557" cy="233711"/>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2" name="Ink 51">
                <a:extLst>
                  <a:ext uri="{FF2B5EF4-FFF2-40B4-BE49-F238E27FC236}">
                    <a16:creationId xmlns:a16="http://schemas.microsoft.com/office/drawing/2014/main" id="{3EBD916A-A390-5A88-C702-CA7F7F3EBD23}"/>
                  </a:ext>
                </a:extLst>
              </p14:cNvPr>
              <p14:cNvContentPartPr/>
              <p14:nvPr/>
            </p14:nvContentPartPr>
            <p14:xfrm>
              <a:off x="4342467" y="5886449"/>
              <a:ext cx="105707" cy="396545"/>
            </p14:xfrm>
          </p:contentPart>
        </mc:Choice>
        <mc:Fallback xmlns="">
          <p:pic>
            <p:nvPicPr>
              <p:cNvPr id="52" name="Ink 51">
                <a:extLst>
                  <a:ext uri="{FF2B5EF4-FFF2-40B4-BE49-F238E27FC236}">
                    <a16:creationId xmlns:a16="http://schemas.microsoft.com/office/drawing/2014/main" id="{3EBD916A-A390-5A88-C702-CA7F7F3EBD23}"/>
                  </a:ext>
                </a:extLst>
              </p:cNvPr>
              <p:cNvPicPr/>
              <p:nvPr/>
            </p:nvPicPr>
            <p:blipFill>
              <a:blip r:embed="rId98"/>
              <a:stretch>
                <a:fillRect/>
              </a:stretch>
            </p:blipFill>
            <p:spPr>
              <a:xfrm>
                <a:off x="4324490" y="5868473"/>
                <a:ext cx="141302" cy="432137"/>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3" name="Ink 52">
                <a:extLst>
                  <a:ext uri="{FF2B5EF4-FFF2-40B4-BE49-F238E27FC236}">
                    <a16:creationId xmlns:a16="http://schemas.microsoft.com/office/drawing/2014/main" id="{CA8BEC0B-4D2D-EABB-1C6E-1C86520B0E67}"/>
                  </a:ext>
                </a:extLst>
              </p14:cNvPr>
              <p14:cNvContentPartPr/>
              <p14:nvPr/>
            </p14:nvContentPartPr>
            <p14:xfrm>
              <a:off x="4485638" y="6153149"/>
              <a:ext cx="48262" cy="152511"/>
            </p14:xfrm>
          </p:contentPart>
        </mc:Choice>
        <mc:Fallback xmlns="">
          <p:pic>
            <p:nvPicPr>
              <p:cNvPr id="53" name="Ink 52">
                <a:extLst>
                  <a:ext uri="{FF2B5EF4-FFF2-40B4-BE49-F238E27FC236}">
                    <a16:creationId xmlns:a16="http://schemas.microsoft.com/office/drawing/2014/main" id="{CA8BEC0B-4D2D-EABB-1C6E-1C86520B0E67}"/>
                  </a:ext>
                </a:extLst>
              </p:cNvPr>
              <p:cNvPicPr/>
              <p:nvPr/>
            </p:nvPicPr>
            <p:blipFill>
              <a:blip r:embed="rId100"/>
              <a:stretch>
                <a:fillRect/>
              </a:stretch>
            </p:blipFill>
            <p:spPr>
              <a:xfrm>
                <a:off x="4467763" y="6135164"/>
                <a:ext cx="83654" cy="188121"/>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54" name="Ink 53">
                <a:extLst>
                  <a:ext uri="{FF2B5EF4-FFF2-40B4-BE49-F238E27FC236}">
                    <a16:creationId xmlns:a16="http://schemas.microsoft.com/office/drawing/2014/main" id="{8D87625D-FF2D-B44A-B7B3-370ADE0325AE}"/>
                  </a:ext>
                </a:extLst>
              </p14:cNvPr>
              <p14:cNvContentPartPr/>
              <p14:nvPr/>
            </p14:nvContentPartPr>
            <p14:xfrm>
              <a:off x="4562475" y="6056106"/>
              <a:ext cx="11906" cy="11906"/>
            </p14:xfrm>
          </p:contentPart>
        </mc:Choice>
        <mc:Fallback xmlns="">
          <p:pic>
            <p:nvPicPr>
              <p:cNvPr id="54" name="Ink 53">
                <a:extLst>
                  <a:ext uri="{FF2B5EF4-FFF2-40B4-BE49-F238E27FC236}">
                    <a16:creationId xmlns:a16="http://schemas.microsoft.com/office/drawing/2014/main" id="{8D87625D-FF2D-B44A-B7B3-370ADE0325AE}"/>
                  </a:ext>
                </a:extLst>
              </p:cNvPr>
              <p:cNvPicPr/>
              <p:nvPr/>
            </p:nvPicPr>
            <p:blipFill>
              <a:blip r:embed="rId102"/>
              <a:stretch>
                <a:fillRect/>
              </a:stretch>
            </p:blipFill>
            <p:spPr>
              <a:xfrm>
                <a:off x="4508357" y="6037503"/>
                <a:ext cx="119060" cy="487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55" name="Ink 54">
                <a:extLst>
                  <a:ext uri="{FF2B5EF4-FFF2-40B4-BE49-F238E27FC236}">
                    <a16:creationId xmlns:a16="http://schemas.microsoft.com/office/drawing/2014/main" id="{F2016E69-0CBA-A9D9-0F79-0C557D1F7464}"/>
                  </a:ext>
                </a:extLst>
              </p14:cNvPr>
              <p14:cNvContentPartPr/>
              <p14:nvPr/>
            </p14:nvContentPartPr>
            <p14:xfrm>
              <a:off x="4356585" y="6102538"/>
              <a:ext cx="114329" cy="156347"/>
            </p14:xfrm>
          </p:contentPart>
        </mc:Choice>
        <mc:Fallback xmlns="">
          <p:pic>
            <p:nvPicPr>
              <p:cNvPr id="55" name="Ink 54">
                <a:extLst>
                  <a:ext uri="{FF2B5EF4-FFF2-40B4-BE49-F238E27FC236}">
                    <a16:creationId xmlns:a16="http://schemas.microsoft.com/office/drawing/2014/main" id="{F2016E69-0CBA-A9D9-0F79-0C557D1F7464}"/>
                  </a:ext>
                </a:extLst>
              </p:cNvPr>
              <p:cNvPicPr/>
              <p:nvPr/>
            </p:nvPicPr>
            <p:blipFill>
              <a:blip r:embed="rId104"/>
              <a:stretch>
                <a:fillRect/>
              </a:stretch>
            </p:blipFill>
            <p:spPr>
              <a:xfrm>
                <a:off x="4338665" y="6084567"/>
                <a:ext cx="149810" cy="191929"/>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56" name="Ink 55">
                <a:extLst>
                  <a:ext uri="{FF2B5EF4-FFF2-40B4-BE49-F238E27FC236}">
                    <a16:creationId xmlns:a16="http://schemas.microsoft.com/office/drawing/2014/main" id="{4DB7B2DB-59F7-1857-0A1D-187B879641E1}"/>
                  </a:ext>
                </a:extLst>
              </p14:cNvPr>
              <p14:cNvContentPartPr/>
              <p14:nvPr/>
            </p14:nvContentPartPr>
            <p14:xfrm>
              <a:off x="4576641" y="5865297"/>
              <a:ext cx="195181" cy="418334"/>
            </p14:xfrm>
          </p:contentPart>
        </mc:Choice>
        <mc:Fallback xmlns="">
          <p:pic>
            <p:nvPicPr>
              <p:cNvPr id="56" name="Ink 55">
                <a:extLst>
                  <a:ext uri="{FF2B5EF4-FFF2-40B4-BE49-F238E27FC236}">
                    <a16:creationId xmlns:a16="http://schemas.microsoft.com/office/drawing/2014/main" id="{4DB7B2DB-59F7-1857-0A1D-187B879641E1}"/>
                  </a:ext>
                </a:extLst>
              </p:cNvPr>
              <p:cNvPicPr/>
              <p:nvPr/>
            </p:nvPicPr>
            <p:blipFill>
              <a:blip r:embed="rId106"/>
              <a:stretch>
                <a:fillRect/>
              </a:stretch>
            </p:blipFill>
            <p:spPr>
              <a:xfrm>
                <a:off x="4558669" y="5847312"/>
                <a:ext cx="230766" cy="453945"/>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57" name="Ink 56">
                <a:extLst>
                  <a:ext uri="{FF2B5EF4-FFF2-40B4-BE49-F238E27FC236}">
                    <a16:creationId xmlns:a16="http://schemas.microsoft.com/office/drawing/2014/main" id="{7BBEDF97-F95A-88AA-F14C-E83A5ABE9A13}"/>
                  </a:ext>
                </a:extLst>
              </p14:cNvPr>
              <p14:cNvContentPartPr/>
              <p14:nvPr/>
            </p14:nvContentPartPr>
            <p14:xfrm>
              <a:off x="4809676" y="6134100"/>
              <a:ext cx="57598" cy="178824"/>
            </p14:xfrm>
          </p:contentPart>
        </mc:Choice>
        <mc:Fallback xmlns="">
          <p:pic>
            <p:nvPicPr>
              <p:cNvPr id="57" name="Ink 56">
                <a:extLst>
                  <a:ext uri="{FF2B5EF4-FFF2-40B4-BE49-F238E27FC236}">
                    <a16:creationId xmlns:a16="http://schemas.microsoft.com/office/drawing/2014/main" id="{7BBEDF97-F95A-88AA-F14C-E83A5ABE9A13}"/>
                  </a:ext>
                </a:extLst>
              </p:cNvPr>
              <p:cNvPicPr/>
              <p:nvPr/>
            </p:nvPicPr>
            <p:blipFill>
              <a:blip r:embed="rId108"/>
              <a:stretch>
                <a:fillRect/>
              </a:stretch>
            </p:blipFill>
            <p:spPr>
              <a:xfrm>
                <a:off x="4791788" y="6116146"/>
                <a:ext cx="93015" cy="214373"/>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58" name="Ink 57">
                <a:extLst>
                  <a:ext uri="{FF2B5EF4-FFF2-40B4-BE49-F238E27FC236}">
                    <a16:creationId xmlns:a16="http://schemas.microsoft.com/office/drawing/2014/main" id="{46BD106E-21F7-54C0-209F-BD769B80AAF9}"/>
                  </a:ext>
                </a:extLst>
              </p14:cNvPr>
              <p14:cNvContentPartPr/>
              <p14:nvPr/>
            </p14:nvContentPartPr>
            <p14:xfrm>
              <a:off x="4914899" y="6048375"/>
              <a:ext cx="11906" cy="11906"/>
            </p14:xfrm>
          </p:contentPart>
        </mc:Choice>
        <mc:Fallback xmlns="">
          <p:pic>
            <p:nvPicPr>
              <p:cNvPr id="58" name="Ink 57">
                <a:extLst>
                  <a:ext uri="{FF2B5EF4-FFF2-40B4-BE49-F238E27FC236}">
                    <a16:creationId xmlns:a16="http://schemas.microsoft.com/office/drawing/2014/main" id="{46BD106E-21F7-54C0-209F-BD769B80AAF9}"/>
                  </a:ext>
                </a:extLst>
              </p:cNvPr>
              <p:cNvPicPr/>
              <p:nvPr/>
            </p:nvPicPr>
            <p:blipFill>
              <a:blip r:embed="rId110"/>
              <a:stretch>
                <a:fillRect/>
              </a:stretch>
            </p:blipFill>
            <p:spPr>
              <a:xfrm>
                <a:off x="4319599" y="5453075"/>
                <a:ext cx="1190600" cy="11906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59" name="Ink 58">
                <a:extLst>
                  <a:ext uri="{FF2B5EF4-FFF2-40B4-BE49-F238E27FC236}">
                    <a16:creationId xmlns:a16="http://schemas.microsoft.com/office/drawing/2014/main" id="{F518F553-6865-973A-5CA9-536C303983B3}"/>
                  </a:ext>
                </a:extLst>
              </p14:cNvPr>
              <p14:cNvContentPartPr/>
              <p14:nvPr/>
            </p14:nvContentPartPr>
            <p14:xfrm>
              <a:off x="4965799" y="6019800"/>
              <a:ext cx="91975" cy="260498"/>
            </p14:xfrm>
          </p:contentPart>
        </mc:Choice>
        <mc:Fallback xmlns="">
          <p:pic>
            <p:nvPicPr>
              <p:cNvPr id="59" name="Ink 58">
                <a:extLst>
                  <a:ext uri="{FF2B5EF4-FFF2-40B4-BE49-F238E27FC236}">
                    <a16:creationId xmlns:a16="http://schemas.microsoft.com/office/drawing/2014/main" id="{F518F553-6865-973A-5CA9-536C303983B3}"/>
                  </a:ext>
                </a:extLst>
              </p:cNvPr>
              <p:cNvPicPr/>
              <p:nvPr/>
            </p:nvPicPr>
            <p:blipFill>
              <a:blip r:embed="rId112"/>
              <a:stretch>
                <a:fillRect/>
              </a:stretch>
            </p:blipFill>
            <p:spPr>
              <a:xfrm>
                <a:off x="4947905" y="6001835"/>
                <a:ext cx="127405" cy="296069"/>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0" name="Ink 59">
                <a:extLst>
                  <a:ext uri="{FF2B5EF4-FFF2-40B4-BE49-F238E27FC236}">
                    <a16:creationId xmlns:a16="http://schemas.microsoft.com/office/drawing/2014/main" id="{48D72CD7-451A-8C2C-D534-1D7D56D5FF74}"/>
                  </a:ext>
                </a:extLst>
              </p14:cNvPr>
              <p14:cNvContentPartPr/>
              <p14:nvPr/>
            </p14:nvContentPartPr>
            <p14:xfrm>
              <a:off x="4962525" y="6206596"/>
              <a:ext cx="166590" cy="22753"/>
            </p14:xfrm>
          </p:contentPart>
        </mc:Choice>
        <mc:Fallback xmlns="">
          <p:pic>
            <p:nvPicPr>
              <p:cNvPr id="60" name="Ink 59">
                <a:extLst>
                  <a:ext uri="{FF2B5EF4-FFF2-40B4-BE49-F238E27FC236}">
                    <a16:creationId xmlns:a16="http://schemas.microsoft.com/office/drawing/2014/main" id="{48D72CD7-451A-8C2C-D534-1D7D56D5FF74}"/>
                  </a:ext>
                </a:extLst>
              </p:cNvPr>
              <p:cNvPicPr/>
              <p:nvPr/>
            </p:nvPicPr>
            <p:blipFill>
              <a:blip r:embed="rId114"/>
              <a:stretch>
                <a:fillRect/>
              </a:stretch>
            </p:blipFill>
            <p:spPr>
              <a:xfrm>
                <a:off x="4944573" y="6189094"/>
                <a:ext cx="202134" cy="57408"/>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1" name="Ink 60">
                <a:extLst>
                  <a:ext uri="{FF2B5EF4-FFF2-40B4-BE49-F238E27FC236}">
                    <a16:creationId xmlns:a16="http://schemas.microsoft.com/office/drawing/2014/main" id="{0F0FE1D1-AD25-7FE9-87B8-27DBCC092307}"/>
                  </a:ext>
                </a:extLst>
              </p14:cNvPr>
              <p14:cNvContentPartPr/>
              <p14:nvPr/>
            </p14:nvContentPartPr>
            <p14:xfrm>
              <a:off x="4987896" y="6210300"/>
              <a:ext cx="327780" cy="372971"/>
            </p14:xfrm>
          </p:contentPart>
        </mc:Choice>
        <mc:Fallback xmlns="">
          <p:pic>
            <p:nvPicPr>
              <p:cNvPr id="61" name="Ink 60">
                <a:extLst>
                  <a:ext uri="{FF2B5EF4-FFF2-40B4-BE49-F238E27FC236}">
                    <a16:creationId xmlns:a16="http://schemas.microsoft.com/office/drawing/2014/main" id="{0F0FE1D1-AD25-7FE9-87B8-27DBCC092307}"/>
                  </a:ext>
                </a:extLst>
              </p:cNvPr>
              <p:cNvPicPr/>
              <p:nvPr/>
            </p:nvPicPr>
            <p:blipFill>
              <a:blip r:embed="rId116"/>
              <a:stretch>
                <a:fillRect/>
              </a:stretch>
            </p:blipFill>
            <p:spPr>
              <a:xfrm>
                <a:off x="4969926" y="6192317"/>
                <a:ext cx="363361" cy="408578"/>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2" name="Ink 61">
                <a:extLst>
                  <a:ext uri="{FF2B5EF4-FFF2-40B4-BE49-F238E27FC236}">
                    <a16:creationId xmlns:a16="http://schemas.microsoft.com/office/drawing/2014/main" id="{2C2A35EE-CA2C-DBCC-BACA-A623DAB10247}"/>
                  </a:ext>
                </a:extLst>
              </p14:cNvPr>
              <p14:cNvContentPartPr/>
              <p14:nvPr/>
            </p14:nvContentPartPr>
            <p14:xfrm>
              <a:off x="4949015" y="6162675"/>
              <a:ext cx="70659" cy="179921"/>
            </p14:xfrm>
          </p:contentPart>
        </mc:Choice>
        <mc:Fallback xmlns="">
          <p:pic>
            <p:nvPicPr>
              <p:cNvPr id="62" name="Ink 61">
                <a:extLst>
                  <a:ext uri="{FF2B5EF4-FFF2-40B4-BE49-F238E27FC236}">
                    <a16:creationId xmlns:a16="http://schemas.microsoft.com/office/drawing/2014/main" id="{2C2A35EE-CA2C-DBCC-BACA-A623DAB10247}"/>
                  </a:ext>
                </a:extLst>
              </p:cNvPr>
              <p:cNvPicPr/>
              <p:nvPr/>
            </p:nvPicPr>
            <p:blipFill>
              <a:blip r:embed="rId118"/>
              <a:stretch>
                <a:fillRect/>
              </a:stretch>
            </p:blipFill>
            <p:spPr>
              <a:xfrm>
                <a:off x="4931081" y="6144719"/>
                <a:ext cx="106168" cy="215474"/>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63" name="Ink 62">
                <a:extLst>
                  <a:ext uri="{FF2B5EF4-FFF2-40B4-BE49-F238E27FC236}">
                    <a16:creationId xmlns:a16="http://schemas.microsoft.com/office/drawing/2014/main" id="{A739BD66-D253-8EDE-E6D5-F740ABEA4D7B}"/>
                  </a:ext>
                </a:extLst>
              </p14:cNvPr>
              <p14:cNvContentPartPr/>
              <p14:nvPr/>
            </p14:nvContentPartPr>
            <p14:xfrm>
              <a:off x="3920091" y="5867400"/>
              <a:ext cx="156920" cy="65340"/>
            </p14:xfrm>
          </p:contentPart>
        </mc:Choice>
        <mc:Fallback xmlns="">
          <p:pic>
            <p:nvPicPr>
              <p:cNvPr id="63" name="Ink 62">
                <a:extLst>
                  <a:ext uri="{FF2B5EF4-FFF2-40B4-BE49-F238E27FC236}">
                    <a16:creationId xmlns:a16="http://schemas.microsoft.com/office/drawing/2014/main" id="{A739BD66-D253-8EDE-E6D5-F740ABEA4D7B}"/>
                  </a:ext>
                </a:extLst>
              </p:cNvPr>
              <p:cNvPicPr/>
              <p:nvPr/>
            </p:nvPicPr>
            <p:blipFill>
              <a:blip r:embed="rId120"/>
              <a:stretch>
                <a:fillRect/>
              </a:stretch>
            </p:blipFill>
            <p:spPr>
              <a:xfrm>
                <a:off x="3902137" y="5849449"/>
                <a:ext cx="192469" cy="100882"/>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64" name="Ink 63">
                <a:extLst>
                  <a:ext uri="{FF2B5EF4-FFF2-40B4-BE49-F238E27FC236}">
                    <a16:creationId xmlns:a16="http://schemas.microsoft.com/office/drawing/2014/main" id="{D69D3555-E87E-3187-45FF-DE596ECEB9F5}"/>
                  </a:ext>
                </a:extLst>
              </p14:cNvPr>
              <p14:cNvContentPartPr/>
              <p14:nvPr/>
            </p14:nvContentPartPr>
            <p14:xfrm>
              <a:off x="7296596" y="3927852"/>
              <a:ext cx="1628329" cy="358833"/>
            </p14:xfrm>
          </p:contentPart>
        </mc:Choice>
        <mc:Fallback xmlns="">
          <p:pic>
            <p:nvPicPr>
              <p:cNvPr id="64" name="Ink 63">
                <a:extLst>
                  <a:ext uri="{FF2B5EF4-FFF2-40B4-BE49-F238E27FC236}">
                    <a16:creationId xmlns:a16="http://schemas.microsoft.com/office/drawing/2014/main" id="{D69D3555-E87E-3187-45FF-DE596ECEB9F5}"/>
                  </a:ext>
                </a:extLst>
              </p:cNvPr>
              <p:cNvPicPr/>
              <p:nvPr/>
            </p:nvPicPr>
            <p:blipFill>
              <a:blip r:embed="rId122"/>
              <a:stretch>
                <a:fillRect/>
              </a:stretch>
            </p:blipFill>
            <p:spPr>
              <a:xfrm>
                <a:off x="7278599" y="3909856"/>
                <a:ext cx="1663962" cy="394464"/>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65" name="Ink 64">
                <a:extLst>
                  <a:ext uri="{FF2B5EF4-FFF2-40B4-BE49-F238E27FC236}">
                    <a16:creationId xmlns:a16="http://schemas.microsoft.com/office/drawing/2014/main" id="{B1F1B0FA-D6F4-8A8F-CAF5-B4B9401A024C}"/>
                  </a:ext>
                </a:extLst>
              </p14:cNvPr>
              <p14:cNvContentPartPr/>
              <p14:nvPr/>
            </p14:nvContentPartPr>
            <p14:xfrm>
              <a:off x="7181958" y="3829050"/>
              <a:ext cx="104666" cy="221054"/>
            </p14:xfrm>
          </p:contentPart>
        </mc:Choice>
        <mc:Fallback xmlns="">
          <p:pic>
            <p:nvPicPr>
              <p:cNvPr id="65" name="Ink 64">
                <a:extLst>
                  <a:ext uri="{FF2B5EF4-FFF2-40B4-BE49-F238E27FC236}">
                    <a16:creationId xmlns:a16="http://schemas.microsoft.com/office/drawing/2014/main" id="{B1F1B0FA-D6F4-8A8F-CAF5-B4B9401A024C}"/>
                  </a:ext>
                </a:extLst>
              </p:cNvPr>
              <p:cNvPicPr/>
              <p:nvPr/>
            </p:nvPicPr>
            <p:blipFill>
              <a:blip r:embed="rId124"/>
              <a:stretch>
                <a:fillRect/>
              </a:stretch>
            </p:blipFill>
            <p:spPr>
              <a:xfrm>
                <a:off x="7164036" y="3811078"/>
                <a:ext cx="140152" cy="256638"/>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66" name="Ink 65">
                <a:extLst>
                  <a:ext uri="{FF2B5EF4-FFF2-40B4-BE49-F238E27FC236}">
                    <a16:creationId xmlns:a16="http://schemas.microsoft.com/office/drawing/2014/main" id="{1764E5BB-673F-F3D3-A65E-315D568B2ED2}"/>
                  </a:ext>
                </a:extLst>
              </p14:cNvPr>
              <p14:cNvContentPartPr/>
              <p14:nvPr/>
            </p14:nvContentPartPr>
            <p14:xfrm>
              <a:off x="9046986" y="4055496"/>
              <a:ext cx="68440" cy="340629"/>
            </p14:xfrm>
          </p:contentPart>
        </mc:Choice>
        <mc:Fallback xmlns="">
          <p:pic>
            <p:nvPicPr>
              <p:cNvPr id="66" name="Ink 65">
                <a:extLst>
                  <a:ext uri="{FF2B5EF4-FFF2-40B4-BE49-F238E27FC236}">
                    <a16:creationId xmlns:a16="http://schemas.microsoft.com/office/drawing/2014/main" id="{1764E5BB-673F-F3D3-A65E-315D568B2ED2}"/>
                  </a:ext>
                </a:extLst>
              </p:cNvPr>
              <p:cNvPicPr/>
              <p:nvPr/>
            </p:nvPicPr>
            <p:blipFill>
              <a:blip r:embed="rId126"/>
              <a:stretch>
                <a:fillRect/>
              </a:stretch>
            </p:blipFill>
            <p:spPr>
              <a:xfrm>
                <a:off x="9029070" y="4037511"/>
                <a:ext cx="103914" cy="376239"/>
              </a:xfrm>
              <a:prstGeom prst="rect">
                <a:avLst/>
              </a:prstGeom>
            </p:spPr>
          </p:pic>
        </mc:Fallback>
      </mc:AlternateContent>
      <mc:AlternateContent xmlns:mc="http://schemas.openxmlformats.org/markup-compatibility/2006" xmlns:p14="http://schemas.microsoft.com/office/powerpoint/2010/main">
        <mc:Choice Requires="p14">
          <p:contentPart p14:bwMode="auto" r:id="rId127">
            <p14:nvContentPartPr>
              <p14:cNvPr id="67" name="Ink 66">
                <a:extLst>
                  <a:ext uri="{FF2B5EF4-FFF2-40B4-BE49-F238E27FC236}">
                    <a16:creationId xmlns:a16="http://schemas.microsoft.com/office/drawing/2014/main" id="{E54A7CD0-874D-0FBD-6EB5-C4C2358A7FED}"/>
                  </a:ext>
                </a:extLst>
              </p14:cNvPr>
              <p14:cNvContentPartPr/>
              <p14:nvPr/>
            </p14:nvContentPartPr>
            <p14:xfrm>
              <a:off x="9061293" y="3999514"/>
              <a:ext cx="141679" cy="427059"/>
            </p14:xfrm>
          </p:contentPart>
        </mc:Choice>
        <mc:Fallback xmlns="">
          <p:pic>
            <p:nvPicPr>
              <p:cNvPr id="67" name="Ink 66">
                <a:extLst>
                  <a:ext uri="{FF2B5EF4-FFF2-40B4-BE49-F238E27FC236}">
                    <a16:creationId xmlns:a16="http://schemas.microsoft.com/office/drawing/2014/main" id="{E54A7CD0-874D-0FBD-6EB5-C4C2358A7FED}"/>
                  </a:ext>
                </a:extLst>
              </p:cNvPr>
              <p:cNvPicPr/>
              <p:nvPr/>
            </p:nvPicPr>
            <p:blipFill>
              <a:blip r:embed="rId128"/>
              <a:stretch>
                <a:fillRect/>
              </a:stretch>
            </p:blipFill>
            <p:spPr>
              <a:xfrm>
                <a:off x="9043359" y="3981525"/>
                <a:ext cx="177188" cy="462677"/>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68" name="Ink 67">
                <a:extLst>
                  <a:ext uri="{FF2B5EF4-FFF2-40B4-BE49-F238E27FC236}">
                    <a16:creationId xmlns:a16="http://schemas.microsoft.com/office/drawing/2014/main" id="{DDDB3C2D-6A61-BB81-AF6B-0E57F9EB0D4A}"/>
                  </a:ext>
                </a:extLst>
              </p14:cNvPr>
              <p14:cNvContentPartPr/>
              <p14:nvPr/>
            </p14:nvContentPartPr>
            <p14:xfrm>
              <a:off x="9260093" y="4325746"/>
              <a:ext cx="133509" cy="202345"/>
            </p14:xfrm>
          </p:contentPart>
        </mc:Choice>
        <mc:Fallback xmlns="">
          <p:pic>
            <p:nvPicPr>
              <p:cNvPr id="68" name="Ink 67">
                <a:extLst>
                  <a:ext uri="{FF2B5EF4-FFF2-40B4-BE49-F238E27FC236}">
                    <a16:creationId xmlns:a16="http://schemas.microsoft.com/office/drawing/2014/main" id="{DDDB3C2D-6A61-BB81-AF6B-0E57F9EB0D4A}"/>
                  </a:ext>
                </a:extLst>
              </p:cNvPr>
              <p:cNvPicPr/>
              <p:nvPr/>
            </p:nvPicPr>
            <p:blipFill>
              <a:blip r:embed="rId130"/>
              <a:stretch>
                <a:fillRect/>
              </a:stretch>
            </p:blipFill>
            <p:spPr>
              <a:xfrm>
                <a:off x="9242148" y="4307776"/>
                <a:ext cx="169040" cy="237926"/>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69" name="Ink 68">
                <a:extLst>
                  <a:ext uri="{FF2B5EF4-FFF2-40B4-BE49-F238E27FC236}">
                    <a16:creationId xmlns:a16="http://schemas.microsoft.com/office/drawing/2014/main" id="{241E1D70-875C-E1D4-260C-1E52DA57F8B4}"/>
                  </a:ext>
                </a:extLst>
              </p14:cNvPr>
              <p14:cNvContentPartPr/>
              <p14:nvPr/>
            </p14:nvContentPartPr>
            <p14:xfrm>
              <a:off x="9476687" y="4086225"/>
              <a:ext cx="48312" cy="411172"/>
            </p14:xfrm>
          </p:contentPart>
        </mc:Choice>
        <mc:Fallback xmlns="">
          <p:pic>
            <p:nvPicPr>
              <p:cNvPr id="69" name="Ink 68">
                <a:extLst>
                  <a:ext uri="{FF2B5EF4-FFF2-40B4-BE49-F238E27FC236}">
                    <a16:creationId xmlns:a16="http://schemas.microsoft.com/office/drawing/2014/main" id="{241E1D70-875C-E1D4-260C-1E52DA57F8B4}"/>
                  </a:ext>
                </a:extLst>
              </p:cNvPr>
              <p:cNvPicPr/>
              <p:nvPr/>
            </p:nvPicPr>
            <p:blipFill>
              <a:blip r:embed="rId132"/>
              <a:stretch>
                <a:fillRect/>
              </a:stretch>
            </p:blipFill>
            <p:spPr>
              <a:xfrm>
                <a:off x="9458794" y="4068238"/>
                <a:ext cx="83741" cy="446785"/>
              </a:xfrm>
              <a:prstGeom prst="rect">
                <a:avLst/>
              </a:prstGeom>
            </p:spPr>
          </p:pic>
        </mc:Fallback>
      </mc:AlternateContent>
      <mc:AlternateContent xmlns:mc="http://schemas.openxmlformats.org/markup-compatibility/2006" xmlns:p14="http://schemas.microsoft.com/office/powerpoint/2010/main">
        <mc:Choice Requires="p14">
          <p:contentPart p14:bwMode="auto" r:id="rId133">
            <p14:nvContentPartPr>
              <p14:cNvPr id="70" name="Ink 69">
                <a:extLst>
                  <a:ext uri="{FF2B5EF4-FFF2-40B4-BE49-F238E27FC236}">
                    <a16:creationId xmlns:a16="http://schemas.microsoft.com/office/drawing/2014/main" id="{687A1617-D902-AC65-15C7-73A44BE6E357}"/>
                  </a:ext>
                </a:extLst>
              </p14:cNvPr>
              <p14:cNvContentPartPr/>
              <p14:nvPr/>
            </p14:nvContentPartPr>
            <p14:xfrm>
              <a:off x="9420225" y="4249004"/>
              <a:ext cx="123297" cy="65820"/>
            </p14:xfrm>
          </p:contentPart>
        </mc:Choice>
        <mc:Fallback xmlns="">
          <p:pic>
            <p:nvPicPr>
              <p:cNvPr id="70" name="Ink 69">
                <a:extLst>
                  <a:ext uri="{FF2B5EF4-FFF2-40B4-BE49-F238E27FC236}">
                    <a16:creationId xmlns:a16="http://schemas.microsoft.com/office/drawing/2014/main" id="{687A1617-D902-AC65-15C7-73A44BE6E357}"/>
                  </a:ext>
                </a:extLst>
              </p:cNvPr>
              <p:cNvPicPr/>
              <p:nvPr/>
            </p:nvPicPr>
            <p:blipFill>
              <a:blip r:embed="rId134"/>
              <a:stretch>
                <a:fillRect/>
              </a:stretch>
            </p:blipFill>
            <p:spPr>
              <a:xfrm>
                <a:off x="9402252" y="4231118"/>
                <a:ext cx="158884" cy="101234"/>
              </a:xfrm>
              <a:prstGeom prst="rect">
                <a:avLst/>
              </a:prstGeom>
            </p:spPr>
          </p:pic>
        </mc:Fallback>
      </mc:AlternateContent>
      <mc:AlternateContent xmlns:mc="http://schemas.openxmlformats.org/markup-compatibility/2006" xmlns:p14="http://schemas.microsoft.com/office/powerpoint/2010/main">
        <mc:Choice Requires="p14">
          <p:contentPart p14:bwMode="auto" r:id="rId135">
            <p14:nvContentPartPr>
              <p14:cNvPr id="71" name="Ink 70">
                <a:extLst>
                  <a:ext uri="{FF2B5EF4-FFF2-40B4-BE49-F238E27FC236}">
                    <a16:creationId xmlns:a16="http://schemas.microsoft.com/office/drawing/2014/main" id="{C07312DE-1DDB-AE0D-EBD5-396A1B58006A}"/>
                  </a:ext>
                </a:extLst>
              </p14:cNvPr>
              <p14:cNvContentPartPr/>
              <p14:nvPr/>
            </p14:nvContentPartPr>
            <p14:xfrm>
              <a:off x="9600619" y="4048124"/>
              <a:ext cx="105355" cy="401737"/>
            </p14:xfrm>
          </p:contentPart>
        </mc:Choice>
        <mc:Fallback xmlns="">
          <p:pic>
            <p:nvPicPr>
              <p:cNvPr id="71" name="Ink 70">
                <a:extLst>
                  <a:ext uri="{FF2B5EF4-FFF2-40B4-BE49-F238E27FC236}">
                    <a16:creationId xmlns:a16="http://schemas.microsoft.com/office/drawing/2014/main" id="{C07312DE-1DDB-AE0D-EBD5-396A1B58006A}"/>
                  </a:ext>
                </a:extLst>
              </p:cNvPr>
              <p:cNvPicPr/>
              <p:nvPr/>
            </p:nvPicPr>
            <p:blipFill>
              <a:blip r:embed="rId136"/>
              <a:stretch>
                <a:fillRect/>
              </a:stretch>
            </p:blipFill>
            <p:spPr>
              <a:xfrm>
                <a:off x="9582640" y="4030141"/>
                <a:ext cx="140953" cy="437343"/>
              </a:xfrm>
              <a:prstGeom prst="rect">
                <a:avLst/>
              </a:prstGeom>
            </p:spPr>
          </p:pic>
        </mc:Fallback>
      </mc:AlternateContent>
      <mc:AlternateContent xmlns:mc="http://schemas.openxmlformats.org/markup-compatibility/2006" xmlns:p14="http://schemas.microsoft.com/office/powerpoint/2010/main">
        <mc:Choice Requires="p14">
          <p:contentPart p14:bwMode="auto" r:id="rId137">
            <p14:nvContentPartPr>
              <p14:cNvPr id="72" name="Ink 71">
                <a:extLst>
                  <a:ext uri="{FF2B5EF4-FFF2-40B4-BE49-F238E27FC236}">
                    <a16:creationId xmlns:a16="http://schemas.microsoft.com/office/drawing/2014/main" id="{DF753E05-B021-E328-6997-217A79B6B8B1}"/>
                  </a:ext>
                </a:extLst>
              </p14:cNvPr>
              <p14:cNvContentPartPr/>
              <p14:nvPr/>
            </p14:nvContentPartPr>
            <p14:xfrm>
              <a:off x="9572624" y="4287852"/>
              <a:ext cx="113369" cy="36497"/>
            </p14:xfrm>
          </p:contentPart>
        </mc:Choice>
        <mc:Fallback xmlns="">
          <p:pic>
            <p:nvPicPr>
              <p:cNvPr id="72" name="Ink 71">
                <a:extLst>
                  <a:ext uri="{FF2B5EF4-FFF2-40B4-BE49-F238E27FC236}">
                    <a16:creationId xmlns:a16="http://schemas.microsoft.com/office/drawing/2014/main" id="{DF753E05-B021-E328-6997-217A79B6B8B1}"/>
                  </a:ext>
                </a:extLst>
              </p:cNvPr>
              <p:cNvPicPr/>
              <p:nvPr/>
            </p:nvPicPr>
            <p:blipFill>
              <a:blip r:embed="rId138"/>
              <a:stretch>
                <a:fillRect/>
              </a:stretch>
            </p:blipFill>
            <p:spPr>
              <a:xfrm>
                <a:off x="9554686" y="4269961"/>
                <a:ext cx="148887" cy="71921"/>
              </a:xfrm>
              <a:prstGeom prst="rect">
                <a:avLst/>
              </a:prstGeom>
            </p:spPr>
          </p:pic>
        </mc:Fallback>
      </mc:AlternateContent>
      <mc:AlternateContent xmlns:mc="http://schemas.openxmlformats.org/markup-compatibility/2006" xmlns:p14="http://schemas.microsoft.com/office/powerpoint/2010/main">
        <mc:Choice Requires="p14">
          <p:contentPart p14:bwMode="auto" r:id="rId139">
            <p14:nvContentPartPr>
              <p14:cNvPr id="73" name="Ink 72">
                <a:extLst>
                  <a:ext uri="{FF2B5EF4-FFF2-40B4-BE49-F238E27FC236}">
                    <a16:creationId xmlns:a16="http://schemas.microsoft.com/office/drawing/2014/main" id="{C41D0A48-8B1E-646D-F7BF-555C4A760A50}"/>
                  </a:ext>
                </a:extLst>
              </p14:cNvPr>
              <p14:cNvContentPartPr/>
              <p14:nvPr/>
            </p14:nvContentPartPr>
            <p14:xfrm>
              <a:off x="9705974" y="4311107"/>
              <a:ext cx="138137" cy="110690"/>
            </p14:xfrm>
          </p:contentPart>
        </mc:Choice>
        <mc:Fallback xmlns="">
          <p:pic>
            <p:nvPicPr>
              <p:cNvPr id="73" name="Ink 72">
                <a:extLst>
                  <a:ext uri="{FF2B5EF4-FFF2-40B4-BE49-F238E27FC236}">
                    <a16:creationId xmlns:a16="http://schemas.microsoft.com/office/drawing/2014/main" id="{C41D0A48-8B1E-646D-F7BF-555C4A760A50}"/>
                  </a:ext>
                </a:extLst>
              </p:cNvPr>
              <p:cNvPicPr/>
              <p:nvPr/>
            </p:nvPicPr>
            <p:blipFill>
              <a:blip r:embed="rId140"/>
              <a:stretch>
                <a:fillRect/>
              </a:stretch>
            </p:blipFill>
            <p:spPr>
              <a:xfrm>
                <a:off x="9687987" y="4293196"/>
                <a:ext cx="173750" cy="146154"/>
              </a:xfrm>
              <a:prstGeom prst="rect">
                <a:avLst/>
              </a:prstGeom>
            </p:spPr>
          </p:pic>
        </mc:Fallback>
      </mc:AlternateContent>
      <mc:AlternateContent xmlns:mc="http://schemas.openxmlformats.org/markup-compatibility/2006" xmlns:p14="http://schemas.microsoft.com/office/powerpoint/2010/main">
        <mc:Choice Requires="p14">
          <p:contentPart p14:bwMode="auto" r:id="rId141">
            <p14:nvContentPartPr>
              <p14:cNvPr id="74" name="Ink 73">
                <a:extLst>
                  <a:ext uri="{FF2B5EF4-FFF2-40B4-BE49-F238E27FC236}">
                    <a16:creationId xmlns:a16="http://schemas.microsoft.com/office/drawing/2014/main" id="{904280D4-B211-A10D-3185-47B1116CB094}"/>
                  </a:ext>
                </a:extLst>
              </p14:cNvPr>
              <p14:cNvContentPartPr/>
              <p14:nvPr/>
            </p14:nvContentPartPr>
            <p14:xfrm>
              <a:off x="9905646" y="4278464"/>
              <a:ext cx="84969" cy="110963"/>
            </p14:xfrm>
          </p:contentPart>
        </mc:Choice>
        <mc:Fallback xmlns="">
          <p:pic>
            <p:nvPicPr>
              <p:cNvPr id="74" name="Ink 73">
                <a:extLst>
                  <a:ext uri="{FF2B5EF4-FFF2-40B4-BE49-F238E27FC236}">
                    <a16:creationId xmlns:a16="http://schemas.microsoft.com/office/drawing/2014/main" id="{904280D4-B211-A10D-3185-47B1116CB094}"/>
                  </a:ext>
                </a:extLst>
              </p:cNvPr>
              <p:cNvPicPr/>
              <p:nvPr/>
            </p:nvPicPr>
            <p:blipFill>
              <a:blip r:embed="rId142"/>
              <a:stretch>
                <a:fillRect/>
              </a:stretch>
            </p:blipFill>
            <p:spPr>
              <a:xfrm>
                <a:off x="9887720" y="4260509"/>
                <a:ext cx="120462" cy="146514"/>
              </a:xfrm>
              <a:prstGeom prst="rect">
                <a:avLst/>
              </a:prstGeom>
            </p:spPr>
          </p:pic>
        </mc:Fallback>
      </mc:AlternateContent>
      <mc:AlternateContent xmlns:mc="http://schemas.openxmlformats.org/markup-compatibility/2006" xmlns:p14="http://schemas.microsoft.com/office/powerpoint/2010/main">
        <mc:Choice Requires="p14">
          <p:contentPart p14:bwMode="auto" r:id="rId143">
            <p14:nvContentPartPr>
              <p14:cNvPr id="75" name="Ink 74">
                <a:extLst>
                  <a:ext uri="{FF2B5EF4-FFF2-40B4-BE49-F238E27FC236}">
                    <a16:creationId xmlns:a16="http://schemas.microsoft.com/office/drawing/2014/main" id="{981E563F-F221-8C9E-E753-CB68EFE473D2}"/>
                  </a:ext>
                </a:extLst>
              </p14:cNvPr>
              <p14:cNvContentPartPr/>
              <p14:nvPr/>
            </p14:nvContentPartPr>
            <p14:xfrm>
              <a:off x="9879210" y="4284389"/>
              <a:ext cx="292429" cy="411270"/>
            </p14:xfrm>
          </p:contentPart>
        </mc:Choice>
        <mc:Fallback xmlns="">
          <p:pic>
            <p:nvPicPr>
              <p:cNvPr id="75" name="Ink 74">
                <a:extLst>
                  <a:ext uri="{FF2B5EF4-FFF2-40B4-BE49-F238E27FC236}">
                    <a16:creationId xmlns:a16="http://schemas.microsoft.com/office/drawing/2014/main" id="{981E563F-F221-8C9E-E753-CB68EFE473D2}"/>
                  </a:ext>
                </a:extLst>
              </p:cNvPr>
              <p:cNvPicPr/>
              <p:nvPr/>
            </p:nvPicPr>
            <p:blipFill>
              <a:blip r:embed="rId144"/>
              <a:stretch>
                <a:fillRect/>
              </a:stretch>
            </p:blipFill>
            <p:spPr>
              <a:xfrm>
                <a:off x="9861225" y="4266398"/>
                <a:ext cx="328038" cy="446892"/>
              </a:xfrm>
              <a:prstGeom prst="rect">
                <a:avLst/>
              </a:prstGeom>
            </p:spPr>
          </p:pic>
        </mc:Fallback>
      </mc:AlternateContent>
      <mc:AlternateContent xmlns:mc="http://schemas.openxmlformats.org/markup-compatibility/2006" xmlns:p14="http://schemas.microsoft.com/office/powerpoint/2010/main">
        <mc:Choice Requires="p14">
          <p:contentPart p14:bwMode="auto" r:id="rId145">
            <p14:nvContentPartPr>
              <p14:cNvPr id="76" name="Ink 75">
                <a:extLst>
                  <a:ext uri="{FF2B5EF4-FFF2-40B4-BE49-F238E27FC236}">
                    <a16:creationId xmlns:a16="http://schemas.microsoft.com/office/drawing/2014/main" id="{3202A022-B360-D6E9-2F32-430BFAC64F10}"/>
                  </a:ext>
                </a:extLst>
              </p14:cNvPr>
              <p14:cNvContentPartPr/>
              <p14:nvPr/>
            </p14:nvContentPartPr>
            <p14:xfrm>
              <a:off x="10546365" y="4307033"/>
              <a:ext cx="64484" cy="17316"/>
            </p14:xfrm>
          </p:contentPart>
        </mc:Choice>
        <mc:Fallback xmlns="">
          <p:pic>
            <p:nvPicPr>
              <p:cNvPr id="76" name="Ink 75">
                <a:extLst>
                  <a:ext uri="{FF2B5EF4-FFF2-40B4-BE49-F238E27FC236}">
                    <a16:creationId xmlns:a16="http://schemas.microsoft.com/office/drawing/2014/main" id="{3202A022-B360-D6E9-2F32-430BFAC64F10}"/>
                  </a:ext>
                </a:extLst>
              </p:cNvPr>
              <p:cNvPicPr/>
              <p:nvPr/>
            </p:nvPicPr>
            <p:blipFill>
              <a:blip r:embed="rId146"/>
              <a:stretch>
                <a:fillRect/>
              </a:stretch>
            </p:blipFill>
            <p:spPr>
              <a:xfrm>
                <a:off x="10528453" y="4289364"/>
                <a:ext cx="99950" cy="52301"/>
              </a:xfrm>
              <a:prstGeom prst="rect">
                <a:avLst/>
              </a:prstGeom>
            </p:spPr>
          </p:pic>
        </mc:Fallback>
      </mc:AlternateContent>
      <mc:AlternateContent xmlns:mc="http://schemas.openxmlformats.org/markup-compatibility/2006" xmlns:p14="http://schemas.microsoft.com/office/powerpoint/2010/main">
        <mc:Choice Requires="p14">
          <p:contentPart p14:bwMode="auto" r:id="rId147">
            <p14:nvContentPartPr>
              <p14:cNvPr id="77" name="Ink 76">
                <a:extLst>
                  <a:ext uri="{FF2B5EF4-FFF2-40B4-BE49-F238E27FC236}">
                    <a16:creationId xmlns:a16="http://schemas.microsoft.com/office/drawing/2014/main" id="{E4B1A74E-88D4-1D2E-E550-7EBE76395B9B}"/>
                  </a:ext>
                </a:extLst>
              </p14:cNvPr>
              <p14:cNvContentPartPr/>
              <p14:nvPr/>
            </p14:nvContentPartPr>
            <p14:xfrm>
              <a:off x="10362351" y="4095750"/>
              <a:ext cx="67523" cy="367014"/>
            </p14:xfrm>
          </p:contentPart>
        </mc:Choice>
        <mc:Fallback xmlns="">
          <p:pic>
            <p:nvPicPr>
              <p:cNvPr id="77" name="Ink 76">
                <a:extLst>
                  <a:ext uri="{FF2B5EF4-FFF2-40B4-BE49-F238E27FC236}">
                    <a16:creationId xmlns:a16="http://schemas.microsoft.com/office/drawing/2014/main" id="{E4B1A74E-88D4-1D2E-E550-7EBE76395B9B}"/>
                  </a:ext>
                </a:extLst>
              </p:cNvPr>
              <p:cNvPicPr/>
              <p:nvPr/>
            </p:nvPicPr>
            <p:blipFill>
              <a:blip r:embed="rId148"/>
              <a:stretch>
                <a:fillRect/>
              </a:stretch>
            </p:blipFill>
            <p:spPr>
              <a:xfrm>
                <a:off x="10344488" y="4077759"/>
                <a:ext cx="102892" cy="402636"/>
              </a:xfrm>
              <a:prstGeom prst="rect">
                <a:avLst/>
              </a:prstGeom>
            </p:spPr>
          </p:pic>
        </mc:Fallback>
      </mc:AlternateContent>
      <mc:AlternateContent xmlns:mc="http://schemas.openxmlformats.org/markup-compatibility/2006" xmlns:p14="http://schemas.microsoft.com/office/powerpoint/2010/main">
        <mc:Choice Requires="p14">
          <p:contentPart p14:bwMode="auto" r:id="rId149">
            <p14:nvContentPartPr>
              <p14:cNvPr id="78" name="Ink 77">
                <a:extLst>
                  <a:ext uri="{FF2B5EF4-FFF2-40B4-BE49-F238E27FC236}">
                    <a16:creationId xmlns:a16="http://schemas.microsoft.com/office/drawing/2014/main" id="{EDEB49CC-25CF-1FFE-0E04-3D6463AF235A}"/>
                  </a:ext>
                </a:extLst>
              </p14:cNvPr>
              <p14:cNvContentPartPr/>
              <p14:nvPr/>
            </p14:nvContentPartPr>
            <p14:xfrm>
              <a:off x="10409390" y="4076699"/>
              <a:ext cx="100394" cy="195721"/>
            </p14:xfrm>
          </p:contentPart>
        </mc:Choice>
        <mc:Fallback xmlns="">
          <p:pic>
            <p:nvPicPr>
              <p:cNvPr id="78" name="Ink 77">
                <a:extLst>
                  <a:ext uri="{FF2B5EF4-FFF2-40B4-BE49-F238E27FC236}">
                    <a16:creationId xmlns:a16="http://schemas.microsoft.com/office/drawing/2014/main" id="{EDEB49CC-25CF-1FFE-0E04-3D6463AF235A}"/>
                  </a:ext>
                </a:extLst>
              </p:cNvPr>
              <p:cNvPicPr/>
              <p:nvPr/>
            </p:nvPicPr>
            <p:blipFill>
              <a:blip r:embed="rId150"/>
              <a:stretch>
                <a:fillRect/>
              </a:stretch>
            </p:blipFill>
            <p:spPr>
              <a:xfrm>
                <a:off x="10391462" y="4058743"/>
                <a:ext cx="135890" cy="231274"/>
              </a:xfrm>
              <a:prstGeom prst="rect">
                <a:avLst/>
              </a:prstGeom>
            </p:spPr>
          </p:pic>
        </mc:Fallback>
      </mc:AlternateContent>
      <mc:AlternateContent xmlns:mc="http://schemas.openxmlformats.org/markup-compatibility/2006" xmlns:p14="http://schemas.microsoft.com/office/powerpoint/2010/main">
        <mc:Choice Requires="p14">
          <p:contentPart p14:bwMode="auto" r:id="rId151">
            <p14:nvContentPartPr>
              <p14:cNvPr id="79" name="Ink 78">
                <a:extLst>
                  <a:ext uri="{FF2B5EF4-FFF2-40B4-BE49-F238E27FC236}">
                    <a16:creationId xmlns:a16="http://schemas.microsoft.com/office/drawing/2014/main" id="{11E0B832-678C-D692-28EB-DCE081FDD73C}"/>
                  </a:ext>
                </a:extLst>
              </p14:cNvPr>
              <p14:cNvContentPartPr/>
              <p14:nvPr/>
            </p14:nvContentPartPr>
            <p14:xfrm>
              <a:off x="10431550" y="4342292"/>
              <a:ext cx="133476" cy="129651"/>
            </p14:xfrm>
          </p:contentPart>
        </mc:Choice>
        <mc:Fallback xmlns="">
          <p:pic>
            <p:nvPicPr>
              <p:cNvPr id="79" name="Ink 78">
                <a:extLst>
                  <a:ext uri="{FF2B5EF4-FFF2-40B4-BE49-F238E27FC236}">
                    <a16:creationId xmlns:a16="http://schemas.microsoft.com/office/drawing/2014/main" id="{11E0B832-678C-D692-28EB-DCE081FDD73C}"/>
                  </a:ext>
                </a:extLst>
              </p:cNvPr>
              <p:cNvPicPr/>
              <p:nvPr/>
            </p:nvPicPr>
            <p:blipFill>
              <a:blip r:embed="rId152"/>
              <a:stretch>
                <a:fillRect/>
              </a:stretch>
            </p:blipFill>
            <p:spPr>
              <a:xfrm>
                <a:off x="10413610" y="4324335"/>
                <a:ext cx="168998" cy="165206"/>
              </a:xfrm>
              <a:prstGeom prst="rect">
                <a:avLst/>
              </a:prstGeom>
            </p:spPr>
          </p:pic>
        </mc:Fallback>
      </mc:AlternateContent>
      <mc:AlternateContent xmlns:mc="http://schemas.openxmlformats.org/markup-compatibility/2006" xmlns:p14="http://schemas.microsoft.com/office/powerpoint/2010/main">
        <mc:Choice Requires="p14">
          <p:contentPart p14:bwMode="auto" r:id="rId153">
            <p14:nvContentPartPr>
              <p14:cNvPr id="80" name="Ink 79">
                <a:extLst>
                  <a:ext uri="{FF2B5EF4-FFF2-40B4-BE49-F238E27FC236}">
                    <a16:creationId xmlns:a16="http://schemas.microsoft.com/office/drawing/2014/main" id="{9A79D728-794E-8745-1976-E1916D231979}"/>
                  </a:ext>
                </a:extLst>
              </p14:cNvPr>
              <p14:cNvContentPartPr/>
              <p14:nvPr/>
            </p14:nvContentPartPr>
            <p14:xfrm>
              <a:off x="10655362" y="4324350"/>
              <a:ext cx="116847" cy="161218"/>
            </p14:xfrm>
          </p:contentPart>
        </mc:Choice>
        <mc:Fallback xmlns="">
          <p:pic>
            <p:nvPicPr>
              <p:cNvPr id="80" name="Ink 79">
                <a:extLst>
                  <a:ext uri="{FF2B5EF4-FFF2-40B4-BE49-F238E27FC236}">
                    <a16:creationId xmlns:a16="http://schemas.microsoft.com/office/drawing/2014/main" id="{9A79D728-794E-8745-1976-E1916D231979}"/>
                  </a:ext>
                </a:extLst>
              </p:cNvPr>
              <p:cNvPicPr/>
              <p:nvPr/>
            </p:nvPicPr>
            <p:blipFill>
              <a:blip r:embed="rId154"/>
              <a:stretch>
                <a:fillRect/>
              </a:stretch>
            </p:blipFill>
            <p:spPr>
              <a:xfrm>
                <a:off x="10637386" y="4306357"/>
                <a:ext cx="152440" cy="196844"/>
              </a:xfrm>
              <a:prstGeom prst="rect">
                <a:avLst/>
              </a:prstGeom>
            </p:spPr>
          </p:pic>
        </mc:Fallback>
      </mc:AlternateContent>
      <mc:AlternateContent xmlns:mc="http://schemas.openxmlformats.org/markup-compatibility/2006" xmlns:p14="http://schemas.microsoft.com/office/powerpoint/2010/main">
        <mc:Choice Requires="p14">
          <p:contentPart p14:bwMode="auto" r:id="rId155">
            <p14:nvContentPartPr>
              <p14:cNvPr id="81" name="Ink 80">
                <a:extLst>
                  <a:ext uri="{FF2B5EF4-FFF2-40B4-BE49-F238E27FC236}">
                    <a16:creationId xmlns:a16="http://schemas.microsoft.com/office/drawing/2014/main" id="{6DED57F6-CED6-2812-217C-E2817E6B654E}"/>
                  </a:ext>
                </a:extLst>
              </p14:cNvPr>
              <p14:cNvContentPartPr/>
              <p14:nvPr/>
            </p14:nvContentPartPr>
            <p14:xfrm>
              <a:off x="10828625" y="4219574"/>
              <a:ext cx="185611" cy="304467"/>
            </p14:xfrm>
          </p:contentPart>
        </mc:Choice>
        <mc:Fallback xmlns="">
          <p:pic>
            <p:nvPicPr>
              <p:cNvPr id="81" name="Ink 80">
                <a:extLst>
                  <a:ext uri="{FF2B5EF4-FFF2-40B4-BE49-F238E27FC236}">
                    <a16:creationId xmlns:a16="http://schemas.microsoft.com/office/drawing/2014/main" id="{6DED57F6-CED6-2812-217C-E2817E6B654E}"/>
                  </a:ext>
                </a:extLst>
              </p:cNvPr>
              <p:cNvPicPr/>
              <p:nvPr/>
            </p:nvPicPr>
            <p:blipFill>
              <a:blip r:embed="rId156"/>
              <a:stretch>
                <a:fillRect/>
              </a:stretch>
            </p:blipFill>
            <p:spPr>
              <a:xfrm>
                <a:off x="10810639" y="4201601"/>
                <a:ext cx="221222" cy="340054"/>
              </a:xfrm>
              <a:prstGeom prst="rect">
                <a:avLst/>
              </a:prstGeom>
            </p:spPr>
          </p:pic>
        </mc:Fallback>
      </mc:AlternateContent>
      <mc:AlternateContent xmlns:mc="http://schemas.openxmlformats.org/markup-compatibility/2006" xmlns:p14="http://schemas.microsoft.com/office/powerpoint/2010/main">
        <mc:Choice Requires="p14">
          <p:contentPart p14:bwMode="auto" r:id="rId157">
            <p14:nvContentPartPr>
              <p14:cNvPr id="82" name="Ink 81">
                <a:extLst>
                  <a:ext uri="{FF2B5EF4-FFF2-40B4-BE49-F238E27FC236}">
                    <a16:creationId xmlns:a16="http://schemas.microsoft.com/office/drawing/2014/main" id="{008B6CAF-A71A-1777-1D99-F0E995BF3818}"/>
                  </a:ext>
                </a:extLst>
              </p14:cNvPr>
              <p14:cNvContentPartPr/>
              <p14:nvPr/>
            </p14:nvContentPartPr>
            <p14:xfrm>
              <a:off x="6357870" y="4656844"/>
              <a:ext cx="1766088" cy="582416"/>
            </p14:xfrm>
          </p:contentPart>
        </mc:Choice>
        <mc:Fallback xmlns="">
          <p:pic>
            <p:nvPicPr>
              <p:cNvPr id="82" name="Ink 81">
                <a:extLst>
                  <a:ext uri="{FF2B5EF4-FFF2-40B4-BE49-F238E27FC236}">
                    <a16:creationId xmlns:a16="http://schemas.microsoft.com/office/drawing/2014/main" id="{008B6CAF-A71A-1777-1D99-F0E995BF3818}"/>
                  </a:ext>
                </a:extLst>
              </p:cNvPr>
              <p:cNvPicPr/>
              <p:nvPr/>
            </p:nvPicPr>
            <p:blipFill>
              <a:blip r:embed="rId158"/>
              <a:stretch>
                <a:fillRect/>
              </a:stretch>
            </p:blipFill>
            <p:spPr>
              <a:xfrm>
                <a:off x="6339871" y="4638846"/>
                <a:ext cx="1801727" cy="618052"/>
              </a:xfrm>
              <a:prstGeom prst="rect">
                <a:avLst/>
              </a:prstGeom>
            </p:spPr>
          </p:pic>
        </mc:Fallback>
      </mc:AlternateContent>
      <mc:AlternateContent xmlns:mc="http://schemas.openxmlformats.org/markup-compatibility/2006" xmlns:p14="http://schemas.microsoft.com/office/powerpoint/2010/main">
        <mc:Choice Requires="p14">
          <p:contentPart p14:bwMode="auto" r:id="rId159">
            <p14:nvContentPartPr>
              <p14:cNvPr id="83" name="Ink 82">
                <a:extLst>
                  <a:ext uri="{FF2B5EF4-FFF2-40B4-BE49-F238E27FC236}">
                    <a16:creationId xmlns:a16="http://schemas.microsoft.com/office/drawing/2014/main" id="{511AFB53-0D9B-6BFF-82B4-0CEB6F60F8BC}"/>
                  </a:ext>
                </a:extLst>
              </p14:cNvPr>
              <p14:cNvContentPartPr/>
              <p14:nvPr/>
            </p14:nvContentPartPr>
            <p14:xfrm>
              <a:off x="6237520" y="4610100"/>
              <a:ext cx="163835" cy="231188"/>
            </p14:xfrm>
          </p:contentPart>
        </mc:Choice>
        <mc:Fallback xmlns="">
          <p:pic>
            <p:nvPicPr>
              <p:cNvPr id="83" name="Ink 82">
                <a:extLst>
                  <a:ext uri="{FF2B5EF4-FFF2-40B4-BE49-F238E27FC236}">
                    <a16:creationId xmlns:a16="http://schemas.microsoft.com/office/drawing/2014/main" id="{511AFB53-0D9B-6BFF-82B4-0CEB6F60F8BC}"/>
                  </a:ext>
                </a:extLst>
              </p:cNvPr>
              <p:cNvPicPr/>
              <p:nvPr/>
            </p:nvPicPr>
            <p:blipFill>
              <a:blip r:embed="rId160"/>
              <a:stretch>
                <a:fillRect/>
              </a:stretch>
            </p:blipFill>
            <p:spPr>
              <a:xfrm>
                <a:off x="6219556" y="4592123"/>
                <a:ext cx="199404" cy="266783"/>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84" name="Ink 83">
                <a:extLst>
                  <a:ext uri="{FF2B5EF4-FFF2-40B4-BE49-F238E27FC236}">
                    <a16:creationId xmlns:a16="http://schemas.microsoft.com/office/drawing/2014/main" id="{B60F3CC5-AE90-7237-4925-0F1490EC1BCB}"/>
                  </a:ext>
                </a:extLst>
              </p14:cNvPr>
              <p14:cNvContentPartPr/>
              <p14:nvPr/>
            </p14:nvContentPartPr>
            <p14:xfrm>
              <a:off x="8214597" y="5165566"/>
              <a:ext cx="341158" cy="332126"/>
            </p14:xfrm>
          </p:contentPart>
        </mc:Choice>
        <mc:Fallback xmlns="">
          <p:pic>
            <p:nvPicPr>
              <p:cNvPr id="84" name="Ink 83">
                <a:extLst>
                  <a:ext uri="{FF2B5EF4-FFF2-40B4-BE49-F238E27FC236}">
                    <a16:creationId xmlns:a16="http://schemas.microsoft.com/office/drawing/2014/main" id="{B60F3CC5-AE90-7237-4925-0F1490EC1BCB}"/>
                  </a:ext>
                </a:extLst>
              </p:cNvPr>
              <p:cNvPicPr/>
              <p:nvPr/>
            </p:nvPicPr>
            <p:blipFill>
              <a:blip r:embed="rId162"/>
              <a:stretch>
                <a:fillRect/>
              </a:stretch>
            </p:blipFill>
            <p:spPr>
              <a:xfrm>
                <a:off x="8196603" y="5147594"/>
                <a:ext cx="376785" cy="367711"/>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85" name="Ink 84">
                <a:extLst>
                  <a:ext uri="{FF2B5EF4-FFF2-40B4-BE49-F238E27FC236}">
                    <a16:creationId xmlns:a16="http://schemas.microsoft.com/office/drawing/2014/main" id="{4FA620A0-0025-A676-E0D8-E46C5F143BEE}"/>
                  </a:ext>
                </a:extLst>
              </p14:cNvPr>
              <p14:cNvContentPartPr/>
              <p14:nvPr/>
            </p14:nvContentPartPr>
            <p14:xfrm>
              <a:off x="8710758" y="5343525"/>
              <a:ext cx="14009" cy="172326"/>
            </p14:xfrm>
          </p:contentPart>
        </mc:Choice>
        <mc:Fallback xmlns="">
          <p:pic>
            <p:nvPicPr>
              <p:cNvPr id="85" name="Ink 84">
                <a:extLst>
                  <a:ext uri="{FF2B5EF4-FFF2-40B4-BE49-F238E27FC236}">
                    <a16:creationId xmlns:a16="http://schemas.microsoft.com/office/drawing/2014/main" id="{4FA620A0-0025-A676-E0D8-E46C5F143BEE}"/>
                  </a:ext>
                </a:extLst>
              </p:cNvPr>
              <p:cNvPicPr/>
              <p:nvPr/>
            </p:nvPicPr>
            <p:blipFill>
              <a:blip r:embed="rId164"/>
              <a:stretch>
                <a:fillRect/>
              </a:stretch>
            </p:blipFill>
            <p:spPr>
              <a:xfrm>
                <a:off x="8693247" y="5325537"/>
                <a:ext cx="48681" cy="207942"/>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86" name="Ink 85">
                <a:extLst>
                  <a:ext uri="{FF2B5EF4-FFF2-40B4-BE49-F238E27FC236}">
                    <a16:creationId xmlns:a16="http://schemas.microsoft.com/office/drawing/2014/main" id="{F4C99D01-B600-565F-6A45-292E971CA56B}"/>
                  </a:ext>
                </a:extLst>
              </p14:cNvPr>
              <p14:cNvContentPartPr/>
              <p14:nvPr/>
            </p14:nvContentPartPr>
            <p14:xfrm>
              <a:off x="8724900" y="5154504"/>
              <a:ext cx="46194" cy="74720"/>
            </p14:xfrm>
          </p:contentPart>
        </mc:Choice>
        <mc:Fallback xmlns="">
          <p:pic>
            <p:nvPicPr>
              <p:cNvPr id="86" name="Ink 85">
                <a:extLst>
                  <a:ext uri="{FF2B5EF4-FFF2-40B4-BE49-F238E27FC236}">
                    <a16:creationId xmlns:a16="http://schemas.microsoft.com/office/drawing/2014/main" id="{F4C99D01-B600-565F-6A45-292E971CA56B}"/>
                  </a:ext>
                </a:extLst>
              </p:cNvPr>
              <p:cNvPicPr/>
              <p:nvPr/>
            </p:nvPicPr>
            <p:blipFill>
              <a:blip r:embed="rId166"/>
              <a:stretch>
                <a:fillRect/>
              </a:stretch>
            </p:blipFill>
            <p:spPr>
              <a:xfrm>
                <a:off x="8706995" y="5136628"/>
                <a:ext cx="81645" cy="110114"/>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87" name="Ink 86">
                <a:extLst>
                  <a:ext uri="{FF2B5EF4-FFF2-40B4-BE49-F238E27FC236}">
                    <a16:creationId xmlns:a16="http://schemas.microsoft.com/office/drawing/2014/main" id="{45442F6E-C710-9884-8B16-E34C14D06642}"/>
                  </a:ext>
                </a:extLst>
              </p14:cNvPr>
              <p14:cNvContentPartPr/>
              <p14:nvPr/>
            </p14:nvContentPartPr>
            <p14:xfrm>
              <a:off x="8785956" y="5303448"/>
              <a:ext cx="114602" cy="240780"/>
            </p14:xfrm>
          </p:contentPart>
        </mc:Choice>
        <mc:Fallback xmlns="">
          <p:pic>
            <p:nvPicPr>
              <p:cNvPr id="87" name="Ink 86">
                <a:extLst>
                  <a:ext uri="{FF2B5EF4-FFF2-40B4-BE49-F238E27FC236}">
                    <a16:creationId xmlns:a16="http://schemas.microsoft.com/office/drawing/2014/main" id="{45442F6E-C710-9884-8B16-E34C14D06642}"/>
                  </a:ext>
                </a:extLst>
              </p:cNvPr>
              <p:cNvPicPr/>
              <p:nvPr/>
            </p:nvPicPr>
            <p:blipFill>
              <a:blip r:embed="rId168"/>
              <a:stretch>
                <a:fillRect/>
              </a:stretch>
            </p:blipFill>
            <p:spPr>
              <a:xfrm>
                <a:off x="8768049" y="5285479"/>
                <a:ext cx="150057" cy="276358"/>
              </a:xfrm>
              <a:prstGeom prst="rect">
                <a:avLst/>
              </a:prstGeom>
            </p:spPr>
          </p:pic>
        </mc:Fallback>
      </mc:AlternateContent>
      <mc:AlternateContent xmlns:mc="http://schemas.openxmlformats.org/markup-compatibility/2006" xmlns:p14="http://schemas.microsoft.com/office/powerpoint/2010/main">
        <mc:Choice Requires="p14">
          <p:contentPart p14:bwMode="auto" r:id="rId169">
            <p14:nvContentPartPr>
              <p14:cNvPr id="88" name="Ink 87">
                <a:extLst>
                  <a:ext uri="{FF2B5EF4-FFF2-40B4-BE49-F238E27FC236}">
                    <a16:creationId xmlns:a16="http://schemas.microsoft.com/office/drawing/2014/main" id="{2056933E-90A6-72FE-AAAA-7FB16955F3F6}"/>
                  </a:ext>
                </a:extLst>
              </p14:cNvPr>
              <p14:cNvContentPartPr/>
              <p14:nvPr/>
            </p14:nvContentPartPr>
            <p14:xfrm>
              <a:off x="8982561" y="5334096"/>
              <a:ext cx="93224" cy="204332"/>
            </p14:xfrm>
          </p:contentPart>
        </mc:Choice>
        <mc:Fallback xmlns="">
          <p:pic>
            <p:nvPicPr>
              <p:cNvPr id="88" name="Ink 87">
                <a:extLst>
                  <a:ext uri="{FF2B5EF4-FFF2-40B4-BE49-F238E27FC236}">
                    <a16:creationId xmlns:a16="http://schemas.microsoft.com/office/drawing/2014/main" id="{2056933E-90A6-72FE-AAAA-7FB16955F3F6}"/>
                  </a:ext>
                </a:extLst>
              </p:cNvPr>
              <p:cNvPicPr/>
              <p:nvPr/>
            </p:nvPicPr>
            <p:blipFill>
              <a:blip r:embed="rId170"/>
              <a:stretch>
                <a:fillRect/>
              </a:stretch>
            </p:blipFill>
            <p:spPr>
              <a:xfrm>
                <a:off x="8964633" y="5316109"/>
                <a:ext cx="128721" cy="239946"/>
              </a:xfrm>
              <a:prstGeom prst="rect">
                <a:avLst/>
              </a:prstGeom>
            </p:spPr>
          </p:pic>
        </mc:Fallback>
      </mc:AlternateContent>
      <mc:AlternateContent xmlns:mc="http://schemas.openxmlformats.org/markup-compatibility/2006" xmlns:p14="http://schemas.microsoft.com/office/powerpoint/2010/main">
        <mc:Choice Requires="p14">
          <p:contentPart p14:bwMode="auto" r:id="rId171">
            <p14:nvContentPartPr>
              <p14:cNvPr id="89" name="Ink 88">
                <a:extLst>
                  <a:ext uri="{FF2B5EF4-FFF2-40B4-BE49-F238E27FC236}">
                    <a16:creationId xmlns:a16="http://schemas.microsoft.com/office/drawing/2014/main" id="{C2721F5B-5322-2C67-280F-90B76C9A911B}"/>
                  </a:ext>
                </a:extLst>
              </p14:cNvPr>
              <p14:cNvContentPartPr/>
              <p14:nvPr/>
            </p14:nvContentPartPr>
            <p14:xfrm>
              <a:off x="9114312" y="5320502"/>
              <a:ext cx="155510" cy="184389"/>
            </p14:xfrm>
          </p:contentPart>
        </mc:Choice>
        <mc:Fallback xmlns="">
          <p:pic>
            <p:nvPicPr>
              <p:cNvPr id="89" name="Ink 88">
                <a:extLst>
                  <a:ext uri="{FF2B5EF4-FFF2-40B4-BE49-F238E27FC236}">
                    <a16:creationId xmlns:a16="http://schemas.microsoft.com/office/drawing/2014/main" id="{C2721F5B-5322-2C67-280F-90B76C9A911B}"/>
                  </a:ext>
                </a:extLst>
              </p:cNvPr>
              <p:cNvPicPr/>
              <p:nvPr/>
            </p:nvPicPr>
            <p:blipFill>
              <a:blip r:embed="rId172"/>
              <a:stretch>
                <a:fillRect/>
              </a:stretch>
            </p:blipFill>
            <p:spPr>
              <a:xfrm>
                <a:off x="9096355" y="5302565"/>
                <a:ext cx="191065" cy="219904"/>
              </a:xfrm>
              <a:prstGeom prst="rect">
                <a:avLst/>
              </a:prstGeom>
            </p:spPr>
          </p:pic>
        </mc:Fallback>
      </mc:AlternateContent>
      <mc:AlternateContent xmlns:mc="http://schemas.openxmlformats.org/markup-compatibility/2006" xmlns:p14="http://schemas.microsoft.com/office/powerpoint/2010/main">
        <mc:Choice Requires="p14">
          <p:contentPart p14:bwMode="auto" r:id="rId173">
            <p14:nvContentPartPr>
              <p14:cNvPr id="90" name="Ink 89">
                <a:extLst>
                  <a:ext uri="{FF2B5EF4-FFF2-40B4-BE49-F238E27FC236}">
                    <a16:creationId xmlns:a16="http://schemas.microsoft.com/office/drawing/2014/main" id="{6AFAAB40-99BC-FCC4-0502-D1A70CD5DA6F}"/>
                  </a:ext>
                </a:extLst>
              </p14:cNvPr>
              <p14:cNvContentPartPr/>
              <p14:nvPr/>
            </p14:nvContentPartPr>
            <p14:xfrm>
              <a:off x="9458324" y="5381625"/>
              <a:ext cx="50149" cy="11906"/>
            </p14:xfrm>
          </p:contentPart>
        </mc:Choice>
        <mc:Fallback xmlns="">
          <p:pic>
            <p:nvPicPr>
              <p:cNvPr id="90" name="Ink 89">
                <a:extLst>
                  <a:ext uri="{FF2B5EF4-FFF2-40B4-BE49-F238E27FC236}">
                    <a16:creationId xmlns:a16="http://schemas.microsoft.com/office/drawing/2014/main" id="{6AFAAB40-99BC-FCC4-0502-D1A70CD5DA6F}"/>
                  </a:ext>
                </a:extLst>
              </p:cNvPr>
              <p:cNvPicPr/>
              <p:nvPr/>
            </p:nvPicPr>
            <p:blipFill>
              <a:blip r:embed="rId174"/>
              <a:stretch>
                <a:fillRect/>
              </a:stretch>
            </p:blipFill>
            <p:spPr>
              <a:xfrm>
                <a:off x="9440541" y="5354566"/>
                <a:ext cx="85360" cy="65483"/>
              </a:xfrm>
              <a:prstGeom prst="rect">
                <a:avLst/>
              </a:prstGeom>
            </p:spPr>
          </p:pic>
        </mc:Fallback>
      </mc:AlternateContent>
      <mc:AlternateContent xmlns:mc="http://schemas.openxmlformats.org/markup-compatibility/2006" xmlns:p14="http://schemas.microsoft.com/office/powerpoint/2010/main">
        <mc:Choice Requires="p14">
          <p:contentPart p14:bwMode="auto" r:id="rId175">
            <p14:nvContentPartPr>
              <p14:cNvPr id="91" name="Ink 90">
                <a:extLst>
                  <a:ext uri="{FF2B5EF4-FFF2-40B4-BE49-F238E27FC236}">
                    <a16:creationId xmlns:a16="http://schemas.microsoft.com/office/drawing/2014/main" id="{A0A1CC03-0C1E-9B23-43D7-7086F09D3CA9}"/>
                  </a:ext>
                </a:extLst>
              </p14:cNvPr>
              <p14:cNvContentPartPr/>
              <p14:nvPr/>
            </p14:nvContentPartPr>
            <p14:xfrm>
              <a:off x="9628199" y="5162551"/>
              <a:ext cx="211126" cy="417690"/>
            </p14:xfrm>
          </p:contentPart>
        </mc:Choice>
        <mc:Fallback xmlns="">
          <p:pic>
            <p:nvPicPr>
              <p:cNvPr id="91" name="Ink 90">
                <a:extLst>
                  <a:ext uri="{FF2B5EF4-FFF2-40B4-BE49-F238E27FC236}">
                    <a16:creationId xmlns:a16="http://schemas.microsoft.com/office/drawing/2014/main" id="{A0A1CC03-0C1E-9B23-43D7-7086F09D3CA9}"/>
                  </a:ext>
                </a:extLst>
              </p:cNvPr>
              <p:cNvPicPr/>
              <p:nvPr/>
            </p:nvPicPr>
            <p:blipFill>
              <a:blip r:embed="rId176"/>
              <a:stretch>
                <a:fillRect/>
              </a:stretch>
            </p:blipFill>
            <p:spPr>
              <a:xfrm>
                <a:off x="9610216" y="5144578"/>
                <a:ext cx="246733" cy="453276"/>
              </a:xfrm>
              <a:prstGeom prst="rect">
                <a:avLst/>
              </a:prstGeom>
            </p:spPr>
          </p:pic>
        </mc:Fallback>
      </mc:AlternateContent>
      <mc:AlternateContent xmlns:mc="http://schemas.openxmlformats.org/markup-compatibility/2006" xmlns:p14="http://schemas.microsoft.com/office/powerpoint/2010/main">
        <mc:Choice Requires="p14">
          <p:contentPart p14:bwMode="auto" r:id="rId177">
            <p14:nvContentPartPr>
              <p14:cNvPr id="92" name="Ink 91">
                <a:extLst>
                  <a:ext uri="{FF2B5EF4-FFF2-40B4-BE49-F238E27FC236}">
                    <a16:creationId xmlns:a16="http://schemas.microsoft.com/office/drawing/2014/main" id="{96DD9EE3-DF4A-F7F0-2803-BB7D4BDB60E0}"/>
                  </a:ext>
                </a:extLst>
              </p14:cNvPr>
              <p14:cNvContentPartPr/>
              <p14:nvPr/>
            </p14:nvContentPartPr>
            <p14:xfrm>
              <a:off x="9809114" y="5474721"/>
              <a:ext cx="258811" cy="137614"/>
            </p14:xfrm>
          </p:contentPart>
        </mc:Choice>
        <mc:Fallback xmlns="">
          <p:pic>
            <p:nvPicPr>
              <p:cNvPr id="92" name="Ink 91">
                <a:extLst>
                  <a:ext uri="{FF2B5EF4-FFF2-40B4-BE49-F238E27FC236}">
                    <a16:creationId xmlns:a16="http://schemas.microsoft.com/office/drawing/2014/main" id="{96DD9EE3-DF4A-F7F0-2803-BB7D4BDB60E0}"/>
                  </a:ext>
                </a:extLst>
              </p:cNvPr>
              <p:cNvPicPr/>
              <p:nvPr/>
            </p:nvPicPr>
            <p:blipFill>
              <a:blip r:embed="rId178"/>
              <a:stretch>
                <a:fillRect/>
              </a:stretch>
            </p:blipFill>
            <p:spPr>
              <a:xfrm>
                <a:off x="9791141" y="5456756"/>
                <a:ext cx="294398" cy="173185"/>
              </a:xfrm>
              <a:prstGeom prst="rect">
                <a:avLst/>
              </a:prstGeom>
            </p:spPr>
          </p:pic>
        </mc:Fallback>
      </mc:AlternateContent>
      <mc:AlternateContent xmlns:mc="http://schemas.openxmlformats.org/markup-compatibility/2006" xmlns:p14="http://schemas.microsoft.com/office/powerpoint/2010/main">
        <mc:Choice Requires="p14">
          <p:contentPart p14:bwMode="auto" r:id="rId179">
            <p14:nvContentPartPr>
              <p14:cNvPr id="93" name="Ink 92">
                <a:extLst>
                  <a:ext uri="{FF2B5EF4-FFF2-40B4-BE49-F238E27FC236}">
                    <a16:creationId xmlns:a16="http://schemas.microsoft.com/office/drawing/2014/main" id="{F5EF7DAD-F1A4-0430-4D5A-887123030E05}"/>
                  </a:ext>
                </a:extLst>
              </p14:cNvPr>
              <p14:cNvContentPartPr/>
              <p14:nvPr/>
            </p14:nvContentPartPr>
            <p14:xfrm>
              <a:off x="10005724" y="5448301"/>
              <a:ext cx="153289" cy="167236"/>
            </p14:xfrm>
          </p:contentPart>
        </mc:Choice>
        <mc:Fallback xmlns="">
          <p:pic>
            <p:nvPicPr>
              <p:cNvPr id="93" name="Ink 92">
                <a:extLst>
                  <a:ext uri="{FF2B5EF4-FFF2-40B4-BE49-F238E27FC236}">
                    <a16:creationId xmlns:a16="http://schemas.microsoft.com/office/drawing/2014/main" id="{F5EF7DAD-F1A4-0430-4D5A-887123030E05}"/>
                  </a:ext>
                </a:extLst>
              </p:cNvPr>
              <p:cNvPicPr/>
              <p:nvPr/>
            </p:nvPicPr>
            <p:blipFill>
              <a:blip r:embed="rId180"/>
              <a:stretch>
                <a:fillRect/>
              </a:stretch>
            </p:blipFill>
            <p:spPr>
              <a:xfrm>
                <a:off x="9987774" y="5430357"/>
                <a:ext cx="188829" cy="202765"/>
              </a:xfrm>
              <a:prstGeom prst="rect">
                <a:avLst/>
              </a:prstGeom>
            </p:spPr>
          </p:pic>
        </mc:Fallback>
      </mc:AlternateContent>
      <mc:AlternateContent xmlns:mc="http://schemas.openxmlformats.org/markup-compatibility/2006" xmlns:p14="http://schemas.microsoft.com/office/powerpoint/2010/main">
        <mc:Choice Requires="p14">
          <p:contentPart p14:bwMode="auto" r:id="rId181">
            <p14:nvContentPartPr>
              <p14:cNvPr id="94" name="Ink 93">
                <a:extLst>
                  <a:ext uri="{FF2B5EF4-FFF2-40B4-BE49-F238E27FC236}">
                    <a16:creationId xmlns:a16="http://schemas.microsoft.com/office/drawing/2014/main" id="{FC55C207-2857-2A7B-15E9-E6E1D9A63A75}"/>
                  </a:ext>
                </a:extLst>
              </p14:cNvPr>
              <p14:cNvContentPartPr/>
              <p14:nvPr/>
            </p14:nvContentPartPr>
            <p14:xfrm>
              <a:off x="10238711" y="5295900"/>
              <a:ext cx="19714" cy="298226"/>
            </p14:xfrm>
          </p:contentPart>
        </mc:Choice>
        <mc:Fallback xmlns="">
          <p:pic>
            <p:nvPicPr>
              <p:cNvPr id="94" name="Ink 93">
                <a:extLst>
                  <a:ext uri="{FF2B5EF4-FFF2-40B4-BE49-F238E27FC236}">
                    <a16:creationId xmlns:a16="http://schemas.microsoft.com/office/drawing/2014/main" id="{FC55C207-2857-2A7B-15E9-E6E1D9A63A75}"/>
                  </a:ext>
                </a:extLst>
              </p:cNvPr>
              <p:cNvPicPr/>
              <p:nvPr/>
            </p:nvPicPr>
            <p:blipFill>
              <a:blip r:embed="rId182"/>
              <a:stretch>
                <a:fillRect/>
              </a:stretch>
            </p:blipFill>
            <p:spPr>
              <a:xfrm>
                <a:off x="10220789" y="5277913"/>
                <a:ext cx="55199" cy="333840"/>
              </a:xfrm>
              <a:prstGeom prst="rect">
                <a:avLst/>
              </a:prstGeom>
            </p:spPr>
          </p:pic>
        </mc:Fallback>
      </mc:AlternateContent>
      <mc:AlternateContent xmlns:mc="http://schemas.openxmlformats.org/markup-compatibility/2006" xmlns:p14="http://schemas.microsoft.com/office/powerpoint/2010/main">
        <mc:Choice Requires="p14">
          <p:contentPart p14:bwMode="auto" r:id="rId183">
            <p14:nvContentPartPr>
              <p14:cNvPr id="95" name="Ink 94">
                <a:extLst>
                  <a:ext uri="{FF2B5EF4-FFF2-40B4-BE49-F238E27FC236}">
                    <a16:creationId xmlns:a16="http://schemas.microsoft.com/office/drawing/2014/main" id="{FA112DD0-7760-8C4D-CE26-279A92E6A4A6}"/>
                  </a:ext>
                </a:extLst>
              </p14:cNvPr>
              <p14:cNvContentPartPr/>
              <p14:nvPr/>
            </p14:nvContentPartPr>
            <p14:xfrm>
              <a:off x="10163176" y="5416986"/>
              <a:ext cx="129047" cy="59888"/>
            </p14:xfrm>
          </p:contentPart>
        </mc:Choice>
        <mc:Fallback xmlns="">
          <p:pic>
            <p:nvPicPr>
              <p:cNvPr id="95" name="Ink 94">
                <a:extLst>
                  <a:ext uri="{FF2B5EF4-FFF2-40B4-BE49-F238E27FC236}">
                    <a16:creationId xmlns:a16="http://schemas.microsoft.com/office/drawing/2014/main" id="{FA112DD0-7760-8C4D-CE26-279A92E6A4A6}"/>
                  </a:ext>
                </a:extLst>
              </p:cNvPr>
              <p:cNvPicPr/>
              <p:nvPr/>
            </p:nvPicPr>
            <p:blipFill>
              <a:blip r:embed="rId184"/>
              <a:stretch>
                <a:fillRect/>
              </a:stretch>
            </p:blipFill>
            <p:spPr>
              <a:xfrm>
                <a:off x="10145203" y="5399055"/>
                <a:ext cx="164634" cy="95390"/>
              </a:xfrm>
              <a:prstGeom prst="rect">
                <a:avLst/>
              </a:prstGeom>
            </p:spPr>
          </p:pic>
        </mc:Fallback>
      </mc:AlternateContent>
      <mc:AlternateContent xmlns:mc="http://schemas.openxmlformats.org/markup-compatibility/2006" xmlns:p14="http://schemas.microsoft.com/office/powerpoint/2010/main">
        <mc:Choice Requires="p14">
          <p:contentPart p14:bwMode="auto" r:id="rId185">
            <p14:nvContentPartPr>
              <p14:cNvPr id="96" name="Ink 95">
                <a:extLst>
                  <a:ext uri="{FF2B5EF4-FFF2-40B4-BE49-F238E27FC236}">
                    <a16:creationId xmlns:a16="http://schemas.microsoft.com/office/drawing/2014/main" id="{22C91DAD-7EE9-230B-17EF-F89ED8239515}"/>
                  </a:ext>
                </a:extLst>
              </p14:cNvPr>
              <p14:cNvContentPartPr/>
              <p14:nvPr/>
            </p14:nvContentPartPr>
            <p14:xfrm>
              <a:off x="10296805" y="5496860"/>
              <a:ext cx="114960" cy="132282"/>
            </p14:xfrm>
          </p:contentPart>
        </mc:Choice>
        <mc:Fallback xmlns="">
          <p:pic>
            <p:nvPicPr>
              <p:cNvPr id="96" name="Ink 95">
                <a:extLst>
                  <a:ext uri="{FF2B5EF4-FFF2-40B4-BE49-F238E27FC236}">
                    <a16:creationId xmlns:a16="http://schemas.microsoft.com/office/drawing/2014/main" id="{22C91DAD-7EE9-230B-17EF-F89ED8239515}"/>
                  </a:ext>
                </a:extLst>
              </p:cNvPr>
              <p:cNvPicPr/>
              <p:nvPr/>
            </p:nvPicPr>
            <p:blipFill>
              <a:blip r:embed="rId186"/>
              <a:stretch>
                <a:fillRect/>
              </a:stretch>
            </p:blipFill>
            <p:spPr>
              <a:xfrm>
                <a:off x="10278842" y="5478936"/>
                <a:ext cx="150526" cy="167772"/>
              </a:xfrm>
              <a:prstGeom prst="rect">
                <a:avLst/>
              </a:prstGeom>
            </p:spPr>
          </p:pic>
        </mc:Fallback>
      </mc:AlternateContent>
      <mc:AlternateContent xmlns:mc="http://schemas.openxmlformats.org/markup-compatibility/2006" xmlns:p14="http://schemas.microsoft.com/office/powerpoint/2010/main">
        <mc:Choice Requires="p14">
          <p:contentPart p14:bwMode="auto" r:id="rId187">
            <p14:nvContentPartPr>
              <p14:cNvPr id="97" name="Ink 96">
                <a:extLst>
                  <a:ext uri="{FF2B5EF4-FFF2-40B4-BE49-F238E27FC236}">
                    <a16:creationId xmlns:a16="http://schemas.microsoft.com/office/drawing/2014/main" id="{40A66212-1037-8CF5-8861-049F3A745755}"/>
                  </a:ext>
                </a:extLst>
              </p14:cNvPr>
              <p14:cNvContentPartPr/>
              <p14:nvPr/>
            </p14:nvContentPartPr>
            <p14:xfrm>
              <a:off x="10351004" y="5519205"/>
              <a:ext cx="155274" cy="145474"/>
            </p14:xfrm>
          </p:contentPart>
        </mc:Choice>
        <mc:Fallback xmlns="">
          <p:pic>
            <p:nvPicPr>
              <p:cNvPr id="97" name="Ink 96">
                <a:extLst>
                  <a:ext uri="{FF2B5EF4-FFF2-40B4-BE49-F238E27FC236}">
                    <a16:creationId xmlns:a16="http://schemas.microsoft.com/office/drawing/2014/main" id="{40A66212-1037-8CF5-8861-049F3A745755}"/>
                  </a:ext>
                </a:extLst>
              </p:cNvPr>
              <p:cNvPicPr/>
              <p:nvPr/>
            </p:nvPicPr>
            <p:blipFill>
              <a:blip r:embed="rId188"/>
              <a:stretch>
                <a:fillRect/>
              </a:stretch>
            </p:blipFill>
            <p:spPr>
              <a:xfrm>
                <a:off x="10333032" y="5501245"/>
                <a:ext cx="190858" cy="181034"/>
              </a:xfrm>
              <a:prstGeom prst="rect">
                <a:avLst/>
              </a:prstGeom>
            </p:spPr>
          </p:pic>
        </mc:Fallback>
      </mc:AlternateContent>
      <mc:AlternateContent xmlns:mc="http://schemas.openxmlformats.org/markup-compatibility/2006" xmlns:p14="http://schemas.microsoft.com/office/powerpoint/2010/main">
        <mc:Choice Requires="p14">
          <p:contentPart p14:bwMode="auto" r:id="rId189">
            <p14:nvContentPartPr>
              <p14:cNvPr id="98" name="Ink 97">
                <a:extLst>
                  <a:ext uri="{FF2B5EF4-FFF2-40B4-BE49-F238E27FC236}">
                    <a16:creationId xmlns:a16="http://schemas.microsoft.com/office/drawing/2014/main" id="{C9E5F9DD-DC05-E70E-875A-7DB8B55A97A1}"/>
                  </a:ext>
                </a:extLst>
              </p14:cNvPr>
              <p14:cNvContentPartPr/>
              <p14:nvPr/>
            </p14:nvContentPartPr>
            <p14:xfrm>
              <a:off x="10582023" y="5305426"/>
              <a:ext cx="20120" cy="338218"/>
            </p14:xfrm>
          </p:contentPart>
        </mc:Choice>
        <mc:Fallback xmlns="">
          <p:pic>
            <p:nvPicPr>
              <p:cNvPr id="98" name="Ink 97">
                <a:extLst>
                  <a:ext uri="{FF2B5EF4-FFF2-40B4-BE49-F238E27FC236}">
                    <a16:creationId xmlns:a16="http://schemas.microsoft.com/office/drawing/2014/main" id="{C9E5F9DD-DC05-E70E-875A-7DB8B55A97A1}"/>
                  </a:ext>
                </a:extLst>
              </p:cNvPr>
              <p:cNvPicPr/>
              <p:nvPr/>
            </p:nvPicPr>
            <p:blipFill>
              <a:blip r:embed="rId190"/>
              <a:stretch>
                <a:fillRect/>
              </a:stretch>
            </p:blipFill>
            <p:spPr>
              <a:xfrm>
                <a:off x="10564059" y="5287436"/>
                <a:ext cx="55689" cy="373839"/>
              </a:xfrm>
              <a:prstGeom prst="rect">
                <a:avLst/>
              </a:prstGeom>
            </p:spPr>
          </p:pic>
        </mc:Fallback>
      </mc:AlternateContent>
      <mc:AlternateContent xmlns:mc="http://schemas.openxmlformats.org/markup-compatibility/2006" xmlns:p14="http://schemas.microsoft.com/office/powerpoint/2010/main">
        <mc:Choice Requires="p14">
          <p:contentPart p14:bwMode="auto" r:id="rId191">
            <p14:nvContentPartPr>
              <p14:cNvPr id="99" name="Ink 98">
                <a:extLst>
                  <a:ext uri="{FF2B5EF4-FFF2-40B4-BE49-F238E27FC236}">
                    <a16:creationId xmlns:a16="http://schemas.microsoft.com/office/drawing/2014/main" id="{58C84126-B5C8-A2AC-D59A-57C506AE49C5}"/>
                  </a:ext>
                </a:extLst>
              </p14:cNvPr>
              <p14:cNvContentPartPr/>
              <p14:nvPr/>
            </p14:nvContentPartPr>
            <p14:xfrm>
              <a:off x="10648950" y="5362575"/>
              <a:ext cx="39401" cy="276440"/>
            </p14:xfrm>
          </p:contentPart>
        </mc:Choice>
        <mc:Fallback xmlns="">
          <p:pic>
            <p:nvPicPr>
              <p:cNvPr id="99" name="Ink 98">
                <a:extLst>
                  <a:ext uri="{FF2B5EF4-FFF2-40B4-BE49-F238E27FC236}">
                    <a16:creationId xmlns:a16="http://schemas.microsoft.com/office/drawing/2014/main" id="{58C84126-B5C8-A2AC-D59A-57C506AE49C5}"/>
                  </a:ext>
                </a:extLst>
              </p:cNvPr>
              <p:cNvPicPr/>
              <p:nvPr/>
            </p:nvPicPr>
            <p:blipFill>
              <a:blip r:embed="rId192"/>
              <a:stretch>
                <a:fillRect/>
              </a:stretch>
            </p:blipFill>
            <p:spPr>
              <a:xfrm>
                <a:off x="10631202" y="5344601"/>
                <a:ext cx="74542" cy="312029"/>
              </a:xfrm>
              <a:prstGeom prst="rect">
                <a:avLst/>
              </a:prstGeom>
            </p:spPr>
          </p:pic>
        </mc:Fallback>
      </mc:AlternateContent>
      <mc:AlternateContent xmlns:mc="http://schemas.openxmlformats.org/markup-compatibility/2006" xmlns:p14="http://schemas.microsoft.com/office/powerpoint/2010/main">
        <mc:Choice Requires="p14">
          <p:contentPart p14:bwMode="auto" r:id="rId193">
            <p14:nvContentPartPr>
              <p14:cNvPr id="100" name="Ink 99">
                <a:extLst>
                  <a:ext uri="{FF2B5EF4-FFF2-40B4-BE49-F238E27FC236}">
                    <a16:creationId xmlns:a16="http://schemas.microsoft.com/office/drawing/2014/main" id="{AF468D65-AB95-C0D4-83E8-DA676E38A6E2}"/>
                  </a:ext>
                </a:extLst>
              </p14:cNvPr>
              <p14:cNvContentPartPr/>
              <p14:nvPr/>
            </p14:nvContentPartPr>
            <p14:xfrm>
              <a:off x="10725150" y="5483455"/>
              <a:ext cx="139216" cy="181758"/>
            </p14:xfrm>
          </p:contentPart>
        </mc:Choice>
        <mc:Fallback xmlns="">
          <p:pic>
            <p:nvPicPr>
              <p:cNvPr id="100" name="Ink 99">
                <a:extLst>
                  <a:ext uri="{FF2B5EF4-FFF2-40B4-BE49-F238E27FC236}">
                    <a16:creationId xmlns:a16="http://schemas.microsoft.com/office/drawing/2014/main" id="{AF468D65-AB95-C0D4-83E8-DA676E38A6E2}"/>
                  </a:ext>
                </a:extLst>
              </p:cNvPr>
              <p:cNvPicPr/>
              <p:nvPr/>
            </p:nvPicPr>
            <p:blipFill>
              <a:blip r:embed="rId194"/>
              <a:stretch>
                <a:fillRect/>
              </a:stretch>
            </p:blipFill>
            <p:spPr>
              <a:xfrm>
                <a:off x="10707163" y="5465495"/>
                <a:ext cx="174829" cy="217319"/>
              </a:xfrm>
              <a:prstGeom prst="rect">
                <a:avLst/>
              </a:prstGeom>
            </p:spPr>
          </p:pic>
        </mc:Fallback>
      </mc:AlternateContent>
      <mc:AlternateContent xmlns:mc="http://schemas.openxmlformats.org/markup-compatibility/2006" xmlns:p14="http://schemas.microsoft.com/office/powerpoint/2010/main">
        <mc:Choice Requires="p14">
          <p:contentPart p14:bwMode="auto" r:id="rId195">
            <p14:nvContentPartPr>
              <p14:cNvPr id="101" name="Ink 100">
                <a:extLst>
                  <a:ext uri="{FF2B5EF4-FFF2-40B4-BE49-F238E27FC236}">
                    <a16:creationId xmlns:a16="http://schemas.microsoft.com/office/drawing/2014/main" id="{FD001120-1454-6AA5-FD56-D97E9C278A5A}"/>
                  </a:ext>
                </a:extLst>
              </p14:cNvPr>
              <p14:cNvContentPartPr/>
              <p14:nvPr/>
            </p14:nvContentPartPr>
            <p14:xfrm>
              <a:off x="10879137" y="5486562"/>
              <a:ext cx="155175" cy="184018"/>
            </p14:xfrm>
          </p:contentPart>
        </mc:Choice>
        <mc:Fallback xmlns="">
          <p:pic>
            <p:nvPicPr>
              <p:cNvPr id="101" name="Ink 100">
                <a:extLst>
                  <a:ext uri="{FF2B5EF4-FFF2-40B4-BE49-F238E27FC236}">
                    <a16:creationId xmlns:a16="http://schemas.microsoft.com/office/drawing/2014/main" id="{FD001120-1454-6AA5-FD56-D97E9C278A5A}"/>
                  </a:ext>
                </a:extLst>
              </p:cNvPr>
              <p:cNvPicPr/>
              <p:nvPr/>
            </p:nvPicPr>
            <p:blipFill>
              <a:blip r:embed="rId196"/>
              <a:stretch>
                <a:fillRect/>
              </a:stretch>
            </p:blipFill>
            <p:spPr>
              <a:xfrm>
                <a:off x="10861177" y="5468627"/>
                <a:ext cx="190736" cy="219530"/>
              </a:xfrm>
              <a:prstGeom prst="rect">
                <a:avLst/>
              </a:prstGeom>
            </p:spPr>
          </p:pic>
        </mc:Fallback>
      </mc:AlternateContent>
    </p:spTree>
    <p:extLst>
      <p:ext uri="{BB962C8B-B14F-4D97-AF65-F5344CB8AC3E}">
        <p14:creationId xmlns:p14="http://schemas.microsoft.com/office/powerpoint/2010/main" val="13783814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88F65-E257-50D0-F69C-69363F25BCCB}"/>
              </a:ext>
            </a:extLst>
          </p:cNvPr>
          <p:cNvSpPr>
            <a:spLocks noGrp="1"/>
          </p:cNvSpPr>
          <p:nvPr>
            <p:ph type="title"/>
          </p:nvPr>
        </p:nvSpPr>
        <p:spPr/>
        <p:txBody>
          <a:bodyPr/>
          <a:lstStyle/>
          <a:p>
            <a:r>
              <a:rPr lang="en-US"/>
              <a:t>Zef's Website Mockup</a:t>
            </a:r>
          </a:p>
        </p:txBody>
      </p:sp>
      <p:pic>
        <p:nvPicPr>
          <p:cNvPr id="4" name="Content Placeholder 3">
            <a:extLst>
              <a:ext uri="{FF2B5EF4-FFF2-40B4-BE49-F238E27FC236}">
                <a16:creationId xmlns:a16="http://schemas.microsoft.com/office/drawing/2014/main" id="{588E1B6B-A0D6-8247-31F9-647DEF5E7127}"/>
              </a:ext>
            </a:extLst>
          </p:cNvPr>
          <p:cNvPicPr>
            <a:picLocks noGrp="1" noChangeAspect="1"/>
          </p:cNvPicPr>
          <p:nvPr>
            <p:ph idx="1"/>
          </p:nvPr>
        </p:nvPicPr>
        <p:blipFill>
          <a:blip r:embed="rId2"/>
          <a:stretch>
            <a:fillRect/>
          </a:stretch>
        </p:blipFill>
        <p:spPr>
          <a:xfrm>
            <a:off x="1309739" y="2187059"/>
            <a:ext cx="9136320" cy="4559299"/>
          </a:xfrm>
          <a:prstGeom prst="rect">
            <a:avLst/>
          </a:prstGeom>
        </p:spPr>
      </p:pic>
    </p:spTree>
    <p:extLst>
      <p:ext uri="{BB962C8B-B14F-4D97-AF65-F5344CB8AC3E}">
        <p14:creationId xmlns:p14="http://schemas.microsoft.com/office/powerpoint/2010/main" val="13668605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BC8D6-7AFA-1B30-7B41-F587777381A9}"/>
              </a:ext>
            </a:extLst>
          </p:cNvPr>
          <p:cNvSpPr>
            <a:spLocks noGrp="1"/>
          </p:cNvSpPr>
          <p:nvPr>
            <p:ph type="title"/>
          </p:nvPr>
        </p:nvSpPr>
        <p:spPr/>
        <p:txBody>
          <a:bodyPr/>
          <a:lstStyle/>
          <a:p>
            <a:r>
              <a:rPr lang="en-US"/>
              <a:t>Oscar's Website Mockup</a:t>
            </a:r>
          </a:p>
        </p:txBody>
      </p:sp>
      <p:pic>
        <p:nvPicPr>
          <p:cNvPr id="4" name="Content Placeholder 3">
            <a:extLst>
              <a:ext uri="{FF2B5EF4-FFF2-40B4-BE49-F238E27FC236}">
                <a16:creationId xmlns:a16="http://schemas.microsoft.com/office/drawing/2014/main" id="{514FB030-11D3-7EF4-6BAE-B0DAAC286BAD}"/>
              </a:ext>
            </a:extLst>
          </p:cNvPr>
          <p:cNvPicPr>
            <a:picLocks noGrp="1" noChangeAspect="1"/>
          </p:cNvPicPr>
          <p:nvPr>
            <p:ph idx="1"/>
          </p:nvPr>
        </p:nvPicPr>
        <p:blipFill>
          <a:blip r:embed="rId2"/>
          <a:stretch>
            <a:fillRect/>
          </a:stretch>
        </p:blipFill>
        <p:spPr>
          <a:xfrm>
            <a:off x="3044999" y="2338457"/>
            <a:ext cx="6205132" cy="4520647"/>
          </a:xfrm>
          <a:prstGeom prst="rect">
            <a:avLst/>
          </a:prstGeom>
        </p:spPr>
      </p:pic>
    </p:spTree>
    <p:extLst>
      <p:ext uri="{BB962C8B-B14F-4D97-AF65-F5344CB8AC3E}">
        <p14:creationId xmlns:p14="http://schemas.microsoft.com/office/powerpoint/2010/main" val="31079336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87D877-1A18-83C4-94B1-173689B4C6A1}"/>
              </a:ext>
            </a:extLst>
          </p:cNvPr>
          <p:cNvSpPr>
            <a:spLocks noGrp="1"/>
          </p:cNvSpPr>
          <p:nvPr>
            <p:ph type="title"/>
          </p:nvPr>
        </p:nvSpPr>
        <p:spPr/>
        <p:txBody>
          <a:bodyPr/>
          <a:lstStyle/>
          <a:p>
            <a:r>
              <a:rPr lang="en-US"/>
              <a:t>Zef's Logo Mockup</a:t>
            </a:r>
          </a:p>
        </p:txBody>
      </p:sp>
      <p:pic>
        <p:nvPicPr>
          <p:cNvPr id="3" name="Picture 2">
            <a:extLst>
              <a:ext uri="{FF2B5EF4-FFF2-40B4-BE49-F238E27FC236}">
                <a16:creationId xmlns:a16="http://schemas.microsoft.com/office/drawing/2014/main" id="{87087900-9F6A-E9B8-8CC1-5248A5AD74C7}"/>
              </a:ext>
            </a:extLst>
          </p:cNvPr>
          <p:cNvPicPr>
            <a:picLocks noChangeAspect="1"/>
          </p:cNvPicPr>
          <p:nvPr/>
        </p:nvPicPr>
        <p:blipFill>
          <a:blip r:embed="rId2"/>
          <a:stretch>
            <a:fillRect/>
          </a:stretch>
        </p:blipFill>
        <p:spPr>
          <a:xfrm>
            <a:off x="4172917" y="2686188"/>
            <a:ext cx="3843131" cy="3843131"/>
          </a:xfrm>
          <a:prstGeom prst="rect">
            <a:avLst/>
          </a:prstGeom>
        </p:spPr>
      </p:pic>
    </p:spTree>
    <p:extLst>
      <p:ext uri="{BB962C8B-B14F-4D97-AF65-F5344CB8AC3E}">
        <p14:creationId xmlns:p14="http://schemas.microsoft.com/office/powerpoint/2010/main" val="28538550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6A4EE-1A20-9BCE-F68F-8A6820025ED2}"/>
              </a:ext>
            </a:extLst>
          </p:cNvPr>
          <p:cNvSpPr>
            <a:spLocks noGrp="1"/>
          </p:cNvSpPr>
          <p:nvPr>
            <p:ph type="title"/>
          </p:nvPr>
        </p:nvSpPr>
        <p:spPr/>
        <p:txBody>
          <a:bodyPr/>
          <a:lstStyle/>
          <a:p>
            <a:r>
              <a:rPr lang="en-US"/>
              <a:t>Oscar's Logo Mockup</a:t>
            </a:r>
          </a:p>
        </p:txBody>
      </p:sp>
      <p:pic>
        <p:nvPicPr>
          <p:cNvPr id="4" name="Content Placeholder 3">
            <a:extLst>
              <a:ext uri="{FF2B5EF4-FFF2-40B4-BE49-F238E27FC236}">
                <a16:creationId xmlns:a16="http://schemas.microsoft.com/office/drawing/2014/main" id="{2E4EAD7D-C846-7894-026B-0BD0ABEA5624}"/>
              </a:ext>
            </a:extLst>
          </p:cNvPr>
          <p:cNvPicPr>
            <a:picLocks noGrp="1" noChangeAspect="1"/>
          </p:cNvPicPr>
          <p:nvPr>
            <p:ph idx="1"/>
          </p:nvPr>
        </p:nvPicPr>
        <p:blipFill>
          <a:blip r:embed="rId2"/>
          <a:stretch>
            <a:fillRect/>
          </a:stretch>
        </p:blipFill>
        <p:spPr>
          <a:xfrm>
            <a:off x="3859634" y="2603500"/>
            <a:ext cx="3416300" cy="3416300"/>
          </a:xfrm>
          <a:prstGeom prst="rect">
            <a:avLst/>
          </a:prstGeom>
        </p:spPr>
      </p:pic>
      <p:sp>
        <p:nvSpPr>
          <p:cNvPr id="5" name="TextBox 4">
            <a:extLst>
              <a:ext uri="{FF2B5EF4-FFF2-40B4-BE49-F238E27FC236}">
                <a16:creationId xmlns:a16="http://schemas.microsoft.com/office/drawing/2014/main" id="{876E83F0-23FE-F5A7-E3DD-6082A5B8E14C}"/>
              </a:ext>
            </a:extLst>
          </p:cNvPr>
          <p:cNvSpPr txBox="1"/>
          <p:nvPr/>
        </p:nvSpPr>
        <p:spPr>
          <a:xfrm>
            <a:off x="1167576" y="2843051"/>
            <a:ext cx="267510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Blue to represent the water it works in</a:t>
            </a:r>
          </a:p>
        </p:txBody>
      </p:sp>
    </p:spTree>
    <p:extLst>
      <p:ext uri="{BB962C8B-B14F-4D97-AF65-F5344CB8AC3E}">
        <p14:creationId xmlns:p14="http://schemas.microsoft.com/office/powerpoint/2010/main" val="13803216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EB6081-E41C-E3FF-269E-8B1C60D65713}"/>
              </a:ext>
            </a:extLst>
          </p:cNvPr>
          <p:cNvSpPr>
            <a:spLocks noGrp="1"/>
          </p:cNvSpPr>
          <p:nvPr>
            <p:ph type="title"/>
          </p:nvPr>
        </p:nvSpPr>
        <p:spPr/>
        <p:txBody>
          <a:bodyPr/>
          <a:lstStyle/>
          <a:p>
            <a:r>
              <a:rPr lang="en-US"/>
              <a:t>Taliah's logo Mockup</a:t>
            </a:r>
          </a:p>
        </p:txBody>
      </p:sp>
      <p:pic>
        <p:nvPicPr>
          <p:cNvPr id="5" name="Content Placeholder 4">
            <a:extLst>
              <a:ext uri="{FF2B5EF4-FFF2-40B4-BE49-F238E27FC236}">
                <a16:creationId xmlns:a16="http://schemas.microsoft.com/office/drawing/2014/main" id="{E5450514-D7F2-2BB6-89C5-113A6524D56D}"/>
              </a:ext>
            </a:extLst>
          </p:cNvPr>
          <p:cNvPicPr>
            <a:picLocks noGrp="1" noChangeAspect="1"/>
          </p:cNvPicPr>
          <p:nvPr>
            <p:ph idx="1"/>
          </p:nvPr>
        </p:nvPicPr>
        <p:blipFill>
          <a:blip r:embed="rId2"/>
          <a:stretch>
            <a:fillRect/>
          </a:stretch>
        </p:blipFill>
        <p:spPr>
          <a:xfrm>
            <a:off x="3333170" y="2272908"/>
            <a:ext cx="5244027" cy="4585092"/>
          </a:xfrm>
          <a:prstGeom prst="rect">
            <a:avLst/>
          </a:prstGeom>
        </p:spPr>
      </p:pic>
    </p:spTree>
    <p:extLst>
      <p:ext uri="{BB962C8B-B14F-4D97-AF65-F5344CB8AC3E}">
        <p14:creationId xmlns:p14="http://schemas.microsoft.com/office/powerpoint/2010/main" val="13189327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5</TotalTime>
  <Words>501</Words>
  <Application>Microsoft Office PowerPoint</Application>
  <PresentationFormat>Widescreen</PresentationFormat>
  <Paragraphs>59</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Wingdings 3</vt:lpstr>
      <vt:lpstr>Office Theme</vt:lpstr>
      <vt:lpstr>SWQS</vt:lpstr>
      <vt:lpstr>Analysis stage</vt:lpstr>
      <vt:lpstr>Empathy map</vt:lpstr>
      <vt:lpstr>Ideate</vt:lpstr>
      <vt:lpstr>Filter </vt:lpstr>
      <vt:lpstr>Final decision </vt:lpstr>
      <vt:lpstr>Design</vt:lpstr>
      <vt:lpstr>Oscar's 3d Mockup</vt:lpstr>
      <vt:lpstr>Zef's Website Mockup</vt:lpstr>
      <vt:lpstr>Oscar's Website Mockup</vt:lpstr>
      <vt:lpstr>Zef's Logo Mockup</vt:lpstr>
      <vt:lpstr>Oscar's Logo Mockup</vt:lpstr>
      <vt:lpstr>Taliah's logo Mockup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Oscar GLAISTER</dc:creator>
  <cp:lastModifiedBy>Oscar GLAISTER</cp:lastModifiedBy>
  <cp:revision>1</cp:revision>
  <dcterms:created xsi:type="dcterms:W3CDTF">2026-08-11T02:43:56Z</dcterms:created>
  <dcterms:modified xsi:type="dcterms:W3CDTF">2026-08-11T02:49:15Z</dcterms:modified>
</cp:coreProperties>
</file>