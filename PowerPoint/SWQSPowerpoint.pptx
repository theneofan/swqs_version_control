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80" r:id="rId3"/>
    <p:sldId id="257" r:id="rId4"/>
    <p:sldId id="294" r:id="rId5"/>
    <p:sldId id="259" r:id="rId6"/>
    <p:sldId id="260" r:id="rId7"/>
    <p:sldId id="276" r:id="rId8"/>
    <p:sldId id="261" r:id="rId9"/>
    <p:sldId id="262" r:id="rId10"/>
    <p:sldId id="263" r:id="rId11"/>
    <p:sldId id="269" r:id="rId12"/>
    <p:sldId id="271" r:id="rId13"/>
    <p:sldId id="264" r:id="rId14"/>
    <p:sldId id="265" r:id="rId15"/>
    <p:sldId id="272" r:id="rId16"/>
    <p:sldId id="266" r:id="rId17"/>
    <p:sldId id="267" r:id="rId18"/>
    <p:sldId id="268" r:id="rId19"/>
    <p:sldId id="291" r:id="rId20"/>
    <p:sldId id="281" r:id="rId21"/>
    <p:sldId id="292" r:id="rId22"/>
    <p:sldId id="270" r:id="rId23"/>
    <p:sldId id="293" r:id="rId24"/>
    <p:sldId id="287" r:id="rId25"/>
    <p:sldId id="278" r:id="rId26"/>
    <p:sldId id="273" r:id="rId27"/>
    <p:sldId id="274" r:id="rId28"/>
    <p:sldId id="288" r:id="rId29"/>
    <p:sldId id="279" r:id="rId30"/>
    <p:sldId id="289" r:id="rId31"/>
    <p:sldId id="282" r:id="rId32"/>
    <p:sldId id="283" r:id="rId33"/>
    <p:sldId id="286" r:id="rId34"/>
    <p:sldId id="284" r:id="rId3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C57ACAD-9E3B-FF41-A5C1-B474DC49A7AD}" v="277" dt="2026-09-14T08:30:53.201"/>
    <p1510:client id="{99C1DE80-53CF-4A72-884A-7A8152EF750D}" v="381" dt="2026-09-15T01:55:58.721"/>
    <p1510:client id="{D19DF884-7728-4B50-9CFA-D64B76504FB0}" v="2171" dt="2026-09-15T01:51:32.20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varScale="1">
        <p:scale>
          <a:sx n="66" d="100"/>
          <a:sy n="66" d="100"/>
        </p:scale>
        <p:origin x="0" y="0"/>
      </p:cViewPr>
      <p:guideLst/>
    </p:cSldViewPr>
  </p:slide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40"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ef Ewart" userId="d55df615-e487-427e-b122-1eec8308b830" providerId="ADAL" clId="{D15140D9-557F-41C2-BE64-520539F8E8F3}"/>
    <pc:docChg chg="undo custSel addSld delSld modSld sldOrd">
      <pc:chgData name="Zef Ewart" userId="d55df615-e487-427e-b122-1eec8308b830" providerId="ADAL" clId="{D15140D9-557F-41C2-BE64-520539F8E8F3}" dt="2026-09-15T01:51:32.203" v="2663" actId="27636"/>
      <pc:docMkLst>
        <pc:docMk/>
      </pc:docMkLst>
      <pc:sldChg chg="modSp mod">
        <pc:chgData name="Zef Ewart" userId="d55df615-e487-427e-b122-1eec8308b830" providerId="ADAL" clId="{D15140D9-557F-41C2-BE64-520539F8E8F3}" dt="2026-08-18T02:33:01.702" v="21" actId="1076"/>
        <pc:sldMkLst>
          <pc:docMk/>
          <pc:sldMk cId="4094592511" sldId="261"/>
        </pc:sldMkLst>
        <pc:spChg chg="mod">
          <ac:chgData name="Zef Ewart" userId="d55df615-e487-427e-b122-1eec8308b830" providerId="ADAL" clId="{D15140D9-557F-41C2-BE64-520539F8E8F3}" dt="2026-08-18T02:33:01.702" v="21" actId="1076"/>
          <ac:spMkLst>
            <pc:docMk/>
            <pc:sldMk cId="4094592511" sldId="261"/>
            <ac:spMk id="3" creationId="{69689C90-6221-A1FF-3431-0941A890942C}"/>
          </ac:spMkLst>
        </pc:spChg>
        <pc:spChg chg="mod">
          <ac:chgData name="Zef Ewart" userId="d55df615-e487-427e-b122-1eec8308b830" providerId="ADAL" clId="{D15140D9-557F-41C2-BE64-520539F8E8F3}" dt="2026-08-18T02:32:42.551" v="18" actId="1076"/>
          <ac:spMkLst>
            <pc:docMk/>
            <pc:sldMk cId="4094592511" sldId="261"/>
            <ac:spMk id="8" creationId="{E5BE8265-4C5F-67BB-6A15-D068CDB22A3C}"/>
          </ac:spMkLst>
        </pc:spChg>
      </pc:sldChg>
      <pc:sldChg chg="addSp delSp modSp new mod ord">
        <pc:chgData name="Zef Ewart" userId="d55df615-e487-427e-b122-1eec8308b830" providerId="ADAL" clId="{D15140D9-557F-41C2-BE64-520539F8E8F3}" dt="2026-09-07T02:04:39.396" v="2054"/>
        <pc:sldMkLst>
          <pc:docMk/>
          <pc:sldMk cId="1098657898" sldId="277"/>
        </pc:sldMkLst>
        <pc:spChg chg="mod">
          <ac:chgData name="Zef Ewart" userId="d55df615-e487-427e-b122-1eec8308b830" providerId="ADAL" clId="{D15140D9-557F-41C2-BE64-520539F8E8F3}" dt="2026-09-07T02:04:36.666" v="2052" actId="20577"/>
          <ac:spMkLst>
            <pc:docMk/>
            <pc:sldMk cId="1098657898" sldId="277"/>
            <ac:spMk id="2" creationId="{A60C07A3-0361-52C0-FF89-FE53253FC367}"/>
          </ac:spMkLst>
        </pc:spChg>
        <pc:graphicFrameChg chg="add mod ord modGraphic">
          <ac:chgData name="Zef Ewart" userId="d55df615-e487-427e-b122-1eec8308b830" providerId="ADAL" clId="{D15140D9-557F-41C2-BE64-520539F8E8F3}" dt="2026-08-24T02:37:44.676" v="133" actId="2161"/>
          <ac:graphicFrameMkLst>
            <pc:docMk/>
            <pc:sldMk cId="1098657898" sldId="277"/>
            <ac:graphicFrameMk id="4" creationId="{6955F883-FA0F-A64C-4AB0-6B28D02855B6}"/>
          </ac:graphicFrameMkLst>
        </pc:graphicFrameChg>
      </pc:sldChg>
      <pc:sldChg chg="addSp delSp modSp add mod ord">
        <pc:chgData name="Zef Ewart" userId="d55df615-e487-427e-b122-1eec8308b830" providerId="ADAL" clId="{D15140D9-557F-41C2-BE64-520539F8E8F3}" dt="2026-09-03T23:35:55.337" v="2032" actId="20577"/>
        <pc:sldMkLst>
          <pc:docMk/>
          <pc:sldMk cId="769269118" sldId="278"/>
        </pc:sldMkLst>
        <pc:spChg chg="mod">
          <ac:chgData name="Zef Ewart" userId="d55df615-e487-427e-b122-1eec8308b830" providerId="ADAL" clId="{D15140D9-557F-41C2-BE64-520539F8E8F3}" dt="2026-08-31T02:22:23.601" v="242" actId="1076"/>
          <ac:spMkLst>
            <pc:docMk/>
            <pc:sldMk cId="769269118" sldId="278"/>
            <ac:spMk id="2" creationId="{13ED188D-ADDE-FBEC-E53A-58CE9CC9B82C}"/>
          </ac:spMkLst>
        </pc:spChg>
        <pc:graphicFrameChg chg="add del mod modGraphic">
          <ac:chgData name="Zef Ewart" userId="d55df615-e487-427e-b122-1eec8308b830" providerId="ADAL" clId="{D15140D9-557F-41C2-BE64-520539F8E8F3}" dt="2026-09-03T23:35:55.337" v="2032" actId="20577"/>
          <ac:graphicFrameMkLst>
            <pc:docMk/>
            <pc:sldMk cId="769269118" sldId="278"/>
            <ac:graphicFrameMk id="4" creationId="{6B0CC77D-A31B-F699-0CDC-D817DF05AE4C}"/>
          </ac:graphicFrameMkLst>
        </pc:graphicFrameChg>
      </pc:sldChg>
      <pc:sldChg chg="modSp add mod">
        <pc:chgData name="Zef Ewart" userId="d55df615-e487-427e-b122-1eec8308b830" providerId="ADAL" clId="{D15140D9-557F-41C2-BE64-520539F8E8F3}" dt="2026-09-07T02:53:33.953" v="2589" actId="20577"/>
        <pc:sldMkLst>
          <pc:docMk/>
          <pc:sldMk cId="2720739246" sldId="279"/>
        </pc:sldMkLst>
        <pc:spChg chg="mod">
          <ac:chgData name="Zef Ewart" userId="d55df615-e487-427e-b122-1eec8308b830" providerId="ADAL" clId="{D15140D9-557F-41C2-BE64-520539F8E8F3}" dt="2026-09-03T23:10:38.376" v="428" actId="20577"/>
          <ac:spMkLst>
            <pc:docMk/>
            <pc:sldMk cId="2720739246" sldId="279"/>
            <ac:spMk id="2" creationId="{8DBC5D76-BCA6-03C1-7417-C300EB486720}"/>
          </ac:spMkLst>
        </pc:spChg>
        <pc:graphicFrameChg chg="mod modGraphic">
          <ac:chgData name="Zef Ewart" userId="d55df615-e487-427e-b122-1eec8308b830" providerId="ADAL" clId="{D15140D9-557F-41C2-BE64-520539F8E8F3}" dt="2026-09-07T02:53:33.953" v="2589" actId="20577"/>
          <ac:graphicFrameMkLst>
            <pc:docMk/>
            <pc:sldMk cId="2720739246" sldId="279"/>
            <ac:graphicFrameMk id="4" creationId="{1811C758-7E39-8188-744E-129292BAA1A3}"/>
          </ac:graphicFrameMkLst>
        </pc:graphicFrameChg>
      </pc:sldChg>
      <pc:sldChg chg="modSp mod">
        <pc:chgData name="Zef Ewart" userId="d55df615-e487-427e-b122-1eec8308b830" providerId="ADAL" clId="{D15140D9-557F-41C2-BE64-520539F8E8F3}" dt="2026-09-15T01:51:32.203" v="2663" actId="27636"/>
        <pc:sldMkLst>
          <pc:docMk/>
          <pc:sldMk cId="788553109" sldId="280"/>
        </pc:sldMkLst>
        <pc:spChg chg="mod">
          <ac:chgData name="Zef Ewart" userId="d55df615-e487-427e-b122-1eec8308b830" providerId="ADAL" clId="{D15140D9-557F-41C2-BE64-520539F8E8F3}" dt="2026-09-15T01:51:32.203" v="2663" actId="27636"/>
          <ac:spMkLst>
            <pc:docMk/>
            <pc:sldMk cId="788553109" sldId="280"/>
            <ac:spMk id="3" creationId="{D8AFA487-6881-4C4A-B3AF-C81F2FF4FCBA}"/>
          </ac:spMkLst>
        </pc:spChg>
      </pc:sldChg>
      <pc:sldChg chg="modSp mod">
        <pc:chgData name="Zef Ewart" userId="d55df615-e487-427e-b122-1eec8308b830" providerId="ADAL" clId="{D15140D9-557F-41C2-BE64-520539F8E8F3}" dt="2026-09-15T00:57:38.992" v="2619" actId="12"/>
        <pc:sldMkLst>
          <pc:docMk/>
          <pc:sldMk cId="3876726305" sldId="284"/>
        </pc:sldMkLst>
        <pc:spChg chg="mod">
          <ac:chgData name="Zef Ewart" userId="d55df615-e487-427e-b122-1eec8308b830" providerId="ADAL" clId="{D15140D9-557F-41C2-BE64-520539F8E8F3}" dt="2026-09-15T00:57:38.992" v="2619" actId="12"/>
          <ac:spMkLst>
            <pc:docMk/>
            <pc:sldMk cId="3876726305" sldId="284"/>
            <ac:spMk id="3" creationId="{E5E8D75A-7452-957C-337D-675D0D558B7F}"/>
          </ac:spMkLst>
        </pc:spChg>
      </pc:sldChg>
      <pc:sldChg chg="addSp modSp new mod">
        <pc:chgData name="Zef Ewart" userId="d55df615-e487-427e-b122-1eec8308b830" providerId="ADAL" clId="{D15140D9-557F-41C2-BE64-520539F8E8F3}" dt="2026-09-15T01:51:25.467" v="2650" actId="1076"/>
        <pc:sldMkLst>
          <pc:docMk/>
          <pc:sldMk cId="3015469801" sldId="292"/>
        </pc:sldMkLst>
        <pc:picChg chg="add mod">
          <ac:chgData name="Zef Ewart" userId="d55df615-e487-427e-b122-1eec8308b830" providerId="ADAL" clId="{D15140D9-557F-41C2-BE64-520539F8E8F3}" dt="2026-09-15T01:46:26.034" v="2642" actId="1076"/>
          <ac:picMkLst>
            <pc:docMk/>
            <pc:sldMk cId="3015469801" sldId="292"/>
            <ac:picMk id="5" creationId="{57BB0D99-9E73-C9D5-3FD5-4FA8AC90B72E}"/>
          </ac:picMkLst>
        </pc:picChg>
        <pc:picChg chg="add mod">
          <ac:chgData name="Zef Ewart" userId="d55df615-e487-427e-b122-1eec8308b830" providerId="ADAL" clId="{D15140D9-557F-41C2-BE64-520539F8E8F3}" dt="2026-09-15T01:46:27.375" v="2643" actId="1076"/>
          <ac:picMkLst>
            <pc:docMk/>
            <pc:sldMk cId="3015469801" sldId="292"/>
            <ac:picMk id="7" creationId="{8E89D743-F0E4-7FBB-26BC-C7B42514F77D}"/>
          </ac:picMkLst>
        </pc:picChg>
        <pc:picChg chg="add mod">
          <ac:chgData name="Zef Ewart" userId="d55df615-e487-427e-b122-1eec8308b830" providerId="ADAL" clId="{D15140D9-557F-41C2-BE64-520539F8E8F3}" dt="2026-09-15T01:46:29.161" v="2644" actId="1076"/>
          <ac:picMkLst>
            <pc:docMk/>
            <pc:sldMk cId="3015469801" sldId="292"/>
            <ac:picMk id="9" creationId="{FBA5F512-73E9-4F5F-ABBA-E708720C7486}"/>
          </ac:picMkLst>
        </pc:picChg>
        <pc:picChg chg="add mod">
          <ac:chgData name="Zef Ewart" userId="d55df615-e487-427e-b122-1eec8308b830" providerId="ADAL" clId="{D15140D9-557F-41C2-BE64-520539F8E8F3}" dt="2026-09-15T01:51:25.467" v="2650" actId="1076"/>
          <ac:picMkLst>
            <pc:docMk/>
            <pc:sldMk cId="3015469801" sldId="292"/>
            <ac:picMk id="11" creationId="{BB9D6FBB-0E1A-43CA-E310-6AD3CA3DD585}"/>
          </ac:picMkLst>
        </pc:picChg>
      </pc:sldChg>
    </pc:docChg>
  </pc:docChgLst>
  <pc:docChgLst>
    <pc:chgData name="Taliah Kassaby" userId="S::kas0005@wantirnacollege.vic.edu.au::23d269d0-e02c-425d-bfba-881a989e0172" providerId="AD" clId="Web-{A2F432F4-37D5-A3D0-114A-1D305E73D865}"/>
    <pc:docChg chg="addSld delSld modSld sldOrd">
      <pc:chgData name="Taliah Kassaby" userId="S::kas0005@wantirnacollege.vic.edu.au::23d269d0-e02c-425d-bfba-881a989e0172" providerId="AD" clId="Web-{A2F432F4-37D5-A3D0-114A-1D305E73D865}" dt="2026-08-18T02:58:59.388" v="539" actId="1076"/>
      <pc:docMkLst>
        <pc:docMk/>
      </pc:docMkLst>
      <pc:sldChg chg="addSp delSp modSp mod setBg">
        <pc:chgData name="Taliah Kassaby" userId="S::kas0005@wantirnacollege.vic.edu.au::23d269d0-e02c-425d-bfba-881a989e0172" providerId="AD" clId="Web-{A2F432F4-37D5-A3D0-114A-1D305E73D865}" dt="2026-08-18T02:30:46.010" v="399"/>
        <pc:sldMkLst>
          <pc:docMk/>
          <pc:sldMk cId="1388250180" sldId="256"/>
        </pc:sldMkLst>
        <pc:spChg chg="mod">
          <ac:chgData name="Taliah Kassaby" userId="S::kas0005@wantirnacollege.vic.edu.au::23d269d0-e02c-425d-bfba-881a989e0172" providerId="AD" clId="Web-{A2F432F4-37D5-A3D0-114A-1D305E73D865}" dt="2026-08-18T02:30:46.010" v="399"/>
          <ac:spMkLst>
            <pc:docMk/>
            <pc:sldMk cId="1388250180" sldId="256"/>
            <ac:spMk id="2" creationId="{6DB75583-8F97-757A-3D9C-B459F698BB0E}"/>
          </ac:spMkLst>
        </pc:spChg>
        <pc:spChg chg="mod">
          <ac:chgData name="Taliah Kassaby" userId="S::kas0005@wantirnacollege.vic.edu.au::23d269d0-e02c-425d-bfba-881a989e0172" providerId="AD" clId="Web-{A2F432F4-37D5-A3D0-114A-1D305E73D865}" dt="2026-08-18T02:30:46.010" v="399"/>
          <ac:spMkLst>
            <pc:docMk/>
            <pc:sldMk cId="1388250180" sldId="256"/>
            <ac:spMk id="3" creationId="{D6761061-F77B-C890-18C0-41105821CB02}"/>
          </ac:spMkLst>
        </pc:spChg>
        <pc:spChg chg="add">
          <ac:chgData name="Taliah Kassaby" userId="S::kas0005@wantirnacollege.vic.edu.au::23d269d0-e02c-425d-bfba-881a989e0172" providerId="AD" clId="Web-{A2F432F4-37D5-A3D0-114A-1D305E73D865}" dt="2026-08-18T02:30:46.010" v="399"/>
          <ac:spMkLst>
            <pc:docMk/>
            <pc:sldMk cId="1388250180" sldId="256"/>
            <ac:spMk id="294" creationId="{2BE67753-EA0E-4819-8D22-0B6600CF7231}"/>
          </ac:spMkLst>
        </pc:spChg>
        <pc:spChg chg="add">
          <ac:chgData name="Taliah Kassaby" userId="S::kas0005@wantirnacollege.vic.edu.au::23d269d0-e02c-425d-bfba-881a989e0172" providerId="AD" clId="Web-{A2F432F4-37D5-A3D0-114A-1D305E73D865}" dt="2026-08-18T02:30:46.010" v="399"/>
          <ac:spMkLst>
            <pc:docMk/>
            <pc:sldMk cId="1388250180" sldId="256"/>
            <ac:spMk id="321" creationId="{5A292AEA-2528-46C0-B426-95822B6141FB}"/>
          </ac:spMkLst>
        </pc:spChg>
        <pc:spChg chg="add">
          <ac:chgData name="Taliah Kassaby" userId="S::kas0005@wantirnacollege.vic.edu.au::23d269d0-e02c-425d-bfba-881a989e0172" providerId="AD" clId="Web-{A2F432F4-37D5-A3D0-114A-1D305E73D865}" dt="2026-08-18T02:30:46.010" v="399"/>
          <ac:spMkLst>
            <pc:docMk/>
            <pc:sldMk cId="1388250180" sldId="256"/>
            <ac:spMk id="322" creationId="{D8B7B198-E4DF-43CD-AD8C-199884323745}"/>
          </ac:spMkLst>
        </pc:spChg>
      </pc:sldChg>
      <pc:sldChg chg="addSp delSp modSp mod setBg">
        <pc:chgData name="Taliah Kassaby" userId="S::kas0005@wantirnacollege.vic.edu.au::23d269d0-e02c-425d-bfba-881a989e0172" providerId="AD" clId="Web-{A2F432F4-37D5-A3D0-114A-1D305E73D865}" dt="2026-08-17T02:57:16.464" v="109"/>
        <pc:sldMkLst>
          <pc:docMk/>
          <pc:sldMk cId="2121627959" sldId="257"/>
        </pc:sldMkLst>
        <pc:spChg chg="mod">
          <ac:chgData name="Taliah Kassaby" userId="S::kas0005@wantirnacollege.vic.edu.au::23d269d0-e02c-425d-bfba-881a989e0172" providerId="AD" clId="Web-{A2F432F4-37D5-A3D0-114A-1D305E73D865}" dt="2026-08-17T02:57:16.464" v="109"/>
          <ac:spMkLst>
            <pc:docMk/>
            <pc:sldMk cId="2121627959" sldId="257"/>
            <ac:spMk id="2" creationId="{521F26B0-D3C6-35B1-EC55-6D3A318B5E22}"/>
          </ac:spMkLst>
        </pc:spChg>
        <pc:spChg chg="add">
          <ac:chgData name="Taliah Kassaby" userId="S::kas0005@wantirnacollege.vic.edu.au::23d269d0-e02c-425d-bfba-881a989e0172" providerId="AD" clId="Web-{A2F432F4-37D5-A3D0-114A-1D305E73D865}" dt="2026-08-17T02:57:16.464" v="109"/>
          <ac:spMkLst>
            <pc:docMk/>
            <pc:sldMk cId="2121627959" sldId="257"/>
            <ac:spMk id="43" creationId="{4522B21E-B2B9-4C72-9A71-C87EFD137480}"/>
          </ac:spMkLst>
        </pc:spChg>
        <pc:spChg chg="add">
          <ac:chgData name="Taliah Kassaby" userId="S::kas0005@wantirnacollege.vic.edu.au::23d269d0-e02c-425d-bfba-881a989e0172" providerId="AD" clId="Web-{A2F432F4-37D5-A3D0-114A-1D305E73D865}" dt="2026-08-17T02:57:16.464" v="109"/>
          <ac:spMkLst>
            <pc:docMk/>
            <pc:sldMk cId="2121627959" sldId="257"/>
            <ac:spMk id="45" creationId="{5EB7D2A2-F448-44D4-938C-DC84CBCB3B1E}"/>
          </ac:spMkLst>
        </pc:spChg>
        <pc:spChg chg="add">
          <ac:chgData name="Taliah Kassaby" userId="S::kas0005@wantirnacollege.vic.edu.au::23d269d0-e02c-425d-bfba-881a989e0172" providerId="AD" clId="Web-{A2F432F4-37D5-A3D0-114A-1D305E73D865}" dt="2026-08-17T02:57:16.464" v="109"/>
          <ac:spMkLst>
            <pc:docMk/>
            <pc:sldMk cId="2121627959" sldId="257"/>
            <ac:spMk id="47" creationId="{871AEA07-1E14-44B4-8E55-64EF049CD66F}"/>
          </ac:spMkLst>
        </pc:spChg>
      </pc:sldChg>
      <pc:sldChg chg="addSp delSp modSp mod ord setBg">
        <pc:chgData name="Taliah Kassaby" userId="S::kas0005@wantirnacollege.vic.edu.au::23d269d0-e02c-425d-bfba-881a989e0172" providerId="AD" clId="Web-{A2F432F4-37D5-A3D0-114A-1D305E73D865}" dt="2026-08-18T02:11:11.157" v="220" actId="1076"/>
        <pc:sldMkLst>
          <pc:docMk/>
          <pc:sldMk cId="3022893737" sldId="259"/>
        </pc:sldMkLst>
        <pc:spChg chg="mod">
          <ac:chgData name="Taliah Kassaby" userId="S::kas0005@wantirnacollege.vic.edu.au::23d269d0-e02c-425d-bfba-881a989e0172" providerId="AD" clId="Web-{A2F432F4-37D5-A3D0-114A-1D305E73D865}" dt="2026-08-18T02:08:37.576" v="143" actId="20577"/>
          <ac:spMkLst>
            <pc:docMk/>
            <pc:sldMk cId="3022893737" sldId="259"/>
            <ac:spMk id="2" creationId="{87AA57E7-68CC-80F7-B972-7F8686A3B3B1}"/>
          </ac:spMkLst>
        </pc:spChg>
        <pc:spChg chg="add">
          <ac:chgData name="Taliah Kassaby" userId="S::kas0005@wantirnacollege.vic.edu.au::23d269d0-e02c-425d-bfba-881a989e0172" providerId="AD" clId="Web-{A2F432F4-37D5-A3D0-114A-1D305E73D865}" dt="2026-08-17T02:56:53.228" v="105"/>
          <ac:spMkLst>
            <pc:docMk/>
            <pc:sldMk cId="3022893737" sldId="259"/>
            <ac:spMk id="15" creationId="{D5B0017B-2ECA-49AF-B397-DC140825DF8D}"/>
          </ac:spMkLst>
        </pc:spChg>
        <pc:grpChg chg="add">
          <ac:chgData name="Taliah Kassaby" userId="S::kas0005@wantirnacollege.vic.edu.au::23d269d0-e02c-425d-bfba-881a989e0172" providerId="AD" clId="Web-{A2F432F4-37D5-A3D0-114A-1D305E73D865}" dt="2026-08-17T02:56:53.228" v="105"/>
          <ac:grpSpMkLst>
            <pc:docMk/>
            <pc:sldMk cId="3022893737" sldId="259"/>
            <ac:grpSpMk id="10" creationId="{AE1C45F0-260A-458C-96ED-C1F6D2151219}"/>
          </ac:grpSpMkLst>
        </pc:grpChg>
        <pc:graphicFrameChg chg="add mod ord modGraphic">
          <ac:chgData name="Taliah Kassaby" userId="S::kas0005@wantirnacollege.vic.edu.au::23d269d0-e02c-425d-bfba-881a989e0172" providerId="AD" clId="Web-{A2F432F4-37D5-A3D0-114A-1D305E73D865}" dt="2026-08-18T02:11:11.157" v="220" actId="1076"/>
          <ac:graphicFrameMkLst>
            <pc:docMk/>
            <pc:sldMk cId="3022893737" sldId="259"/>
            <ac:graphicFrameMk id="59" creationId="{C04AA241-D4D8-4ED3-7A44-1CA89225DA6F}"/>
          </ac:graphicFrameMkLst>
        </pc:graphicFrameChg>
        <pc:graphicFrameChg chg="add mod modGraphic">
          <ac:chgData name="Taliah Kassaby" userId="S::kas0005@wantirnacollege.vic.edu.au::23d269d0-e02c-425d-bfba-881a989e0172" providerId="AD" clId="Web-{A2F432F4-37D5-A3D0-114A-1D305E73D865}" dt="2026-08-18T02:10:48.610" v="206"/>
          <ac:graphicFrameMkLst>
            <pc:docMk/>
            <pc:sldMk cId="3022893737" sldId="259"/>
            <ac:graphicFrameMk id="61" creationId="{A43B6AB0-3DA1-1C0B-3C5F-DBA82F8DBD83}"/>
          </ac:graphicFrameMkLst>
        </pc:graphicFrameChg>
        <pc:cxnChg chg="add">
          <ac:chgData name="Taliah Kassaby" userId="S::kas0005@wantirnacollege.vic.edu.au::23d269d0-e02c-425d-bfba-881a989e0172" providerId="AD" clId="Web-{A2F432F4-37D5-A3D0-114A-1D305E73D865}" dt="2026-08-17T02:56:53.228" v="105"/>
          <ac:cxnSpMkLst>
            <pc:docMk/>
            <pc:sldMk cId="3022893737" sldId="259"/>
            <ac:cxnSpMk id="17" creationId="{6CF1BAF6-AD41-4082-B212-8A1F9A2E8779}"/>
          </ac:cxnSpMkLst>
        </pc:cxnChg>
      </pc:sldChg>
      <pc:sldChg chg="addSp delSp modSp mod setBg">
        <pc:chgData name="Taliah Kassaby" userId="S::kas0005@wantirnacollege.vic.edu.au::23d269d0-e02c-425d-bfba-881a989e0172" providerId="AD" clId="Web-{A2F432F4-37D5-A3D0-114A-1D305E73D865}" dt="2026-08-17T02:57:05.948" v="107"/>
        <pc:sldMkLst>
          <pc:docMk/>
          <pc:sldMk cId="2897359550" sldId="260"/>
        </pc:sldMkLst>
        <pc:spChg chg="mod ord">
          <ac:chgData name="Taliah Kassaby" userId="S::kas0005@wantirnacollege.vic.edu.au::23d269d0-e02c-425d-bfba-881a989e0172" providerId="AD" clId="Web-{A2F432F4-37D5-A3D0-114A-1D305E73D865}" dt="2026-08-17T02:57:05.948" v="107"/>
          <ac:spMkLst>
            <pc:docMk/>
            <pc:sldMk cId="2897359550" sldId="260"/>
            <ac:spMk id="2" creationId="{81C16963-ECB7-19CB-C33A-B083B7563E37}"/>
          </ac:spMkLst>
        </pc:spChg>
        <pc:spChg chg="add">
          <ac:chgData name="Taliah Kassaby" userId="S::kas0005@wantirnacollege.vic.edu.au::23d269d0-e02c-425d-bfba-881a989e0172" providerId="AD" clId="Web-{A2F432F4-37D5-A3D0-114A-1D305E73D865}" dt="2026-08-17T02:57:05.948" v="107"/>
          <ac:spMkLst>
            <pc:docMk/>
            <pc:sldMk cId="2897359550" sldId="260"/>
            <ac:spMk id="80" creationId="{19D32F93-50AC-4C46-A5DB-291C60DDB7BD}"/>
          </ac:spMkLst>
        </pc:spChg>
        <pc:spChg chg="add">
          <ac:chgData name="Taliah Kassaby" userId="S::kas0005@wantirnacollege.vic.edu.au::23d269d0-e02c-425d-bfba-881a989e0172" providerId="AD" clId="Web-{A2F432F4-37D5-A3D0-114A-1D305E73D865}" dt="2026-08-17T02:57:05.948" v="107"/>
          <ac:spMkLst>
            <pc:docMk/>
            <pc:sldMk cId="2897359550" sldId="260"/>
            <ac:spMk id="82" creationId="{827DC2C4-B485-428A-BF4A-472D2967F47F}"/>
          </ac:spMkLst>
        </pc:spChg>
        <pc:spChg chg="add">
          <ac:chgData name="Taliah Kassaby" userId="S::kas0005@wantirnacollege.vic.edu.au::23d269d0-e02c-425d-bfba-881a989e0172" providerId="AD" clId="Web-{A2F432F4-37D5-A3D0-114A-1D305E73D865}" dt="2026-08-17T02:57:05.948" v="107"/>
          <ac:spMkLst>
            <pc:docMk/>
            <pc:sldMk cId="2897359550" sldId="260"/>
            <ac:spMk id="84" creationId="{EE04B5EB-F158-4507-90DD-BD23620C7CC9}"/>
          </ac:spMkLst>
        </pc:spChg>
        <pc:picChg chg="mod">
          <ac:chgData name="Taliah Kassaby" userId="S::kas0005@wantirnacollege.vic.edu.au::23d269d0-e02c-425d-bfba-881a989e0172" providerId="AD" clId="Web-{A2F432F4-37D5-A3D0-114A-1D305E73D865}" dt="2026-08-17T02:57:05.948" v="107"/>
          <ac:picMkLst>
            <pc:docMk/>
            <pc:sldMk cId="2897359550" sldId="260"/>
            <ac:picMk id="4" creationId="{659EA95B-100E-0446-4B7D-481A03839FB3}"/>
          </ac:picMkLst>
        </pc:picChg>
      </pc:sldChg>
      <pc:sldChg chg="addSp modSp mod setBg">
        <pc:chgData name="Taliah Kassaby" userId="S::kas0005@wantirnacollege.vic.edu.au::23d269d0-e02c-425d-bfba-881a989e0172" providerId="AD" clId="Web-{A2F432F4-37D5-A3D0-114A-1D305E73D865}" dt="2026-08-17T02:57:01.073" v="106"/>
        <pc:sldMkLst>
          <pc:docMk/>
          <pc:sldMk cId="4094592511" sldId="261"/>
        </pc:sldMkLst>
        <pc:spChg chg="mod">
          <ac:chgData name="Taliah Kassaby" userId="S::kas0005@wantirnacollege.vic.edu.au::23d269d0-e02c-425d-bfba-881a989e0172" providerId="AD" clId="Web-{A2F432F4-37D5-A3D0-114A-1D305E73D865}" dt="2026-08-17T02:57:01.073" v="106"/>
          <ac:spMkLst>
            <pc:docMk/>
            <pc:sldMk cId="4094592511" sldId="261"/>
            <ac:spMk id="2" creationId="{5BD4AA40-355A-C02C-B9AC-365B969BF878}"/>
          </ac:spMkLst>
        </pc:spChg>
        <pc:spChg chg="mod">
          <ac:chgData name="Taliah Kassaby" userId="S::kas0005@wantirnacollege.vic.edu.au::23d269d0-e02c-425d-bfba-881a989e0172" providerId="AD" clId="Web-{A2F432F4-37D5-A3D0-114A-1D305E73D865}" dt="2026-08-17T02:57:01.073" v="106"/>
          <ac:spMkLst>
            <pc:docMk/>
            <pc:sldMk cId="4094592511" sldId="261"/>
            <ac:spMk id="8" creationId="{E5BE8265-4C5F-67BB-6A15-D068CDB22A3C}"/>
          </ac:spMkLst>
        </pc:spChg>
        <pc:spChg chg="add">
          <ac:chgData name="Taliah Kassaby" userId="S::kas0005@wantirnacollege.vic.edu.au::23d269d0-e02c-425d-bfba-881a989e0172" providerId="AD" clId="Web-{A2F432F4-37D5-A3D0-114A-1D305E73D865}" dt="2026-08-17T02:57:01.073" v="106"/>
          <ac:spMkLst>
            <pc:docMk/>
            <pc:sldMk cId="4094592511" sldId="261"/>
            <ac:spMk id="13" creationId="{DBC6133C-0615-4CE4-9132-37E609A9BDFA}"/>
          </ac:spMkLst>
        </pc:spChg>
        <pc:spChg chg="add">
          <ac:chgData name="Taliah Kassaby" userId="S::kas0005@wantirnacollege.vic.edu.au::23d269d0-e02c-425d-bfba-881a989e0172" providerId="AD" clId="Web-{A2F432F4-37D5-A3D0-114A-1D305E73D865}" dt="2026-08-17T02:57:01.073" v="106"/>
          <ac:spMkLst>
            <pc:docMk/>
            <pc:sldMk cId="4094592511" sldId="261"/>
            <ac:spMk id="15" creationId="{169CC832-2974-4E8D-90ED-3E2941BA7336}"/>
          </ac:spMkLst>
        </pc:spChg>
        <pc:spChg chg="add">
          <ac:chgData name="Taliah Kassaby" userId="S::kas0005@wantirnacollege.vic.edu.au::23d269d0-e02c-425d-bfba-881a989e0172" providerId="AD" clId="Web-{A2F432F4-37D5-A3D0-114A-1D305E73D865}" dt="2026-08-17T02:57:01.073" v="106"/>
          <ac:spMkLst>
            <pc:docMk/>
            <pc:sldMk cId="4094592511" sldId="261"/>
            <ac:spMk id="17" creationId="{55222F96-971A-4F90-B841-6BAB416C7AC1}"/>
          </ac:spMkLst>
        </pc:spChg>
        <pc:spChg chg="add">
          <ac:chgData name="Taliah Kassaby" userId="S::kas0005@wantirnacollege.vic.edu.au::23d269d0-e02c-425d-bfba-881a989e0172" providerId="AD" clId="Web-{A2F432F4-37D5-A3D0-114A-1D305E73D865}" dt="2026-08-17T02:57:01.073" v="106"/>
          <ac:spMkLst>
            <pc:docMk/>
            <pc:sldMk cId="4094592511" sldId="261"/>
            <ac:spMk id="19" creationId="{08980754-6F4B-43C9-B9BE-127B6BED6586}"/>
          </ac:spMkLst>
        </pc:spChg>
        <pc:spChg chg="add">
          <ac:chgData name="Taliah Kassaby" userId="S::kas0005@wantirnacollege.vic.edu.au::23d269d0-e02c-425d-bfba-881a989e0172" providerId="AD" clId="Web-{A2F432F4-37D5-A3D0-114A-1D305E73D865}" dt="2026-08-17T02:57:01.073" v="106"/>
          <ac:spMkLst>
            <pc:docMk/>
            <pc:sldMk cId="4094592511" sldId="261"/>
            <ac:spMk id="21" creationId="{2C1BBA94-3F40-40AA-8BB9-E69E25E537C1}"/>
          </ac:spMkLst>
        </pc:spChg>
        <pc:picChg chg="mod ord">
          <ac:chgData name="Taliah Kassaby" userId="S::kas0005@wantirnacollege.vic.edu.au::23d269d0-e02c-425d-bfba-881a989e0172" providerId="AD" clId="Web-{A2F432F4-37D5-A3D0-114A-1D305E73D865}" dt="2026-08-17T02:57:01.073" v="106"/>
          <ac:picMkLst>
            <pc:docMk/>
            <pc:sldMk cId="4094592511" sldId="261"/>
            <ac:picMk id="5" creationId="{3BDD952C-E95A-AFD5-E3D3-F39F40925992}"/>
          </ac:picMkLst>
        </pc:picChg>
      </pc:sldChg>
      <pc:sldChg chg="addSp delSp modSp mod setBg">
        <pc:chgData name="Taliah Kassaby" userId="S::kas0005@wantirnacollege.vic.edu.au::23d269d0-e02c-425d-bfba-881a989e0172" providerId="AD" clId="Web-{A2F432F4-37D5-A3D0-114A-1D305E73D865}" dt="2026-08-18T02:19:19.178" v="286" actId="1076"/>
        <pc:sldMkLst>
          <pc:docMk/>
          <pc:sldMk cId="591232533" sldId="262"/>
        </pc:sldMkLst>
        <pc:spChg chg="mod">
          <ac:chgData name="Taliah Kassaby" userId="S::kas0005@wantirnacollege.vic.edu.au::23d269d0-e02c-425d-bfba-881a989e0172" providerId="AD" clId="Web-{A2F432F4-37D5-A3D0-114A-1D305E73D865}" dt="2026-08-18T02:13:50.270" v="226"/>
          <ac:spMkLst>
            <pc:docMk/>
            <pc:sldMk cId="591232533" sldId="262"/>
            <ac:spMk id="2" creationId="{5334C21F-1E61-5A28-E4F1-49A38C083C82}"/>
          </ac:spMkLst>
        </pc:spChg>
        <pc:spChg chg="add">
          <ac:chgData name="Taliah Kassaby" userId="S::kas0005@wantirnacollege.vic.edu.au::23d269d0-e02c-425d-bfba-881a989e0172" providerId="AD" clId="Web-{A2F432F4-37D5-A3D0-114A-1D305E73D865}" dt="2026-08-18T02:13:50.270" v="226"/>
          <ac:spMkLst>
            <pc:docMk/>
            <pc:sldMk cId="591232533" sldId="262"/>
            <ac:spMk id="56" creationId="{C7D023E4-8DE1-436E-9847-ED6A4B4B04FD}"/>
          </ac:spMkLst>
        </pc:spChg>
        <pc:spChg chg="mod">
          <ac:chgData name="Taliah Kassaby" userId="S::kas0005@wantirnacollege.vic.edu.au::23d269d0-e02c-425d-bfba-881a989e0172" providerId="AD" clId="Web-{A2F432F4-37D5-A3D0-114A-1D305E73D865}" dt="2026-08-18T02:19:18.490" v="284" actId="1076"/>
          <ac:spMkLst>
            <pc:docMk/>
            <pc:sldMk cId="591232533" sldId="262"/>
            <ac:spMk id="59" creationId="{54F87DBC-E43C-4CE4-A8C5-61E3D68194AA}"/>
          </ac:spMkLst>
        </pc:spChg>
        <pc:spChg chg="mod">
          <ac:chgData name="Taliah Kassaby" userId="S::kas0005@wantirnacollege.vic.edu.au::23d269d0-e02c-425d-bfba-881a989e0172" providerId="AD" clId="Web-{A2F432F4-37D5-A3D0-114A-1D305E73D865}" dt="2026-08-18T02:19:19.178" v="286" actId="1076"/>
          <ac:spMkLst>
            <pc:docMk/>
            <pc:sldMk cId="591232533" sldId="262"/>
            <ac:spMk id="60" creationId="{CD39A88A-7F84-4ACA-877B-E28BC26CD8FD}"/>
          </ac:spMkLst>
        </pc:spChg>
        <pc:grpChg chg="add del">
          <ac:chgData name="Taliah Kassaby" userId="S::kas0005@wantirnacollege.vic.edu.au::23d269d0-e02c-425d-bfba-881a989e0172" providerId="AD" clId="Web-{A2F432F4-37D5-A3D0-114A-1D305E73D865}" dt="2026-08-18T02:18:26.878" v="276"/>
          <ac:grpSpMkLst>
            <pc:docMk/>
            <pc:sldMk cId="591232533" sldId="262"/>
            <ac:grpSpMk id="58" creationId="{1FEC590B-3306-47E9-BD67-97F3F76169A4}"/>
          </ac:grpSpMkLst>
        </pc:grpChg>
      </pc:sldChg>
      <pc:sldChg chg="addSp delSp modSp">
        <pc:chgData name="Taliah Kassaby" userId="S::kas0005@wantirnacollege.vic.edu.au::23d269d0-e02c-425d-bfba-881a989e0172" providerId="AD" clId="Web-{A2F432F4-37D5-A3D0-114A-1D305E73D865}" dt="2026-08-18T02:46:21.092" v="508"/>
        <pc:sldMkLst>
          <pc:docMk/>
          <pc:sldMk cId="1378381461" sldId="263"/>
        </pc:sldMkLst>
        <pc:spChg chg="mod ord">
          <ac:chgData name="Taliah Kassaby" userId="S::kas0005@wantirnacollege.vic.edu.au::23d269d0-e02c-425d-bfba-881a989e0172" providerId="AD" clId="Web-{A2F432F4-37D5-A3D0-114A-1D305E73D865}" dt="2026-08-18T02:21:00.447" v="303" actId="1076"/>
          <ac:spMkLst>
            <pc:docMk/>
            <pc:sldMk cId="1378381461" sldId="263"/>
            <ac:spMk id="2" creationId="{3D6BD942-99F1-D4F8-7845-34462FCC51F0}"/>
          </ac:spMkLst>
        </pc:spChg>
        <pc:spChg chg="mod">
          <ac:chgData name="Taliah Kassaby" userId="S::kas0005@wantirnacollege.vic.edu.au::23d269d0-e02c-425d-bfba-881a989e0172" providerId="AD" clId="Web-{A2F432F4-37D5-A3D0-114A-1D305E73D865}" dt="2026-08-18T02:17:36.079" v="268" actId="1076"/>
          <ac:spMkLst>
            <pc:docMk/>
            <pc:sldMk cId="1378381461" sldId="263"/>
            <ac:spMk id="117" creationId="{BDE15A44-816A-A385-E9FA-61267B24B2EE}"/>
          </ac:spMkLst>
        </pc:spChg>
        <pc:spChg chg="mod">
          <ac:chgData name="Taliah Kassaby" userId="S::kas0005@wantirnacollege.vic.edu.au::23d269d0-e02c-425d-bfba-881a989e0172" providerId="AD" clId="Web-{A2F432F4-37D5-A3D0-114A-1D305E73D865}" dt="2026-08-18T02:17:42.469" v="269" actId="1076"/>
          <ac:spMkLst>
            <pc:docMk/>
            <pc:sldMk cId="1378381461" sldId="263"/>
            <ac:spMk id="118" creationId="{3D4D8329-7B79-566C-6DC9-F6EFBBDB1797}"/>
          </ac:spMkLst>
        </pc:spChg>
        <pc:grpChg chg="add">
          <ac:chgData name="Taliah Kassaby" userId="S::kas0005@wantirnacollege.vic.edu.au::23d269d0-e02c-425d-bfba-881a989e0172" providerId="AD" clId="Web-{A2F432F4-37D5-A3D0-114A-1D305E73D865}" dt="2026-08-18T02:16:22.231" v="256"/>
          <ac:grpSpMkLst>
            <pc:docMk/>
            <pc:sldMk cId="1378381461" sldId="263"/>
            <ac:grpSpMk id="119" creationId="{28F75165-284D-0DC5-6214-B69DB7168A04}"/>
          </ac:grpSpMkLst>
        </pc:grpChg>
        <pc:inkChg chg="mod">
          <ac:chgData name="Taliah Kassaby" userId="S::kas0005@wantirnacollege.vic.edu.au::23d269d0-e02c-425d-bfba-881a989e0172" providerId="AD" clId="Web-{A2F432F4-37D5-A3D0-114A-1D305E73D865}" dt="2026-08-18T02:14:32.554" v="234" actId="1076"/>
          <ac:inkMkLst>
            <pc:docMk/>
            <pc:sldMk cId="1378381461" sldId="263"/>
            <ac:inkMk id="5" creationId="{BD14DB4F-83B9-BDAD-7CE1-B0ADD41823AA}"/>
          </ac:inkMkLst>
        </pc:inkChg>
      </pc:sldChg>
      <pc:sldChg chg="addSp delSp modSp">
        <pc:chgData name="Taliah Kassaby" userId="S::kas0005@wantirnacollege.vic.edu.au::23d269d0-e02c-425d-bfba-881a989e0172" providerId="AD" clId="Web-{A2F432F4-37D5-A3D0-114A-1D305E73D865}" dt="2026-08-18T02:26:19.067" v="358" actId="14100"/>
        <pc:sldMkLst>
          <pc:docMk/>
          <pc:sldMk cId="1366860525" sldId="264"/>
        </pc:sldMkLst>
        <pc:spChg chg="mod ord">
          <ac:chgData name="Taliah Kassaby" userId="S::kas0005@wantirnacollege.vic.edu.au::23d269d0-e02c-425d-bfba-881a989e0172" providerId="AD" clId="Web-{A2F432F4-37D5-A3D0-114A-1D305E73D865}" dt="2026-08-18T02:26:15.473" v="357" actId="1076"/>
          <ac:spMkLst>
            <pc:docMk/>
            <pc:sldMk cId="1366860525" sldId="264"/>
            <ac:spMk id="2" creationId="{1EC88F65-E257-50D0-F69C-69363F25BCCB}"/>
          </ac:spMkLst>
        </pc:spChg>
        <pc:spChg chg="mod">
          <ac:chgData name="Taliah Kassaby" userId="S::kas0005@wantirnacollege.vic.edu.au::23d269d0-e02c-425d-bfba-881a989e0172" providerId="AD" clId="Web-{A2F432F4-37D5-A3D0-114A-1D305E73D865}" dt="2026-08-18T02:26:19.067" v="358" actId="14100"/>
          <ac:spMkLst>
            <pc:docMk/>
            <pc:sldMk cId="1366860525" sldId="264"/>
            <ac:spMk id="10" creationId="{C3178A38-F0D4-0B0E-AB45-8134AF7F8EBE}"/>
          </ac:spMkLst>
        </pc:spChg>
        <pc:grpChg chg="add">
          <ac:chgData name="Taliah Kassaby" userId="S::kas0005@wantirnacollege.vic.edu.au::23d269d0-e02c-425d-bfba-881a989e0172" providerId="AD" clId="Web-{A2F432F4-37D5-A3D0-114A-1D305E73D865}" dt="2026-08-18T02:24:39.814" v="345"/>
          <ac:grpSpMkLst>
            <pc:docMk/>
            <pc:sldMk cId="1366860525" sldId="264"/>
            <ac:grpSpMk id="11" creationId="{ADEC6ED6-915F-8E19-B8CE-42C47769EA25}"/>
          </ac:grpSpMkLst>
        </pc:grpChg>
      </pc:sldChg>
      <pc:sldChg chg="addSp delSp modSp">
        <pc:chgData name="Taliah Kassaby" userId="S::kas0005@wantirnacollege.vic.edu.au::23d269d0-e02c-425d-bfba-881a989e0172" providerId="AD" clId="Web-{A2F432F4-37D5-A3D0-114A-1D305E73D865}" dt="2026-08-18T02:26:10.691" v="356" actId="1076"/>
        <pc:sldMkLst>
          <pc:docMk/>
          <pc:sldMk cId="3107933604" sldId="265"/>
        </pc:sldMkLst>
        <pc:spChg chg="mod ord">
          <ac:chgData name="Taliah Kassaby" userId="S::kas0005@wantirnacollege.vic.edu.au::23d269d0-e02c-425d-bfba-881a989e0172" providerId="AD" clId="Web-{A2F432F4-37D5-A3D0-114A-1D305E73D865}" dt="2026-08-18T02:26:10.691" v="356" actId="1076"/>
          <ac:spMkLst>
            <pc:docMk/>
            <pc:sldMk cId="3107933604" sldId="265"/>
            <ac:spMk id="2" creationId="{904BC8D6-7AFA-1B30-7B41-F587777381A9}"/>
          </ac:spMkLst>
        </pc:spChg>
        <pc:grpChg chg="add">
          <ac:chgData name="Taliah Kassaby" userId="S::kas0005@wantirnacollege.vic.edu.au::23d269d0-e02c-425d-bfba-881a989e0172" providerId="AD" clId="Web-{A2F432F4-37D5-A3D0-114A-1D305E73D865}" dt="2026-08-18T02:25:59.503" v="354"/>
          <ac:grpSpMkLst>
            <pc:docMk/>
            <pc:sldMk cId="3107933604" sldId="265"/>
            <ac:grpSpMk id="11" creationId="{C47CC5E7-9E0C-1C22-7558-600849365B62}"/>
          </ac:grpSpMkLst>
        </pc:grpChg>
      </pc:sldChg>
      <pc:sldChg chg="addSp modSp">
        <pc:chgData name="Taliah Kassaby" userId="S::kas0005@wantirnacollege.vic.edu.au::23d269d0-e02c-425d-bfba-881a989e0172" providerId="AD" clId="Web-{A2F432F4-37D5-A3D0-114A-1D305E73D865}" dt="2026-08-18T02:28:44.757" v="384" actId="1076"/>
        <pc:sldMkLst>
          <pc:docMk/>
          <pc:sldMk cId="2853855006" sldId="266"/>
        </pc:sldMkLst>
        <pc:spChg chg="mod ord">
          <ac:chgData name="Taliah Kassaby" userId="S::kas0005@wantirnacollege.vic.edu.au::23d269d0-e02c-425d-bfba-881a989e0172" providerId="AD" clId="Web-{A2F432F4-37D5-A3D0-114A-1D305E73D865}" dt="2026-08-18T02:28:44.757" v="384" actId="1076"/>
          <ac:spMkLst>
            <pc:docMk/>
            <pc:sldMk cId="2853855006" sldId="266"/>
            <ac:spMk id="2" creationId="{1E87D877-1A18-83C4-94B1-173689B4C6A1}"/>
          </ac:spMkLst>
        </pc:spChg>
        <pc:grpChg chg="add">
          <ac:chgData name="Taliah Kassaby" userId="S::kas0005@wantirnacollege.vic.edu.au::23d269d0-e02c-425d-bfba-881a989e0172" providerId="AD" clId="Web-{A2F432F4-37D5-A3D0-114A-1D305E73D865}" dt="2026-08-18T02:27:57.053" v="381"/>
          <ac:grpSpMkLst>
            <pc:docMk/>
            <pc:sldMk cId="2853855006" sldId="266"/>
            <ac:grpSpMk id="7" creationId="{CECE36E4-90FD-D8E9-5273-90FEDF63ED50}"/>
          </ac:grpSpMkLst>
        </pc:grpChg>
      </pc:sldChg>
      <pc:sldChg chg="addSp modSp">
        <pc:chgData name="Taliah Kassaby" userId="S::kas0005@wantirnacollege.vic.edu.au::23d269d0-e02c-425d-bfba-881a989e0172" providerId="AD" clId="Web-{A2F432F4-37D5-A3D0-114A-1D305E73D865}" dt="2026-08-18T02:29:16.258" v="389" actId="1076"/>
        <pc:sldMkLst>
          <pc:docMk/>
          <pc:sldMk cId="1380321696" sldId="267"/>
        </pc:sldMkLst>
        <pc:spChg chg="mod ord">
          <ac:chgData name="Taliah Kassaby" userId="S::kas0005@wantirnacollege.vic.edu.au::23d269d0-e02c-425d-bfba-881a989e0172" providerId="AD" clId="Web-{A2F432F4-37D5-A3D0-114A-1D305E73D865}" dt="2026-08-18T02:29:16.258" v="389" actId="1076"/>
          <ac:spMkLst>
            <pc:docMk/>
            <pc:sldMk cId="1380321696" sldId="267"/>
            <ac:spMk id="2" creationId="{9606A4EE-1A20-9BCE-F68F-8A6820025ED2}"/>
          </ac:spMkLst>
        </pc:spChg>
        <pc:grpChg chg="add">
          <ac:chgData name="Taliah Kassaby" userId="S::kas0005@wantirnacollege.vic.edu.au::23d269d0-e02c-425d-bfba-881a989e0172" providerId="AD" clId="Web-{A2F432F4-37D5-A3D0-114A-1D305E73D865}" dt="2026-08-18T02:28:56.148" v="386"/>
          <ac:grpSpMkLst>
            <pc:docMk/>
            <pc:sldMk cId="1380321696" sldId="267"/>
            <ac:grpSpMk id="8" creationId="{BF5CF546-A14D-56BE-E340-21EE8FE6558D}"/>
          </ac:grpSpMkLst>
        </pc:grpChg>
      </pc:sldChg>
      <pc:sldChg chg="addSp delSp modSp">
        <pc:chgData name="Taliah Kassaby" userId="S::kas0005@wantirnacollege.vic.edu.au::23d269d0-e02c-425d-bfba-881a989e0172" providerId="AD" clId="Web-{A2F432F4-37D5-A3D0-114A-1D305E73D865}" dt="2026-08-18T02:29:54.180" v="396" actId="1076"/>
        <pc:sldMkLst>
          <pc:docMk/>
          <pc:sldMk cId="1318932797" sldId="268"/>
        </pc:sldMkLst>
        <pc:spChg chg="mod ord">
          <ac:chgData name="Taliah Kassaby" userId="S::kas0005@wantirnacollege.vic.edu.au::23d269d0-e02c-425d-bfba-881a989e0172" providerId="AD" clId="Web-{A2F432F4-37D5-A3D0-114A-1D305E73D865}" dt="2026-08-18T02:29:54.180" v="396" actId="1076"/>
          <ac:spMkLst>
            <pc:docMk/>
            <pc:sldMk cId="1318932797" sldId="268"/>
            <ac:spMk id="2" creationId="{1EEB6081-E41C-E3FF-269E-8B1C60D65713}"/>
          </ac:spMkLst>
        </pc:spChg>
        <pc:grpChg chg="add">
          <ac:chgData name="Taliah Kassaby" userId="S::kas0005@wantirnacollege.vic.edu.au::23d269d0-e02c-425d-bfba-881a989e0172" providerId="AD" clId="Web-{A2F432F4-37D5-A3D0-114A-1D305E73D865}" dt="2026-08-18T02:29:32.461" v="392"/>
          <ac:grpSpMkLst>
            <pc:docMk/>
            <pc:sldMk cId="1318932797" sldId="268"/>
            <ac:grpSpMk id="7" creationId="{3F7ECD6C-158E-67A6-ADB4-4A21A3108B36}"/>
          </ac:grpSpMkLst>
        </pc:grpChg>
      </pc:sldChg>
      <pc:sldChg chg="addSp modSp">
        <pc:chgData name="Taliah Kassaby" userId="S::kas0005@wantirnacollege.vic.edu.au::23d269d0-e02c-425d-bfba-881a989e0172" providerId="AD" clId="Web-{A2F432F4-37D5-A3D0-114A-1D305E73D865}" dt="2026-08-18T02:20:56.400" v="302" actId="1076"/>
        <pc:sldMkLst>
          <pc:docMk/>
          <pc:sldMk cId="4147191571" sldId="269"/>
        </pc:sldMkLst>
        <pc:spChg chg="mod ord">
          <ac:chgData name="Taliah Kassaby" userId="S::kas0005@wantirnacollege.vic.edu.au::23d269d0-e02c-425d-bfba-881a989e0172" providerId="AD" clId="Web-{A2F432F4-37D5-A3D0-114A-1D305E73D865}" dt="2026-08-18T02:20:56.400" v="302" actId="1076"/>
          <ac:spMkLst>
            <pc:docMk/>
            <pc:sldMk cId="4147191571" sldId="269"/>
            <ac:spMk id="2" creationId="{C51CC66A-35D8-5EA1-54BF-2D890D21BE12}"/>
          </ac:spMkLst>
        </pc:spChg>
        <pc:spChg chg="mod">
          <ac:chgData name="Taliah Kassaby" userId="S::kas0005@wantirnacollege.vic.edu.au::23d269d0-e02c-425d-bfba-881a989e0172" providerId="AD" clId="Web-{A2F432F4-37D5-A3D0-114A-1D305E73D865}" dt="2026-08-18T02:20:36.212" v="298" actId="14100"/>
          <ac:spMkLst>
            <pc:docMk/>
            <pc:sldMk cId="4147191571" sldId="269"/>
            <ac:spMk id="5" creationId="{9C05FCA0-ADC2-27BD-3E92-ECE76F997455}"/>
          </ac:spMkLst>
        </pc:spChg>
        <pc:spChg chg="mod">
          <ac:chgData name="Taliah Kassaby" userId="S::kas0005@wantirnacollege.vic.edu.au::23d269d0-e02c-425d-bfba-881a989e0172" providerId="AD" clId="Web-{A2F432F4-37D5-A3D0-114A-1D305E73D865}" dt="2026-08-18T02:20:44.994" v="300" actId="14100"/>
          <ac:spMkLst>
            <pc:docMk/>
            <pc:sldMk cId="4147191571" sldId="269"/>
            <ac:spMk id="6" creationId="{1A82D0E5-48AB-C059-228B-1208D01BF46C}"/>
          </ac:spMkLst>
        </pc:spChg>
        <pc:grpChg chg="add">
          <ac:chgData name="Taliah Kassaby" userId="S::kas0005@wantirnacollege.vic.edu.au::23d269d0-e02c-425d-bfba-881a989e0172" providerId="AD" clId="Web-{A2F432F4-37D5-A3D0-114A-1D305E73D865}" dt="2026-08-18T02:19:29.038" v="287"/>
          <ac:grpSpMkLst>
            <pc:docMk/>
            <pc:sldMk cId="4147191571" sldId="269"/>
            <ac:grpSpMk id="12" creationId="{5D53C378-6089-81FB-BDB3-B035E6A38F2C}"/>
          </ac:grpSpMkLst>
        </pc:grpChg>
      </pc:sldChg>
      <pc:sldChg chg="addSp delSp modSp mod setBg">
        <pc:chgData name="Taliah Kassaby" userId="S::kas0005@wantirnacollege.vic.edu.au::23d269d0-e02c-425d-bfba-881a989e0172" providerId="AD" clId="Web-{A2F432F4-37D5-A3D0-114A-1D305E73D865}" dt="2026-08-18T02:55:55.804" v="512"/>
        <pc:sldMkLst>
          <pc:docMk/>
          <pc:sldMk cId="3457692963" sldId="270"/>
        </pc:sldMkLst>
        <pc:spChg chg="mod">
          <ac:chgData name="Taliah Kassaby" userId="S::kas0005@wantirnacollege.vic.edu.au::23d269d0-e02c-425d-bfba-881a989e0172" providerId="AD" clId="Web-{A2F432F4-37D5-A3D0-114A-1D305E73D865}" dt="2026-08-18T02:55:55.804" v="512"/>
          <ac:spMkLst>
            <pc:docMk/>
            <pc:sldMk cId="3457692963" sldId="270"/>
            <ac:spMk id="2" creationId="{9A6D4E23-7F5E-FFF1-E437-7D524E9B201B}"/>
          </ac:spMkLst>
        </pc:spChg>
        <pc:spChg chg="mod">
          <ac:chgData name="Taliah Kassaby" userId="S::kas0005@wantirnacollege.vic.edu.au::23d269d0-e02c-425d-bfba-881a989e0172" providerId="AD" clId="Web-{A2F432F4-37D5-A3D0-114A-1D305E73D865}" dt="2026-08-18T02:55:55.804" v="512"/>
          <ac:spMkLst>
            <pc:docMk/>
            <pc:sldMk cId="3457692963" sldId="270"/>
            <ac:spMk id="3" creationId="{C999C599-B8CA-EE81-4840-2B23F0BFE06D}"/>
          </ac:spMkLst>
        </pc:spChg>
        <pc:spChg chg="add">
          <ac:chgData name="Taliah Kassaby" userId="S::kas0005@wantirnacollege.vic.edu.au::23d269d0-e02c-425d-bfba-881a989e0172" providerId="AD" clId="Web-{A2F432F4-37D5-A3D0-114A-1D305E73D865}" dt="2026-08-18T02:55:55.804" v="512"/>
          <ac:spMkLst>
            <pc:docMk/>
            <pc:sldMk cId="3457692963" sldId="270"/>
            <ac:spMk id="5" creationId="{815925C2-A704-4D47-B1C1-3FCA52512EC1}"/>
          </ac:spMkLst>
        </pc:spChg>
        <pc:spChg chg="add">
          <ac:chgData name="Taliah Kassaby" userId="S::kas0005@wantirnacollege.vic.edu.au::23d269d0-e02c-425d-bfba-881a989e0172" providerId="AD" clId="Web-{A2F432F4-37D5-A3D0-114A-1D305E73D865}" dt="2026-08-18T02:55:55.804" v="512"/>
          <ac:spMkLst>
            <pc:docMk/>
            <pc:sldMk cId="3457692963" sldId="270"/>
            <ac:spMk id="6" creationId="{01D4315C-C23C-4FD3-98DF-08C29E2292A8}"/>
          </ac:spMkLst>
        </pc:spChg>
        <pc:grpChg chg="add">
          <ac:chgData name="Taliah Kassaby" userId="S::kas0005@wantirnacollege.vic.edu.au::23d269d0-e02c-425d-bfba-881a989e0172" providerId="AD" clId="Web-{A2F432F4-37D5-A3D0-114A-1D305E73D865}" dt="2026-08-18T02:55:55.804" v="512"/>
          <ac:grpSpMkLst>
            <pc:docMk/>
            <pc:sldMk cId="3457692963" sldId="270"/>
            <ac:grpSpMk id="7" creationId="{5E6B47BC-43FD-4C91-8BFF-B41B99A8A39E}"/>
          </ac:grpSpMkLst>
        </pc:grpChg>
        <pc:grpChg chg="add">
          <ac:chgData name="Taliah Kassaby" userId="S::kas0005@wantirnacollege.vic.edu.au::23d269d0-e02c-425d-bfba-881a989e0172" providerId="AD" clId="Web-{A2F432F4-37D5-A3D0-114A-1D305E73D865}" dt="2026-08-18T02:55:55.804" v="512"/>
          <ac:grpSpMkLst>
            <pc:docMk/>
            <pc:sldMk cId="3457692963" sldId="270"/>
            <ac:grpSpMk id="16" creationId="{43F5E015-E085-4624-B431-B42414448684}"/>
          </ac:grpSpMkLst>
        </pc:grpChg>
      </pc:sldChg>
      <pc:sldChg chg="addSp delSp modSp">
        <pc:chgData name="Taliah Kassaby" userId="S::kas0005@wantirnacollege.vic.edu.au::23d269d0-e02c-425d-bfba-881a989e0172" providerId="AD" clId="Web-{A2F432F4-37D5-A3D0-114A-1D305E73D865}" dt="2026-08-18T02:24:08.813" v="341"/>
        <pc:sldMkLst>
          <pc:docMk/>
          <pc:sldMk cId="2149723290" sldId="271"/>
        </pc:sldMkLst>
        <pc:spChg chg="mod ord">
          <ac:chgData name="Taliah Kassaby" userId="S::kas0005@wantirnacollege.vic.edu.au::23d269d0-e02c-425d-bfba-881a989e0172" providerId="AD" clId="Web-{A2F432F4-37D5-A3D0-114A-1D305E73D865}" dt="2026-08-18T02:21:46.856" v="311" actId="1076"/>
          <ac:spMkLst>
            <pc:docMk/>
            <pc:sldMk cId="2149723290" sldId="271"/>
            <ac:spMk id="2" creationId="{9E00B712-F478-3D2F-6FB3-DFD07B0CE486}"/>
          </ac:spMkLst>
        </pc:spChg>
        <pc:grpChg chg="add">
          <ac:chgData name="Taliah Kassaby" userId="S::kas0005@wantirnacollege.vic.edu.au::23d269d0-e02c-425d-bfba-881a989e0172" providerId="AD" clId="Web-{A2F432F4-37D5-A3D0-114A-1D305E73D865}" dt="2026-08-18T02:21:25.417" v="307"/>
          <ac:grpSpMkLst>
            <pc:docMk/>
            <pc:sldMk cId="2149723290" sldId="271"/>
            <ac:grpSpMk id="6" creationId="{5AE3057D-3A1F-C9DA-26F1-19C9E50D8C8C}"/>
          </ac:grpSpMkLst>
        </pc:grpChg>
        <pc:picChg chg="mod ord">
          <ac:chgData name="Taliah Kassaby" userId="S::kas0005@wantirnacollege.vic.edu.au::23d269d0-e02c-425d-bfba-881a989e0172" providerId="AD" clId="Web-{A2F432F4-37D5-A3D0-114A-1D305E73D865}" dt="2026-08-18T02:23:01.968" v="319" actId="1076"/>
          <ac:picMkLst>
            <pc:docMk/>
            <pc:sldMk cId="2149723290" sldId="271"/>
            <ac:picMk id="22" creationId="{A31A787D-A890-5EAD-46FA-26AC0E9C12AE}"/>
          </ac:picMkLst>
        </pc:picChg>
        <pc:inkChg chg="add">
          <ac:chgData name="Taliah Kassaby" userId="S::kas0005@wantirnacollege.vic.edu.au::23d269d0-e02c-425d-bfba-881a989e0172" providerId="AD" clId="Web-{A2F432F4-37D5-A3D0-114A-1D305E73D865}" dt="2026-08-18T02:23:34.047" v="326"/>
          <ac:inkMkLst>
            <pc:docMk/>
            <pc:sldMk cId="2149723290" sldId="271"/>
            <ac:inkMk id="7" creationId="{91AE0CCD-7AAA-1444-B849-98DE4F71B3C0}"/>
          </ac:inkMkLst>
        </pc:inkChg>
        <pc:inkChg chg="add">
          <ac:chgData name="Taliah Kassaby" userId="S::kas0005@wantirnacollege.vic.edu.au::23d269d0-e02c-425d-bfba-881a989e0172" providerId="AD" clId="Web-{A2F432F4-37D5-A3D0-114A-1D305E73D865}" dt="2026-08-18T02:23:37.906" v="327"/>
          <ac:inkMkLst>
            <pc:docMk/>
            <pc:sldMk cId="2149723290" sldId="271"/>
            <ac:inkMk id="8" creationId="{F43F83C1-0D9F-C897-84F8-3A867C19DF1C}"/>
          </ac:inkMkLst>
        </pc:inkChg>
        <pc:inkChg chg="add">
          <ac:chgData name="Taliah Kassaby" userId="S::kas0005@wantirnacollege.vic.edu.au::23d269d0-e02c-425d-bfba-881a989e0172" providerId="AD" clId="Web-{A2F432F4-37D5-A3D0-114A-1D305E73D865}" dt="2026-08-18T02:23:41.375" v="328"/>
          <ac:inkMkLst>
            <pc:docMk/>
            <pc:sldMk cId="2149723290" sldId="271"/>
            <ac:inkMk id="9" creationId="{672704CA-A2DE-8082-6908-9F345769E0DE}"/>
          </ac:inkMkLst>
        </pc:inkChg>
        <pc:inkChg chg="add del">
          <ac:chgData name="Taliah Kassaby" userId="S::kas0005@wantirnacollege.vic.edu.au::23d269d0-e02c-425d-bfba-881a989e0172" providerId="AD" clId="Web-{A2F432F4-37D5-A3D0-114A-1D305E73D865}" dt="2026-08-18T02:24:08.813" v="341"/>
          <ac:inkMkLst>
            <pc:docMk/>
            <pc:sldMk cId="2149723290" sldId="271"/>
            <ac:inkMk id="10" creationId="{3DE8B2C5-4F06-F761-4038-6F828EE8105B}"/>
          </ac:inkMkLst>
        </pc:inkChg>
      </pc:sldChg>
      <pc:sldChg chg="addSp delSp modSp">
        <pc:chgData name="Taliah Kassaby" userId="S::kas0005@wantirnacollege.vic.edu.au::23d269d0-e02c-425d-bfba-881a989e0172" providerId="AD" clId="Web-{A2F432F4-37D5-A3D0-114A-1D305E73D865}" dt="2026-08-18T02:27:49.491" v="379" actId="1076"/>
        <pc:sldMkLst>
          <pc:docMk/>
          <pc:sldMk cId="4196453157" sldId="272"/>
        </pc:sldMkLst>
        <pc:spChg chg="mod ord">
          <ac:chgData name="Taliah Kassaby" userId="S::kas0005@wantirnacollege.vic.edu.au::23d269d0-e02c-425d-bfba-881a989e0172" providerId="AD" clId="Web-{A2F432F4-37D5-A3D0-114A-1D305E73D865}" dt="2026-08-18T02:27:41.553" v="369" actId="1076"/>
          <ac:spMkLst>
            <pc:docMk/>
            <pc:sldMk cId="4196453157" sldId="272"/>
            <ac:spMk id="2" creationId="{DECC06B4-3A01-A656-443F-0A54FBECDA36}"/>
          </ac:spMkLst>
        </pc:spChg>
        <pc:spChg chg="mod">
          <ac:chgData name="Taliah Kassaby" userId="S::kas0005@wantirnacollege.vic.edu.au::23d269d0-e02c-425d-bfba-881a989e0172" providerId="AD" clId="Web-{A2F432F4-37D5-A3D0-114A-1D305E73D865}" dt="2026-08-18T02:27:49.475" v="377" actId="1076"/>
          <ac:spMkLst>
            <pc:docMk/>
            <pc:sldMk cId="4196453157" sldId="272"/>
            <ac:spMk id="16" creationId="{24FEF3ED-F281-D4E7-22C3-88CFF0405EB0}"/>
          </ac:spMkLst>
        </pc:spChg>
        <pc:spChg chg="mod">
          <ac:chgData name="Taliah Kassaby" userId="S::kas0005@wantirnacollege.vic.edu.au::23d269d0-e02c-425d-bfba-881a989e0172" providerId="AD" clId="Web-{A2F432F4-37D5-A3D0-114A-1D305E73D865}" dt="2026-08-18T02:27:49.491" v="378" actId="1076"/>
          <ac:spMkLst>
            <pc:docMk/>
            <pc:sldMk cId="4196453157" sldId="272"/>
            <ac:spMk id="22" creationId="{50409287-EF5B-CF5B-A14E-2C5D39440B15}"/>
          </ac:spMkLst>
        </pc:spChg>
        <pc:spChg chg="mod">
          <ac:chgData name="Taliah Kassaby" userId="S::kas0005@wantirnacollege.vic.edu.au::23d269d0-e02c-425d-bfba-881a989e0172" providerId="AD" clId="Web-{A2F432F4-37D5-A3D0-114A-1D305E73D865}" dt="2026-08-18T02:27:49.491" v="379" actId="1076"/>
          <ac:spMkLst>
            <pc:docMk/>
            <pc:sldMk cId="4196453157" sldId="272"/>
            <ac:spMk id="23" creationId="{4FF51D3C-6667-07BD-0EBF-46440DDD405A}"/>
          </ac:spMkLst>
        </pc:spChg>
        <pc:grpChg chg="add">
          <ac:chgData name="Taliah Kassaby" userId="S::kas0005@wantirnacollege.vic.edu.au::23d269d0-e02c-425d-bfba-881a989e0172" providerId="AD" clId="Web-{A2F432F4-37D5-A3D0-114A-1D305E73D865}" dt="2026-08-18T02:27:29.115" v="365"/>
          <ac:grpSpMkLst>
            <pc:docMk/>
            <pc:sldMk cId="4196453157" sldId="272"/>
            <ac:grpSpMk id="18" creationId="{874B9EED-B8A1-41F2-433B-899420AECD4D}"/>
          </ac:grpSpMkLst>
        </pc:grpChg>
        <pc:picChg chg="mod">
          <ac:chgData name="Taliah Kassaby" userId="S::kas0005@wantirnacollege.vic.edu.au::23d269d0-e02c-425d-bfba-881a989e0172" providerId="AD" clId="Web-{A2F432F4-37D5-A3D0-114A-1D305E73D865}" dt="2026-08-18T02:27:49.412" v="370" actId="1076"/>
          <ac:picMkLst>
            <pc:docMk/>
            <pc:sldMk cId="4196453157" sldId="272"/>
            <ac:picMk id="4" creationId="{6EB7D4B0-5233-EF46-C5FB-4067893490FB}"/>
          </ac:picMkLst>
        </pc:picChg>
        <pc:inkChg chg="mod">
          <ac:chgData name="Taliah Kassaby" userId="S::kas0005@wantirnacollege.vic.edu.au::23d269d0-e02c-425d-bfba-881a989e0172" providerId="AD" clId="Web-{A2F432F4-37D5-A3D0-114A-1D305E73D865}" dt="2026-08-18T02:27:49.412" v="371" actId="1076"/>
          <ac:inkMkLst>
            <pc:docMk/>
            <pc:sldMk cId="4196453157" sldId="272"/>
            <ac:inkMk id="5" creationId="{291E65B1-4420-81D5-05F8-C0FF12741F77}"/>
          </ac:inkMkLst>
        </pc:inkChg>
        <pc:inkChg chg="mod">
          <ac:chgData name="Taliah Kassaby" userId="S::kas0005@wantirnacollege.vic.edu.au::23d269d0-e02c-425d-bfba-881a989e0172" providerId="AD" clId="Web-{A2F432F4-37D5-A3D0-114A-1D305E73D865}" dt="2026-08-18T02:27:49.428" v="372" actId="1076"/>
          <ac:inkMkLst>
            <pc:docMk/>
            <pc:sldMk cId="4196453157" sldId="272"/>
            <ac:inkMk id="11" creationId="{53A11908-C8F3-228A-2A42-64DCE78996A9}"/>
          </ac:inkMkLst>
        </pc:inkChg>
        <pc:inkChg chg="mod">
          <ac:chgData name="Taliah Kassaby" userId="S::kas0005@wantirnacollege.vic.edu.au::23d269d0-e02c-425d-bfba-881a989e0172" providerId="AD" clId="Web-{A2F432F4-37D5-A3D0-114A-1D305E73D865}" dt="2026-08-18T02:27:49.444" v="373" actId="1076"/>
          <ac:inkMkLst>
            <pc:docMk/>
            <pc:sldMk cId="4196453157" sldId="272"/>
            <ac:inkMk id="12" creationId="{AB26A816-7054-250C-2DD5-14C1B01A714F}"/>
          </ac:inkMkLst>
        </pc:inkChg>
        <pc:inkChg chg="mod">
          <ac:chgData name="Taliah Kassaby" userId="S::kas0005@wantirnacollege.vic.edu.au::23d269d0-e02c-425d-bfba-881a989e0172" providerId="AD" clId="Web-{A2F432F4-37D5-A3D0-114A-1D305E73D865}" dt="2026-08-18T02:27:49.444" v="374" actId="1076"/>
          <ac:inkMkLst>
            <pc:docMk/>
            <pc:sldMk cId="4196453157" sldId="272"/>
            <ac:inkMk id="13" creationId="{0D5BF425-7455-5047-8B5B-95729688C396}"/>
          </ac:inkMkLst>
        </pc:inkChg>
        <pc:inkChg chg="mod">
          <ac:chgData name="Taliah Kassaby" userId="S::kas0005@wantirnacollege.vic.edu.au::23d269d0-e02c-425d-bfba-881a989e0172" providerId="AD" clId="Web-{A2F432F4-37D5-A3D0-114A-1D305E73D865}" dt="2026-08-18T02:27:49.459" v="375" actId="1076"/>
          <ac:inkMkLst>
            <pc:docMk/>
            <pc:sldMk cId="4196453157" sldId="272"/>
            <ac:inkMk id="14" creationId="{2221E05B-8385-4427-59AE-C55D3918076B}"/>
          </ac:inkMkLst>
        </pc:inkChg>
        <pc:inkChg chg="mod">
          <ac:chgData name="Taliah Kassaby" userId="S::kas0005@wantirnacollege.vic.edu.au::23d269d0-e02c-425d-bfba-881a989e0172" providerId="AD" clId="Web-{A2F432F4-37D5-A3D0-114A-1D305E73D865}" dt="2026-08-18T02:27:49.459" v="376" actId="1076"/>
          <ac:inkMkLst>
            <pc:docMk/>
            <pc:sldMk cId="4196453157" sldId="272"/>
            <ac:inkMk id="15" creationId="{E139891A-B456-ABC2-8311-60B3B4D12537}"/>
          </ac:inkMkLst>
        </pc:inkChg>
      </pc:sldChg>
      <pc:sldChg chg="addSp delSp modSp mod setBg">
        <pc:chgData name="Taliah Kassaby" userId="S::kas0005@wantirnacollege.vic.edu.au::23d269d0-e02c-425d-bfba-881a989e0172" providerId="AD" clId="Web-{A2F432F4-37D5-A3D0-114A-1D305E73D865}" dt="2026-08-18T02:57:57.168" v="529" actId="20577"/>
        <pc:sldMkLst>
          <pc:docMk/>
          <pc:sldMk cId="297324421" sldId="273"/>
        </pc:sldMkLst>
        <pc:spChg chg="mod ord">
          <ac:chgData name="Taliah Kassaby" userId="S::kas0005@wantirnacollege.vic.edu.au::23d269d0-e02c-425d-bfba-881a989e0172" providerId="AD" clId="Web-{A2F432F4-37D5-A3D0-114A-1D305E73D865}" dt="2026-08-18T02:57:48.480" v="526"/>
          <ac:spMkLst>
            <pc:docMk/>
            <pc:sldMk cId="297324421" sldId="273"/>
            <ac:spMk id="2" creationId="{A2820B42-F2E1-0D4A-CA11-6969E8E37672}"/>
          </ac:spMkLst>
        </pc:spChg>
        <pc:spChg chg="mod ord">
          <ac:chgData name="Taliah Kassaby" userId="S::kas0005@wantirnacollege.vic.edu.au::23d269d0-e02c-425d-bfba-881a989e0172" providerId="AD" clId="Web-{A2F432F4-37D5-A3D0-114A-1D305E73D865}" dt="2026-08-18T02:57:57.168" v="529" actId="20577"/>
          <ac:spMkLst>
            <pc:docMk/>
            <pc:sldMk cId="297324421" sldId="273"/>
            <ac:spMk id="3" creationId="{78A9B5C1-0D08-E7D6-1604-F4E765D729ED}"/>
          </ac:spMkLst>
        </pc:spChg>
        <pc:spChg chg="add">
          <ac:chgData name="Taliah Kassaby" userId="S::kas0005@wantirnacollege.vic.edu.au::23d269d0-e02c-425d-bfba-881a989e0172" providerId="AD" clId="Web-{A2F432F4-37D5-A3D0-114A-1D305E73D865}" dt="2026-08-18T02:57:48.480" v="526"/>
          <ac:spMkLst>
            <pc:docMk/>
            <pc:sldMk cId="297324421" sldId="273"/>
            <ac:spMk id="16" creationId="{C3420C89-0B09-4632-A4AF-3971D08BF7A8}"/>
          </ac:spMkLst>
        </pc:spChg>
        <pc:spChg chg="add">
          <ac:chgData name="Taliah Kassaby" userId="S::kas0005@wantirnacollege.vic.edu.au::23d269d0-e02c-425d-bfba-881a989e0172" providerId="AD" clId="Web-{A2F432F4-37D5-A3D0-114A-1D305E73D865}" dt="2026-08-18T02:57:48.480" v="526"/>
          <ac:spMkLst>
            <pc:docMk/>
            <pc:sldMk cId="297324421" sldId="273"/>
            <ac:spMk id="18" creationId="{4E5CBA61-BF74-40B4-A3A8-366BBA626CCF}"/>
          </ac:spMkLst>
        </pc:spChg>
        <pc:grpChg chg="add">
          <ac:chgData name="Taliah Kassaby" userId="S::kas0005@wantirnacollege.vic.edu.au::23d269d0-e02c-425d-bfba-881a989e0172" providerId="AD" clId="Web-{A2F432F4-37D5-A3D0-114A-1D305E73D865}" dt="2026-08-18T02:57:48.480" v="526"/>
          <ac:grpSpMkLst>
            <pc:docMk/>
            <pc:sldMk cId="297324421" sldId="273"/>
            <ac:grpSpMk id="13" creationId="{AC27E70C-5470-4262-B9CE-AE52C51CF4C1}"/>
          </ac:grpSpMkLst>
        </pc:grpChg>
        <pc:grpChg chg="add">
          <ac:chgData name="Taliah Kassaby" userId="S::kas0005@wantirnacollege.vic.edu.au::23d269d0-e02c-425d-bfba-881a989e0172" providerId="AD" clId="Web-{A2F432F4-37D5-A3D0-114A-1D305E73D865}" dt="2026-08-18T02:57:48.480" v="526"/>
          <ac:grpSpMkLst>
            <pc:docMk/>
            <pc:sldMk cId="297324421" sldId="273"/>
            <ac:grpSpMk id="24" creationId="{E27AF472-EAE3-4572-AB69-B92BD10DBC6D}"/>
          </ac:grpSpMkLst>
        </pc:grpChg>
        <pc:picChg chg="mod">
          <ac:chgData name="Taliah Kassaby" userId="S::kas0005@wantirnacollege.vic.edu.au::23d269d0-e02c-425d-bfba-881a989e0172" providerId="AD" clId="Web-{A2F432F4-37D5-A3D0-114A-1D305E73D865}" dt="2026-08-18T02:57:48.480" v="526"/>
          <ac:picMkLst>
            <pc:docMk/>
            <pc:sldMk cId="297324421" sldId="273"/>
            <ac:picMk id="5" creationId="{C9A0F5B2-B3B2-4448-F130-E01E44E49D91}"/>
          </ac:picMkLst>
        </pc:picChg>
      </pc:sldChg>
      <pc:sldChg chg="addSp delSp modSp mod setBg">
        <pc:chgData name="Taliah Kassaby" userId="S::kas0005@wantirnacollege.vic.edu.au::23d269d0-e02c-425d-bfba-881a989e0172" providerId="AD" clId="Web-{A2F432F4-37D5-A3D0-114A-1D305E73D865}" dt="2026-08-18T02:58:59.388" v="539" actId="1076"/>
        <pc:sldMkLst>
          <pc:docMk/>
          <pc:sldMk cId="1435999858" sldId="274"/>
        </pc:sldMkLst>
        <pc:spChg chg="mod ord">
          <ac:chgData name="Taliah Kassaby" userId="S::kas0005@wantirnacollege.vic.edu.au::23d269d0-e02c-425d-bfba-881a989e0172" providerId="AD" clId="Web-{A2F432F4-37D5-A3D0-114A-1D305E73D865}" dt="2026-08-18T02:58:54.607" v="537" actId="1076"/>
          <ac:spMkLst>
            <pc:docMk/>
            <pc:sldMk cId="1435999858" sldId="274"/>
            <ac:spMk id="2" creationId="{2B862ED3-17C4-55EC-D135-C4D91E30AC99}"/>
          </ac:spMkLst>
        </pc:spChg>
        <pc:spChg chg="add">
          <ac:chgData name="Taliah Kassaby" userId="S::kas0005@wantirnacollege.vic.edu.au::23d269d0-e02c-425d-bfba-881a989e0172" providerId="AD" clId="Web-{A2F432F4-37D5-A3D0-114A-1D305E73D865}" dt="2026-08-18T02:58:16.668" v="530"/>
          <ac:spMkLst>
            <pc:docMk/>
            <pc:sldMk cId="1435999858" sldId="274"/>
            <ac:spMk id="14" creationId="{C7D023E4-8DE1-436E-9847-ED6A4B4B04FD}"/>
          </ac:spMkLst>
        </pc:spChg>
        <pc:spChg chg="add">
          <ac:chgData name="Taliah Kassaby" userId="S::kas0005@wantirnacollege.vic.edu.au::23d269d0-e02c-425d-bfba-881a989e0172" providerId="AD" clId="Web-{A2F432F4-37D5-A3D0-114A-1D305E73D865}" dt="2026-08-18T02:58:16.668" v="530"/>
          <ac:spMkLst>
            <pc:docMk/>
            <pc:sldMk cId="1435999858" sldId="274"/>
            <ac:spMk id="16" creationId="{8B2B1708-8CE4-4A20-94F5-55118AE2CBD7}"/>
          </ac:spMkLst>
        </pc:spChg>
        <pc:spChg chg="mod">
          <ac:chgData name="Taliah Kassaby" userId="S::kas0005@wantirnacollege.vic.edu.au::23d269d0-e02c-425d-bfba-881a989e0172" providerId="AD" clId="Web-{A2F432F4-37D5-A3D0-114A-1D305E73D865}" dt="2026-08-18T02:58:49.325" v="536" actId="14100"/>
          <ac:spMkLst>
            <pc:docMk/>
            <pc:sldMk cId="1435999858" sldId="274"/>
            <ac:spMk id="19" creationId="{C2DD07C1-6CFB-48E5-AD0E-AC091042BBD8}"/>
          </ac:spMkLst>
        </pc:spChg>
        <pc:spChg chg="mod">
          <ac:chgData name="Taliah Kassaby" userId="S::kas0005@wantirnacollege.vic.edu.au::23d269d0-e02c-425d-bfba-881a989e0172" providerId="AD" clId="Web-{A2F432F4-37D5-A3D0-114A-1D305E73D865}" dt="2026-08-18T02:58:43.028" v="535" actId="14100"/>
          <ac:spMkLst>
            <pc:docMk/>
            <pc:sldMk cId="1435999858" sldId="274"/>
            <ac:spMk id="20" creationId="{F9A8FC0F-BD29-4D9A-ABF1-D75E3A26917F}"/>
          </ac:spMkLst>
        </pc:spChg>
        <pc:grpChg chg="add">
          <ac:chgData name="Taliah Kassaby" userId="S::kas0005@wantirnacollege.vic.edu.au::23d269d0-e02c-425d-bfba-881a989e0172" providerId="AD" clId="Web-{A2F432F4-37D5-A3D0-114A-1D305E73D865}" dt="2026-08-18T02:58:16.668" v="530"/>
          <ac:grpSpMkLst>
            <pc:docMk/>
            <pc:sldMk cId="1435999858" sldId="274"/>
            <ac:grpSpMk id="18" creationId="{1F9866A9-B167-4D75-8F7F-360025AD6B43}"/>
          </ac:grpSpMkLst>
        </pc:grpChg>
        <pc:grpChg chg="add">
          <ac:chgData name="Taliah Kassaby" userId="S::kas0005@wantirnacollege.vic.edu.au::23d269d0-e02c-425d-bfba-881a989e0172" providerId="AD" clId="Web-{A2F432F4-37D5-A3D0-114A-1D305E73D865}" dt="2026-08-18T02:58:16.668" v="530"/>
          <ac:grpSpMkLst>
            <pc:docMk/>
            <pc:sldMk cId="1435999858" sldId="274"/>
            <ac:grpSpMk id="22" creationId="{E27AF472-EAE3-4572-AB69-B92BD10DBC6D}"/>
          </ac:grpSpMkLst>
        </pc:grpChg>
        <pc:picChg chg="mod ord">
          <ac:chgData name="Taliah Kassaby" userId="S::kas0005@wantirnacollege.vic.edu.au::23d269d0-e02c-425d-bfba-881a989e0172" providerId="AD" clId="Web-{A2F432F4-37D5-A3D0-114A-1D305E73D865}" dt="2026-08-18T02:58:59.388" v="539" actId="1076"/>
          <ac:picMkLst>
            <pc:docMk/>
            <pc:sldMk cId="1435999858" sldId="274"/>
            <ac:picMk id="4" creationId="{514C81AC-0D0A-6F04-301A-86FB85CD49D7}"/>
          </ac:picMkLst>
        </pc:picChg>
      </pc:sldChg>
      <pc:sldChg chg="add replId">
        <pc:chgData name="Taliah Kassaby" userId="S::kas0005@wantirnacollege.vic.edu.au::23d269d0-e02c-425d-bfba-881a989e0172" providerId="AD" clId="Web-{A2F432F4-37D5-A3D0-114A-1D305E73D865}" dt="2026-08-18T02:08:09.044" v="137"/>
        <pc:sldMkLst>
          <pc:docMk/>
          <pc:sldMk cId="2786088530" sldId="276"/>
        </pc:sldMkLst>
      </pc:sldChg>
    </pc:docChg>
  </pc:docChgLst>
  <pc:docChgLst>
    <pc:chgData name="Zef Ewart" userId="S::ewa0005@wantirnacollege.vic.edu.au::d55df615-e487-427e-b122-1eec8308b830" providerId="AD" clId="Web-{8C8B2183-FF6F-EF0C-B057-6277FEC65D75}"/>
    <pc:docChg chg="modSld">
      <pc:chgData name="Zef Ewart" userId="S::ewa0005@wantirnacollege.vic.edu.au::d55df615-e487-427e-b122-1eec8308b830" providerId="AD" clId="Web-{8C8B2183-FF6F-EF0C-B057-6277FEC65D75}" dt="2026-08-18T02:23:45.756" v="613" actId="1076"/>
      <pc:docMkLst>
        <pc:docMk/>
      </pc:docMkLst>
      <pc:sldChg chg="addSp modSp">
        <pc:chgData name="Zef Ewart" userId="S::ewa0005@wantirnacollege.vic.edu.au::d55df615-e487-427e-b122-1eec8308b830" providerId="AD" clId="Web-{8C8B2183-FF6F-EF0C-B057-6277FEC65D75}" dt="2026-08-18T02:23:45.756" v="613" actId="1076"/>
        <pc:sldMkLst>
          <pc:docMk/>
          <pc:sldMk cId="4094592511" sldId="261"/>
        </pc:sldMkLst>
        <pc:spChg chg="add mod">
          <ac:chgData name="Zef Ewart" userId="S::ewa0005@wantirnacollege.vic.edu.au::d55df615-e487-427e-b122-1eec8308b830" providerId="AD" clId="Web-{8C8B2183-FF6F-EF0C-B057-6277FEC65D75}" dt="2026-08-18T02:23:45.756" v="613" actId="1076"/>
          <ac:spMkLst>
            <pc:docMk/>
            <pc:sldMk cId="4094592511" sldId="261"/>
            <ac:spMk id="3" creationId="{69689C90-6221-A1FF-3431-0941A890942C}"/>
          </ac:spMkLst>
        </pc:spChg>
        <pc:spChg chg="mod">
          <ac:chgData name="Zef Ewart" userId="S::ewa0005@wantirnacollege.vic.edu.au::d55df615-e487-427e-b122-1eec8308b830" providerId="AD" clId="Web-{8C8B2183-FF6F-EF0C-B057-6277FEC65D75}" dt="2026-08-18T02:23:25.114" v="610" actId="20577"/>
          <ac:spMkLst>
            <pc:docMk/>
            <pc:sldMk cId="4094592511" sldId="261"/>
            <ac:spMk id="8" creationId="{E5BE8265-4C5F-67BB-6A15-D068CDB22A3C}"/>
          </ac:spMkLst>
        </pc:spChg>
        <pc:spChg chg="mod">
          <ac:chgData name="Zef Ewart" userId="S::ewa0005@wantirnacollege.vic.edu.au::d55df615-e487-427e-b122-1eec8308b830" providerId="AD" clId="Web-{8C8B2183-FF6F-EF0C-B057-6277FEC65D75}" dt="2026-08-18T02:21:09.085" v="518" actId="20577"/>
          <ac:spMkLst>
            <pc:docMk/>
            <pc:sldMk cId="4094592511" sldId="261"/>
            <ac:spMk id="13" creationId="{DBC6133C-0615-4CE4-9132-37E609A9BDFA}"/>
          </ac:spMkLst>
        </pc:spChg>
      </pc:sldChg>
      <pc:sldChg chg="modSp">
        <pc:chgData name="Zef Ewart" userId="S::ewa0005@wantirnacollege.vic.edu.au::d55df615-e487-427e-b122-1eec8308b830" providerId="AD" clId="Web-{8C8B2183-FF6F-EF0C-B057-6277FEC65D75}" dt="2026-08-18T02:18:34.720" v="503" actId="20577"/>
        <pc:sldMkLst>
          <pc:docMk/>
          <pc:sldMk cId="3457692963" sldId="270"/>
        </pc:sldMkLst>
        <pc:spChg chg="mod">
          <ac:chgData name="Zef Ewart" userId="S::ewa0005@wantirnacollege.vic.edu.au::d55df615-e487-427e-b122-1eec8308b830" providerId="AD" clId="Web-{8C8B2183-FF6F-EF0C-B057-6277FEC65D75}" dt="2026-08-18T02:18:34.720" v="503" actId="20577"/>
          <ac:spMkLst>
            <pc:docMk/>
            <pc:sldMk cId="3457692963" sldId="270"/>
            <ac:spMk id="3" creationId="{C999C599-B8CA-EE81-4840-2B23F0BFE06D}"/>
          </ac:spMkLst>
        </pc:spChg>
      </pc:sldChg>
    </pc:docChg>
  </pc:docChgLst>
  <pc:docChgLst>
    <pc:chgData name="Taliah Kassaby" userId="S::kas0005@wantirnacollege.vic.edu.au::23d269d0-e02c-425d-bfba-881a989e0172" providerId="AD" clId="Web-{30CFABA8-5ECE-559D-0F31-2D72F6340305}"/>
    <pc:docChg chg="modSld">
      <pc:chgData name="Taliah Kassaby" userId="S::kas0005@wantirnacollege.vic.edu.au::23d269d0-e02c-425d-bfba-881a989e0172" providerId="AD" clId="Web-{30CFABA8-5ECE-559D-0F31-2D72F6340305}" dt="2026-08-17T02:18:03.385" v="6" actId="1076"/>
      <pc:docMkLst>
        <pc:docMk/>
      </pc:docMkLst>
      <pc:sldChg chg="addSp modSp">
        <pc:chgData name="Taliah Kassaby" userId="S::kas0005@wantirnacollege.vic.edu.au::23d269d0-e02c-425d-bfba-881a989e0172" providerId="AD" clId="Web-{30CFABA8-5ECE-559D-0F31-2D72F6340305}" dt="2026-08-17T02:18:03.385" v="6" actId="1076"/>
        <pc:sldMkLst>
          <pc:docMk/>
          <pc:sldMk cId="1435999858" sldId="274"/>
        </pc:sldMkLst>
      </pc:sldChg>
    </pc:docChg>
  </pc:docChgLst>
  <pc:docChgLst>
    <pc:chgData name="Oscar Glaister" userId="e6f16566-ea0c-4df4-8ebb-5765e438d351" providerId="ADAL" clId="{252C8254-46BD-4598-B285-E6EC582ADBF0}"/>
    <pc:docChg chg="undo custSel addSld delSld modSld sldOrd">
      <pc:chgData name="Oscar Glaister" userId="e6f16566-ea0c-4df4-8ebb-5765e438d351" providerId="ADAL" clId="{252C8254-46BD-4598-B285-E6EC582ADBF0}" dt="2026-09-15T01:55:58.721" v="794" actId="27636"/>
      <pc:docMkLst>
        <pc:docMk/>
      </pc:docMkLst>
      <pc:sldChg chg="ord">
        <pc:chgData name="Oscar Glaister" userId="e6f16566-ea0c-4df4-8ebb-5765e438d351" providerId="ADAL" clId="{252C8254-46BD-4598-B285-E6EC582ADBF0}" dt="2026-09-15T01:10:33.617" v="681"/>
        <pc:sldMkLst>
          <pc:docMk/>
          <pc:sldMk cId="3457692963" sldId="270"/>
        </pc:sldMkLst>
      </pc:sldChg>
      <pc:sldChg chg="addSp delSp modSp new mod">
        <pc:chgData name="Oscar Glaister" userId="e6f16566-ea0c-4df4-8ebb-5765e438d351" providerId="ADAL" clId="{252C8254-46BD-4598-B285-E6EC582ADBF0}" dt="2026-08-17T02:17:06.096" v="365" actId="732"/>
        <pc:sldMkLst>
          <pc:docMk/>
          <pc:sldMk cId="1435999858" sldId="274"/>
        </pc:sldMkLst>
        <pc:picChg chg="add mod modCrop">
          <ac:chgData name="Oscar Glaister" userId="e6f16566-ea0c-4df4-8ebb-5765e438d351" providerId="ADAL" clId="{252C8254-46BD-4598-B285-E6EC582ADBF0}" dt="2026-08-17T02:17:06.096" v="365" actId="732"/>
          <ac:picMkLst>
            <pc:docMk/>
            <pc:sldMk cId="1435999858" sldId="274"/>
            <ac:picMk id="4" creationId="{514C81AC-0D0A-6F04-301A-86FB85CD49D7}"/>
          </ac:picMkLst>
        </pc:picChg>
      </pc:sldChg>
      <pc:sldChg chg="del">
        <pc:chgData name="Oscar Glaister" userId="e6f16566-ea0c-4df4-8ebb-5765e438d351" providerId="ADAL" clId="{252C8254-46BD-4598-B285-E6EC582ADBF0}" dt="2026-09-15T01:17:49.791" v="764" actId="47"/>
        <pc:sldMkLst>
          <pc:docMk/>
          <pc:sldMk cId="1098657898" sldId="277"/>
        </pc:sldMkLst>
      </pc:sldChg>
      <pc:sldChg chg="addSp delSp modSp mod ord">
        <pc:chgData name="Oscar Glaister" userId="e6f16566-ea0c-4df4-8ebb-5765e438d351" providerId="ADAL" clId="{252C8254-46BD-4598-B285-E6EC582ADBF0}" dt="2026-09-15T01:52:44.077" v="784"/>
        <pc:sldMkLst>
          <pc:docMk/>
          <pc:sldMk cId="2720739246" sldId="279"/>
        </pc:sldMkLst>
        <pc:spChg chg="add del">
          <ac:chgData name="Oscar Glaister" userId="e6f16566-ea0c-4df4-8ebb-5765e438d351" providerId="ADAL" clId="{252C8254-46BD-4598-B285-E6EC582ADBF0}" dt="2026-09-15T01:16:24.881" v="699" actId="22"/>
          <ac:spMkLst>
            <pc:docMk/>
            <pc:sldMk cId="2720739246" sldId="279"/>
            <ac:spMk id="5" creationId="{E106091D-6599-CE95-0560-774C6203559F}"/>
          </ac:spMkLst>
        </pc:spChg>
        <pc:graphicFrameChg chg="add mod modGraphic">
          <ac:chgData name="Oscar Glaister" userId="e6f16566-ea0c-4df4-8ebb-5765e438d351" providerId="ADAL" clId="{252C8254-46BD-4598-B285-E6EC582ADBF0}" dt="2026-09-15T01:17:01.597" v="760" actId="20577"/>
          <ac:graphicFrameMkLst>
            <pc:docMk/>
            <pc:sldMk cId="2720739246" sldId="279"/>
            <ac:graphicFrameMk id="6" creationId="{2059B759-BB01-6604-F50D-B5CC19523034}"/>
          </ac:graphicFrameMkLst>
        </pc:graphicFrameChg>
      </pc:sldChg>
      <pc:sldChg chg="modSp mod">
        <pc:chgData name="Oscar Glaister" userId="e6f16566-ea0c-4df4-8ebb-5765e438d351" providerId="ADAL" clId="{252C8254-46BD-4598-B285-E6EC582ADBF0}" dt="2026-09-15T01:55:58.721" v="794" actId="27636"/>
        <pc:sldMkLst>
          <pc:docMk/>
          <pc:sldMk cId="788553109" sldId="280"/>
        </pc:sldMkLst>
        <pc:spChg chg="mod">
          <ac:chgData name="Oscar Glaister" userId="e6f16566-ea0c-4df4-8ebb-5765e438d351" providerId="ADAL" clId="{252C8254-46BD-4598-B285-E6EC582ADBF0}" dt="2026-09-15T01:55:58.721" v="794" actId="27636"/>
          <ac:spMkLst>
            <pc:docMk/>
            <pc:sldMk cId="788553109" sldId="280"/>
            <ac:spMk id="3" creationId="{D8AFA487-6881-4C4A-B3AF-C81F2FF4FCBA}"/>
          </ac:spMkLst>
        </pc:spChg>
      </pc:sldChg>
      <pc:sldChg chg="add">
        <pc:chgData name="Oscar Glaister" userId="e6f16566-ea0c-4df4-8ebb-5765e438d351" providerId="ADAL" clId="{252C8254-46BD-4598-B285-E6EC582ADBF0}" dt="2026-09-14T00:51:06.897" v="366"/>
        <pc:sldMkLst>
          <pc:docMk/>
          <pc:sldMk cId="222595109" sldId="281"/>
        </pc:sldMkLst>
      </pc:sldChg>
      <pc:sldChg chg="add">
        <pc:chgData name="Oscar Glaister" userId="e6f16566-ea0c-4df4-8ebb-5765e438d351" providerId="ADAL" clId="{252C8254-46BD-4598-B285-E6EC582ADBF0}" dt="2026-09-14T00:52:31.417" v="374"/>
        <pc:sldMkLst>
          <pc:docMk/>
          <pc:sldMk cId="2220927777" sldId="282"/>
        </pc:sldMkLst>
      </pc:sldChg>
      <pc:sldChg chg="add">
        <pc:chgData name="Oscar Glaister" userId="e6f16566-ea0c-4df4-8ebb-5765e438d351" providerId="ADAL" clId="{252C8254-46BD-4598-B285-E6EC582ADBF0}" dt="2026-09-14T00:52:41.931" v="375"/>
        <pc:sldMkLst>
          <pc:docMk/>
          <pc:sldMk cId="3070965" sldId="283"/>
        </pc:sldMkLst>
      </pc:sldChg>
      <pc:sldChg chg="modSp add mod">
        <pc:chgData name="Oscar Glaister" userId="e6f16566-ea0c-4df4-8ebb-5765e438d351" providerId="ADAL" clId="{252C8254-46BD-4598-B285-E6EC582ADBF0}" dt="2026-09-14T00:55:03.092" v="383" actId="1076"/>
        <pc:sldMkLst>
          <pc:docMk/>
          <pc:sldMk cId="3876726305" sldId="284"/>
        </pc:sldMkLst>
        <pc:spChg chg="mod">
          <ac:chgData name="Oscar Glaister" userId="e6f16566-ea0c-4df4-8ebb-5765e438d351" providerId="ADAL" clId="{252C8254-46BD-4598-B285-E6EC582ADBF0}" dt="2026-09-14T00:55:03.092" v="383" actId="1076"/>
          <ac:spMkLst>
            <pc:docMk/>
            <pc:sldMk cId="3876726305" sldId="284"/>
            <ac:spMk id="3" creationId="{E5E8D75A-7452-957C-337D-675D0D558B7F}"/>
          </ac:spMkLst>
        </pc:spChg>
      </pc:sldChg>
      <pc:sldChg chg="add">
        <pc:chgData name="Oscar Glaister" userId="e6f16566-ea0c-4df4-8ebb-5765e438d351" providerId="ADAL" clId="{252C8254-46BD-4598-B285-E6EC582ADBF0}" dt="2026-09-14T00:52:52.002" v="376"/>
        <pc:sldMkLst>
          <pc:docMk/>
          <pc:sldMk cId="951826374" sldId="286"/>
        </pc:sldMkLst>
      </pc:sldChg>
      <pc:sldChg chg="add ord">
        <pc:chgData name="Oscar Glaister" userId="e6f16566-ea0c-4df4-8ebb-5765e438d351" providerId="ADAL" clId="{252C8254-46BD-4598-B285-E6EC582ADBF0}" dt="2026-09-15T01:17:38.189" v="763"/>
        <pc:sldMkLst>
          <pc:docMk/>
          <pc:sldMk cId="3788103649" sldId="287"/>
        </pc:sldMkLst>
      </pc:sldChg>
      <pc:sldChg chg="addSp delSp modSp add mod setBg delDesignElem">
        <pc:chgData name="Oscar Glaister" userId="e6f16566-ea0c-4df4-8ebb-5765e438d351" providerId="ADAL" clId="{252C8254-46BD-4598-B285-E6EC582ADBF0}" dt="2026-09-15T01:52:32.689" v="782" actId="2165"/>
        <pc:sldMkLst>
          <pc:docMk/>
          <pc:sldMk cId="3793219492" sldId="288"/>
        </pc:sldMkLst>
        <pc:spChg chg="mod">
          <ac:chgData name="Oscar Glaister" userId="e6f16566-ea0c-4df4-8ebb-5765e438d351" providerId="ADAL" clId="{252C8254-46BD-4598-B285-E6EC582ADBF0}" dt="2026-09-15T01:18:03.003" v="765" actId="26606"/>
          <ac:spMkLst>
            <pc:docMk/>
            <pc:sldMk cId="3793219492" sldId="288"/>
            <ac:spMk id="2" creationId="{A60C07A3-0361-52C0-FF89-FE53253FC367}"/>
          </ac:spMkLst>
        </pc:spChg>
        <pc:spChg chg="add del mod">
          <ac:chgData name="Oscar Glaister" userId="e6f16566-ea0c-4df4-8ebb-5765e438d351" providerId="ADAL" clId="{252C8254-46BD-4598-B285-E6EC582ADBF0}" dt="2026-09-15T01:18:07.993" v="779" actId="478"/>
          <ac:spMkLst>
            <pc:docMk/>
            <pc:sldMk cId="3793219492" sldId="288"/>
            <ac:spMk id="5" creationId="{F9BEC2DB-E368-C20C-E2BC-172D9D4BF370}"/>
          </ac:spMkLst>
        </pc:spChg>
        <pc:spChg chg="del">
          <ac:chgData name="Oscar Glaister" userId="e6f16566-ea0c-4df4-8ebb-5765e438d351" providerId="ADAL" clId="{252C8254-46BD-4598-B285-E6EC582ADBF0}" dt="2026-09-14T00:51:44.860" v="369"/>
          <ac:spMkLst>
            <pc:docMk/>
            <pc:sldMk cId="3793219492" sldId="288"/>
            <ac:spMk id="9" creationId="{44D65982-4F00-4330-8DAA-DE6A9E4D6D23}"/>
          </ac:spMkLst>
        </pc:spChg>
        <pc:spChg chg="add">
          <ac:chgData name="Oscar Glaister" userId="e6f16566-ea0c-4df4-8ebb-5765e438d351" providerId="ADAL" clId="{252C8254-46BD-4598-B285-E6EC582ADBF0}" dt="2026-09-15T01:18:03.003" v="765" actId="26606"/>
          <ac:spMkLst>
            <pc:docMk/>
            <pc:sldMk cId="3793219492" sldId="288"/>
            <ac:spMk id="10" creationId="{BCED4D40-4B67-4331-AC48-79B82B4A47D8}"/>
          </ac:spMkLst>
        </pc:spChg>
        <pc:spChg chg="add">
          <ac:chgData name="Oscar Glaister" userId="e6f16566-ea0c-4df4-8ebb-5765e438d351" providerId="ADAL" clId="{252C8254-46BD-4598-B285-E6EC582ADBF0}" dt="2026-09-15T01:18:03.003" v="765" actId="26606"/>
          <ac:spMkLst>
            <pc:docMk/>
            <pc:sldMk cId="3793219492" sldId="288"/>
            <ac:spMk id="12" creationId="{670CEDEF-4F34-412E-84EE-329C1E936AF5}"/>
          </ac:spMkLst>
        </pc:spChg>
        <pc:spChg chg="del">
          <ac:chgData name="Oscar Glaister" userId="e6f16566-ea0c-4df4-8ebb-5765e438d351" providerId="ADAL" clId="{252C8254-46BD-4598-B285-E6EC582ADBF0}" dt="2026-09-14T00:51:44.860" v="369"/>
          <ac:spMkLst>
            <pc:docMk/>
            <pc:sldMk cId="3793219492" sldId="288"/>
            <ac:spMk id="24" creationId="{D143E7E7-E8B6-4540-9F64-16248A70AA39}"/>
          </ac:spMkLst>
        </pc:spChg>
        <pc:grpChg chg="del">
          <ac:chgData name="Oscar Glaister" userId="e6f16566-ea0c-4df4-8ebb-5765e438d351" providerId="ADAL" clId="{252C8254-46BD-4598-B285-E6EC582ADBF0}" dt="2026-09-14T00:51:44.860" v="369"/>
          <ac:grpSpMkLst>
            <pc:docMk/>
            <pc:sldMk cId="3793219492" sldId="288"/>
            <ac:grpSpMk id="11" creationId="{400A7B37-4458-4745-AA03-7239FAF2D854}"/>
          </ac:grpSpMkLst>
        </pc:grpChg>
        <pc:grpChg chg="del">
          <ac:chgData name="Oscar Glaister" userId="e6f16566-ea0c-4df4-8ebb-5765e438d351" providerId="ADAL" clId="{252C8254-46BD-4598-B285-E6EC582ADBF0}" dt="2026-09-14T00:51:44.860" v="369"/>
          <ac:grpSpMkLst>
            <pc:docMk/>
            <pc:sldMk cId="3793219492" sldId="288"/>
            <ac:grpSpMk id="15" creationId="{43F5E015-E085-4624-B431-B42414448684}"/>
          </ac:grpSpMkLst>
        </pc:grpChg>
        <pc:graphicFrameChg chg="mod ord modGraphic">
          <ac:chgData name="Oscar Glaister" userId="e6f16566-ea0c-4df4-8ebb-5765e438d351" providerId="ADAL" clId="{252C8254-46BD-4598-B285-E6EC582ADBF0}" dt="2026-09-15T01:52:32.689" v="782" actId="2165"/>
          <ac:graphicFrameMkLst>
            <pc:docMk/>
            <pc:sldMk cId="3793219492" sldId="288"/>
            <ac:graphicFrameMk id="4" creationId="{6955F883-FA0F-A64C-4AB0-6B28D02855B6}"/>
          </ac:graphicFrameMkLst>
        </pc:graphicFrameChg>
      </pc:sldChg>
      <pc:sldChg chg="add">
        <pc:chgData name="Oscar Glaister" userId="e6f16566-ea0c-4df4-8ebb-5765e438d351" providerId="ADAL" clId="{252C8254-46BD-4598-B285-E6EC582ADBF0}" dt="2026-09-14T00:52:22.134" v="373"/>
        <pc:sldMkLst>
          <pc:docMk/>
          <pc:sldMk cId="3361418619" sldId="289"/>
        </pc:sldMkLst>
      </pc:sldChg>
      <pc:sldChg chg="delSp add del setBg delDesignElem">
        <pc:chgData name="Oscar Glaister" userId="e6f16566-ea0c-4df4-8ebb-5765e438d351" providerId="ADAL" clId="{252C8254-46BD-4598-B285-E6EC582ADBF0}" dt="2026-09-15T01:16:38.650" v="702" actId="47"/>
        <pc:sldMkLst>
          <pc:docMk/>
          <pc:sldMk cId="1885140994" sldId="290"/>
        </pc:sldMkLst>
        <pc:spChg chg="del">
          <ac:chgData name="Oscar Glaister" userId="e6f16566-ea0c-4df4-8ebb-5765e438d351" providerId="ADAL" clId="{252C8254-46BD-4598-B285-E6EC582ADBF0}" dt="2026-09-14T01:07:59.427" v="385"/>
          <ac:spMkLst>
            <pc:docMk/>
            <pc:sldMk cId="1885140994" sldId="290"/>
            <ac:spMk id="9" creationId="{39164D4F-DF18-9E49-35D4-C2172AE0417A}"/>
          </ac:spMkLst>
        </pc:spChg>
        <pc:spChg chg="del">
          <ac:chgData name="Oscar Glaister" userId="e6f16566-ea0c-4df4-8ebb-5765e438d351" providerId="ADAL" clId="{252C8254-46BD-4598-B285-E6EC582ADBF0}" dt="2026-09-14T01:07:59.427" v="385"/>
          <ac:spMkLst>
            <pc:docMk/>
            <pc:sldMk cId="1885140994" sldId="290"/>
            <ac:spMk id="24" creationId="{7630C5F3-EEB3-8217-E32C-AC8C443C2148}"/>
          </ac:spMkLst>
        </pc:spChg>
        <pc:grpChg chg="del">
          <ac:chgData name="Oscar Glaister" userId="e6f16566-ea0c-4df4-8ebb-5765e438d351" providerId="ADAL" clId="{252C8254-46BD-4598-B285-E6EC582ADBF0}" dt="2026-09-14T01:07:59.427" v="385"/>
          <ac:grpSpMkLst>
            <pc:docMk/>
            <pc:sldMk cId="1885140994" sldId="290"/>
            <ac:grpSpMk id="11" creationId="{5E151608-F49A-A0AA-2B5B-EAA4770895DD}"/>
          </ac:grpSpMkLst>
        </pc:grpChg>
        <pc:grpChg chg="del">
          <ac:chgData name="Oscar Glaister" userId="e6f16566-ea0c-4df4-8ebb-5765e438d351" providerId="ADAL" clId="{252C8254-46BD-4598-B285-E6EC582ADBF0}" dt="2026-09-14T01:07:59.427" v="385"/>
          <ac:grpSpMkLst>
            <pc:docMk/>
            <pc:sldMk cId="1885140994" sldId="290"/>
            <ac:grpSpMk id="15" creationId="{6C6B23B8-ED73-7259-574A-CF6DE2061B35}"/>
          </ac:grpSpMkLst>
        </pc:grpChg>
      </pc:sldChg>
      <pc:sldChg chg="add del">
        <pc:chgData name="Oscar Glaister" userId="e6f16566-ea0c-4df4-8ebb-5765e438d351" providerId="ADAL" clId="{252C8254-46BD-4598-B285-E6EC582ADBF0}" dt="2026-09-14T00:53:02.447" v="378" actId="47"/>
        <pc:sldMkLst>
          <pc:docMk/>
          <pc:sldMk cId="3303279570" sldId="290"/>
        </pc:sldMkLst>
      </pc:sldChg>
      <pc:sldChg chg="modSp new mod">
        <pc:chgData name="Oscar Glaister" userId="e6f16566-ea0c-4df4-8ebb-5765e438d351" providerId="ADAL" clId="{252C8254-46BD-4598-B285-E6EC582ADBF0}" dt="2026-09-15T01:07:38.245" v="658" actId="20577"/>
        <pc:sldMkLst>
          <pc:docMk/>
          <pc:sldMk cId="2691665828" sldId="291"/>
        </pc:sldMkLst>
        <pc:spChg chg="mod">
          <ac:chgData name="Oscar Glaister" userId="e6f16566-ea0c-4df4-8ebb-5765e438d351" providerId="ADAL" clId="{252C8254-46BD-4598-B285-E6EC582ADBF0}" dt="2026-09-14T14:09:33.089" v="594" actId="20577"/>
          <ac:spMkLst>
            <pc:docMk/>
            <pc:sldMk cId="2691665828" sldId="291"/>
            <ac:spMk id="2" creationId="{1C52243F-7CAA-E711-F86C-D9681700D12F}"/>
          </ac:spMkLst>
        </pc:spChg>
        <pc:spChg chg="mod">
          <ac:chgData name="Oscar Glaister" userId="e6f16566-ea0c-4df4-8ebb-5765e438d351" providerId="ADAL" clId="{252C8254-46BD-4598-B285-E6EC582ADBF0}" dt="2026-09-15T01:07:38.245" v="658" actId="20577"/>
          <ac:spMkLst>
            <pc:docMk/>
            <pc:sldMk cId="2691665828" sldId="291"/>
            <ac:spMk id="3" creationId="{FD82AECB-7093-DF04-FFEC-BFC29CD7CED8}"/>
          </ac:spMkLst>
        </pc:spChg>
      </pc:sldChg>
      <pc:sldChg chg="addSp delSp modSp new mod setBg">
        <pc:chgData name="Oscar Glaister" userId="e6f16566-ea0c-4df4-8ebb-5765e438d351" providerId="ADAL" clId="{252C8254-46BD-4598-B285-E6EC582ADBF0}" dt="2026-09-15T01:17:28.080" v="761" actId="26606"/>
        <pc:sldMkLst>
          <pc:docMk/>
          <pc:sldMk cId="1327260355" sldId="292"/>
        </pc:sldMkLst>
        <pc:spChg chg="mod">
          <ac:chgData name="Oscar Glaister" userId="e6f16566-ea0c-4df4-8ebb-5765e438d351" providerId="ADAL" clId="{252C8254-46BD-4598-B285-E6EC582ADBF0}" dt="2026-09-15T01:17:28.080" v="761" actId="26606"/>
          <ac:spMkLst>
            <pc:docMk/>
            <pc:sldMk cId="1327260355" sldId="292"/>
            <ac:spMk id="2" creationId="{B6CA8428-9C35-7305-8A0E-25E6A78B46CC}"/>
          </ac:spMkLst>
        </pc:spChg>
        <pc:spChg chg="del">
          <ac:chgData name="Oscar Glaister" userId="e6f16566-ea0c-4df4-8ebb-5765e438d351" providerId="ADAL" clId="{252C8254-46BD-4598-B285-E6EC582ADBF0}" dt="2026-09-15T01:17:28.080" v="761" actId="26606"/>
          <ac:spMkLst>
            <pc:docMk/>
            <pc:sldMk cId="1327260355" sldId="292"/>
            <ac:spMk id="3" creationId="{B7D19627-47C4-16B6-98E8-73269C432B06}"/>
          </ac:spMkLst>
        </pc:spChg>
        <pc:spChg chg="add">
          <ac:chgData name="Oscar Glaister" userId="e6f16566-ea0c-4df4-8ebb-5765e438d351" providerId="ADAL" clId="{252C8254-46BD-4598-B285-E6EC582ADBF0}" dt="2026-09-15T01:17:28.080" v="761" actId="26606"/>
          <ac:spMkLst>
            <pc:docMk/>
            <pc:sldMk cId="1327260355" sldId="292"/>
            <ac:spMk id="9" creationId="{0671A8AE-40A1-4631-A6B8-581AFF065482}"/>
          </ac:spMkLst>
        </pc:spChg>
        <pc:spChg chg="add">
          <ac:chgData name="Oscar Glaister" userId="e6f16566-ea0c-4df4-8ebb-5765e438d351" providerId="ADAL" clId="{252C8254-46BD-4598-B285-E6EC582ADBF0}" dt="2026-09-15T01:17:28.080" v="761" actId="26606"/>
          <ac:spMkLst>
            <pc:docMk/>
            <pc:sldMk cId="1327260355" sldId="292"/>
            <ac:spMk id="11" creationId="{AB58EF07-17C2-48CF-ABB0-EEF1F17CB8F0}"/>
          </ac:spMkLst>
        </pc:spChg>
        <pc:spChg chg="add">
          <ac:chgData name="Oscar Glaister" userId="e6f16566-ea0c-4df4-8ebb-5765e438d351" providerId="ADAL" clId="{252C8254-46BD-4598-B285-E6EC582ADBF0}" dt="2026-09-15T01:17:28.080" v="761" actId="26606"/>
          <ac:spMkLst>
            <pc:docMk/>
            <pc:sldMk cId="1327260355" sldId="292"/>
            <ac:spMk id="13" creationId="{AF2F604E-43BE-4DC3-B983-E071523364F8}"/>
          </ac:spMkLst>
        </pc:spChg>
        <pc:spChg chg="add">
          <ac:chgData name="Oscar Glaister" userId="e6f16566-ea0c-4df4-8ebb-5765e438d351" providerId="ADAL" clId="{252C8254-46BD-4598-B285-E6EC582ADBF0}" dt="2026-09-15T01:17:28.080" v="761" actId="26606"/>
          <ac:spMkLst>
            <pc:docMk/>
            <pc:sldMk cId="1327260355" sldId="292"/>
            <ac:spMk id="15" creationId="{08C9B587-E65E-4B52-B37C-ABEBB6E87928}"/>
          </ac:spMkLst>
        </pc:spChg>
        <pc:picChg chg="add">
          <ac:chgData name="Oscar Glaister" userId="e6f16566-ea0c-4df4-8ebb-5765e438d351" providerId="ADAL" clId="{252C8254-46BD-4598-B285-E6EC582ADBF0}" dt="2026-09-15T01:17:28.080" v="761" actId="26606"/>
          <ac:picMkLst>
            <pc:docMk/>
            <pc:sldMk cId="1327260355" sldId="292"/>
            <ac:picMk id="5" creationId="{EB071ED1-E2ED-B576-036D-08218BFADB9B}"/>
          </ac:picMkLst>
        </pc:picChg>
      </pc:sldChg>
      <pc:sldChg chg="addSp delSp modSp new mod ord">
        <pc:chgData name="Oscar Glaister" userId="e6f16566-ea0c-4df4-8ebb-5765e438d351" providerId="ADAL" clId="{252C8254-46BD-4598-B285-E6EC582ADBF0}" dt="2026-09-15T01:12:28.195" v="697" actId="1076"/>
        <pc:sldMkLst>
          <pc:docMk/>
          <pc:sldMk cId="469553457" sldId="293"/>
        </pc:sldMkLst>
        <pc:spChg chg="mod">
          <ac:chgData name="Oscar Glaister" userId="e6f16566-ea0c-4df4-8ebb-5765e438d351" providerId="ADAL" clId="{252C8254-46BD-4598-B285-E6EC582ADBF0}" dt="2026-09-15T01:10:41.605" v="692" actId="20577"/>
          <ac:spMkLst>
            <pc:docMk/>
            <pc:sldMk cId="469553457" sldId="293"/>
            <ac:spMk id="2" creationId="{838D5546-F543-E983-0D78-C69AF9D017C7}"/>
          </ac:spMkLst>
        </pc:spChg>
        <pc:spChg chg="del">
          <ac:chgData name="Oscar Glaister" userId="e6f16566-ea0c-4df4-8ebb-5765e438d351" providerId="ADAL" clId="{252C8254-46BD-4598-B285-E6EC582ADBF0}" dt="2026-09-15T01:10:36.725" v="682"/>
          <ac:spMkLst>
            <pc:docMk/>
            <pc:sldMk cId="469553457" sldId="293"/>
            <ac:spMk id="3" creationId="{83677875-9D79-9B6E-7846-5767FF7732F5}"/>
          </ac:spMkLst>
        </pc:spChg>
        <pc:picChg chg="add mod">
          <ac:chgData name="Oscar Glaister" userId="e6f16566-ea0c-4df4-8ebb-5765e438d351" providerId="ADAL" clId="{252C8254-46BD-4598-B285-E6EC582ADBF0}" dt="2026-09-15T01:10:44.700" v="693" actId="1076"/>
          <ac:picMkLst>
            <pc:docMk/>
            <pc:sldMk cId="469553457" sldId="293"/>
            <ac:picMk id="4" creationId="{13CD3E5F-6DDB-3E6E-1B79-36B4A7057C1C}"/>
          </ac:picMkLst>
        </pc:picChg>
        <pc:picChg chg="add mod">
          <ac:chgData name="Oscar Glaister" userId="e6f16566-ea0c-4df4-8ebb-5765e438d351" providerId="ADAL" clId="{252C8254-46BD-4598-B285-E6EC582ADBF0}" dt="2026-09-15T01:12:28.195" v="697" actId="1076"/>
          <ac:picMkLst>
            <pc:docMk/>
            <pc:sldMk cId="469553457" sldId="293"/>
            <ac:picMk id="5" creationId="{F81DD368-11F9-36AC-FE8A-2861CB1825FF}"/>
          </ac:picMkLst>
        </pc:picChg>
      </pc:sldChg>
    </pc:docChg>
  </pc:docChgLst>
  <pc:docChgLst>
    <pc:chgData name="Taliah Kassaby" userId="23d269d0-e02c-425d-bfba-881a989e0172" providerId="ADAL" clId="{A44F5C3D-790C-5757-A4CE-F3B42956D7FF}"/>
    <pc:docChg chg="undo custSel addSld modSld sldOrd">
      <pc:chgData name="Taliah Kassaby" userId="23d269d0-e02c-425d-bfba-881a989e0172" providerId="ADAL" clId="{A44F5C3D-790C-5757-A4CE-F3B42956D7FF}" dt="2026-09-14T08:30:53.201" v="353" actId="27636"/>
      <pc:docMkLst>
        <pc:docMk/>
      </pc:docMkLst>
      <pc:sldChg chg="modSp mod">
        <pc:chgData name="Taliah Kassaby" userId="23d269d0-e02c-425d-bfba-881a989e0172" providerId="ADAL" clId="{A44F5C3D-790C-5757-A4CE-F3B42956D7FF}" dt="2026-08-24T02:36:53.395" v="26" actId="20577"/>
        <pc:sldMkLst>
          <pc:docMk/>
          <pc:sldMk cId="591232533" sldId="262"/>
        </pc:sldMkLst>
        <pc:spChg chg="mod">
          <ac:chgData name="Taliah Kassaby" userId="23d269d0-e02c-425d-bfba-881a989e0172" providerId="ADAL" clId="{A44F5C3D-790C-5757-A4CE-F3B42956D7FF}" dt="2026-08-24T02:36:53.395" v="26" actId="20577"/>
          <ac:spMkLst>
            <pc:docMk/>
            <pc:sldMk cId="591232533" sldId="262"/>
            <ac:spMk id="2" creationId="{5334C21F-1E61-5A28-E4F1-49A38C083C82}"/>
          </ac:spMkLst>
        </pc:spChg>
      </pc:sldChg>
      <pc:sldChg chg="addSp delSp modSp mod">
        <pc:chgData name="Taliah Kassaby" userId="23d269d0-e02c-425d-bfba-881a989e0172" providerId="ADAL" clId="{A44F5C3D-790C-5757-A4CE-F3B42956D7FF}" dt="2026-08-24T02:30:20.349" v="17"/>
        <pc:sldMkLst>
          <pc:docMk/>
          <pc:sldMk cId="1378381461" sldId="263"/>
        </pc:sldMkLst>
        <pc:spChg chg="mod">
          <ac:chgData name="Taliah Kassaby" userId="23d269d0-e02c-425d-bfba-881a989e0172" providerId="ADAL" clId="{A44F5C3D-790C-5757-A4CE-F3B42956D7FF}" dt="2026-08-24T02:30:17.874" v="14" actId="1076"/>
          <ac:spMkLst>
            <pc:docMk/>
            <pc:sldMk cId="1378381461" sldId="263"/>
            <ac:spMk id="2" creationId="{3D6BD942-99F1-D4F8-7845-34462FCC51F0}"/>
          </ac:spMkLst>
        </pc:spChg>
      </pc:sldChg>
      <pc:sldChg chg="addSp delSp modSp mod">
        <pc:chgData name="Taliah Kassaby" userId="23d269d0-e02c-425d-bfba-881a989e0172" providerId="ADAL" clId="{A44F5C3D-790C-5757-A4CE-F3B42956D7FF}" dt="2026-08-24T02:36:06.391" v="20"/>
        <pc:sldMkLst>
          <pc:docMk/>
          <pc:sldMk cId="1435999858" sldId="274"/>
        </pc:sldMkLst>
      </pc:sldChg>
      <pc:sldChg chg="addSp modSp mod setBg">
        <pc:chgData name="Taliah Kassaby" userId="23d269d0-e02c-425d-bfba-881a989e0172" providerId="ADAL" clId="{A44F5C3D-790C-5757-A4CE-F3B42956D7FF}" dt="2026-08-31T02:48:30.487" v="76" actId="14734"/>
        <pc:sldMkLst>
          <pc:docMk/>
          <pc:sldMk cId="1098657898" sldId="277"/>
        </pc:sldMkLst>
        <pc:spChg chg="mod">
          <ac:chgData name="Taliah Kassaby" userId="23d269d0-e02c-425d-bfba-881a989e0172" providerId="ADAL" clId="{A44F5C3D-790C-5757-A4CE-F3B42956D7FF}" dt="2026-08-31T02:47:09.288" v="48" actId="14100"/>
          <ac:spMkLst>
            <pc:docMk/>
            <pc:sldMk cId="1098657898" sldId="277"/>
            <ac:spMk id="2" creationId="{A60C07A3-0361-52C0-FF89-FE53253FC367}"/>
          </ac:spMkLst>
        </pc:spChg>
        <pc:graphicFrameChg chg="mod modGraphic">
          <ac:chgData name="Taliah Kassaby" userId="23d269d0-e02c-425d-bfba-881a989e0172" providerId="ADAL" clId="{A44F5C3D-790C-5757-A4CE-F3B42956D7FF}" dt="2026-08-31T02:48:30.487" v="76" actId="14734"/>
          <ac:graphicFrameMkLst>
            <pc:docMk/>
            <pc:sldMk cId="1098657898" sldId="277"/>
            <ac:graphicFrameMk id="4" creationId="{6955F883-FA0F-A64C-4AB0-6B28D02855B6}"/>
          </ac:graphicFrameMkLst>
        </pc:graphicFrameChg>
      </pc:sldChg>
      <pc:sldChg chg="modSp mod">
        <pc:chgData name="Taliah Kassaby" userId="23d269d0-e02c-425d-bfba-881a989e0172" providerId="ADAL" clId="{A44F5C3D-790C-5757-A4CE-F3B42956D7FF}" dt="2026-08-31T02:44:15.484" v="44" actId="1076"/>
        <pc:sldMkLst>
          <pc:docMk/>
          <pc:sldMk cId="769269118" sldId="278"/>
        </pc:sldMkLst>
        <pc:spChg chg="mod">
          <ac:chgData name="Taliah Kassaby" userId="23d269d0-e02c-425d-bfba-881a989e0172" providerId="ADAL" clId="{A44F5C3D-790C-5757-A4CE-F3B42956D7FF}" dt="2026-08-31T02:44:15.484" v="44" actId="1076"/>
          <ac:spMkLst>
            <pc:docMk/>
            <pc:sldMk cId="769269118" sldId="278"/>
            <ac:spMk id="2" creationId="{13ED188D-ADDE-FBEC-E53A-58CE9CC9B82C}"/>
          </ac:spMkLst>
        </pc:spChg>
        <pc:graphicFrameChg chg="mod modGraphic">
          <ac:chgData name="Taliah Kassaby" userId="23d269d0-e02c-425d-bfba-881a989e0172" providerId="ADAL" clId="{A44F5C3D-790C-5757-A4CE-F3B42956D7FF}" dt="2026-08-31T02:43:59.704" v="39" actId="14100"/>
          <ac:graphicFrameMkLst>
            <pc:docMk/>
            <pc:sldMk cId="769269118" sldId="278"/>
            <ac:graphicFrameMk id="4" creationId="{6B0CC77D-A31B-F699-0CDC-D817DF05AE4C}"/>
          </ac:graphicFrameMkLst>
        </pc:graphicFrameChg>
      </pc:sldChg>
      <pc:sldChg chg="ord">
        <pc:chgData name="Taliah Kassaby" userId="23d269d0-e02c-425d-bfba-881a989e0172" providerId="ADAL" clId="{A44F5C3D-790C-5757-A4CE-F3B42956D7FF}" dt="2026-09-03T23:30:30.023" v="77" actId="20578"/>
        <pc:sldMkLst>
          <pc:docMk/>
          <pc:sldMk cId="2720739246" sldId="279"/>
        </pc:sldMkLst>
      </pc:sldChg>
      <pc:sldChg chg="modSp new mod">
        <pc:chgData name="Taliah Kassaby" userId="23d269d0-e02c-425d-bfba-881a989e0172" providerId="ADAL" clId="{A44F5C3D-790C-5757-A4CE-F3B42956D7FF}" dt="2026-09-14T08:30:53.201" v="353" actId="27636"/>
        <pc:sldMkLst>
          <pc:docMk/>
          <pc:sldMk cId="788553109" sldId="280"/>
        </pc:sldMkLst>
        <pc:spChg chg="mod">
          <ac:chgData name="Taliah Kassaby" userId="23d269d0-e02c-425d-bfba-881a989e0172" providerId="ADAL" clId="{A44F5C3D-790C-5757-A4CE-F3B42956D7FF}" dt="2026-09-14T00:31:16.340" v="92" actId="20577"/>
          <ac:spMkLst>
            <pc:docMk/>
            <pc:sldMk cId="788553109" sldId="280"/>
            <ac:spMk id="2" creationId="{5CA53D7D-ED4C-390F-5BA5-4CEA121C8C16}"/>
          </ac:spMkLst>
        </pc:spChg>
        <pc:spChg chg="mod">
          <ac:chgData name="Taliah Kassaby" userId="23d269d0-e02c-425d-bfba-881a989e0172" providerId="ADAL" clId="{A44F5C3D-790C-5757-A4CE-F3B42956D7FF}" dt="2026-09-14T08:30:53.201" v="353" actId="27636"/>
          <ac:spMkLst>
            <pc:docMk/>
            <pc:sldMk cId="788553109" sldId="280"/>
            <ac:spMk id="3" creationId="{D8AFA487-6881-4C4A-B3AF-C81F2FF4FCBA}"/>
          </ac:spMkLst>
        </pc:spChg>
      </pc:sldChg>
      <pc:sldChg chg="addSp delSp modSp mod setBg">
        <pc:chgData name="Taliah Kassaby" userId="23d269d0-e02c-425d-bfba-881a989e0172" providerId="ADAL" clId="{A44F5C3D-790C-5757-A4CE-F3B42956D7FF}" dt="2026-09-14T01:22:12.520" v="327" actId="26606"/>
        <pc:sldMkLst>
          <pc:docMk/>
          <pc:sldMk cId="222595109" sldId="281"/>
        </pc:sldMkLst>
        <pc:spChg chg="mod">
          <ac:chgData name="Taliah Kassaby" userId="23d269d0-e02c-425d-bfba-881a989e0172" providerId="ADAL" clId="{A44F5C3D-790C-5757-A4CE-F3B42956D7FF}" dt="2026-09-14T01:22:12.520" v="327" actId="26606"/>
          <ac:spMkLst>
            <pc:docMk/>
            <pc:sldMk cId="222595109" sldId="281"/>
            <ac:spMk id="2" creationId="{6644ADED-1A5A-500A-E7C0-093A69BF8FBF}"/>
          </ac:spMkLst>
        </pc:spChg>
        <pc:spChg chg="mod">
          <ac:chgData name="Taliah Kassaby" userId="23d269d0-e02c-425d-bfba-881a989e0172" providerId="ADAL" clId="{A44F5C3D-790C-5757-A4CE-F3B42956D7FF}" dt="2026-09-14T01:22:12.520" v="327" actId="26606"/>
          <ac:spMkLst>
            <pc:docMk/>
            <pc:sldMk cId="222595109" sldId="281"/>
            <ac:spMk id="3" creationId="{438FDCC9-E644-5E6F-5AB7-F0B89BA812ED}"/>
          </ac:spMkLst>
        </pc:spChg>
        <pc:spChg chg="add del">
          <ac:chgData name="Taliah Kassaby" userId="23d269d0-e02c-425d-bfba-881a989e0172" providerId="ADAL" clId="{A44F5C3D-790C-5757-A4CE-F3B42956D7FF}" dt="2026-09-14T01:22:12.476" v="326" actId="26606"/>
          <ac:spMkLst>
            <pc:docMk/>
            <pc:sldMk cId="222595109" sldId="281"/>
            <ac:spMk id="8" creationId="{907E470A-25F4-47D0-8FEC-EE9FD606BB34}"/>
          </ac:spMkLst>
        </pc:spChg>
        <pc:spChg chg="add">
          <ac:chgData name="Taliah Kassaby" userId="23d269d0-e02c-425d-bfba-881a989e0172" providerId="ADAL" clId="{A44F5C3D-790C-5757-A4CE-F3B42956D7FF}" dt="2026-09-14T01:22:12.520" v="327" actId="26606"/>
          <ac:spMkLst>
            <pc:docMk/>
            <pc:sldMk cId="222595109" sldId="281"/>
            <ac:spMk id="27" creationId="{815925C2-A704-4D47-B1C1-3FCA52512EC1}"/>
          </ac:spMkLst>
        </pc:spChg>
        <pc:spChg chg="add">
          <ac:chgData name="Taliah Kassaby" userId="23d269d0-e02c-425d-bfba-881a989e0172" providerId="ADAL" clId="{A44F5C3D-790C-5757-A4CE-F3B42956D7FF}" dt="2026-09-14T01:22:12.520" v="327" actId="26606"/>
          <ac:spMkLst>
            <pc:docMk/>
            <pc:sldMk cId="222595109" sldId="281"/>
            <ac:spMk id="28" creationId="{01D4315C-C23C-4FD3-98DF-08C29E2292A8}"/>
          </ac:spMkLst>
        </pc:spChg>
        <pc:grpChg chg="add del">
          <ac:chgData name="Taliah Kassaby" userId="23d269d0-e02c-425d-bfba-881a989e0172" providerId="ADAL" clId="{A44F5C3D-790C-5757-A4CE-F3B42956D7FF}" dt="2026-09-14T01:22:12.476" v="326" actId="26606"/>
          <ac:grpSpMkLst>
            <pc:docMk/>
            <pc:sldMk cId="222595109" sldId="281"/>
            <ac:grpSpMk id="10" creationId="{66220E63-99E1-482A-A0A6-B47EB4BF8797}"/>
          </ac:grpSpMkLst>
        </pc:grpChg>
        <pc:grpChg chg="add del">
          <ac:chgData name="Taliah Kassaby" userId="23d269d0-e02c-425d-bfba-881a989e0172" providerId="ADAL" clId="{A44F5C3D-790C-5757-A4CE-F3B42956D7FF}" dt="2026-09-14T01:22:12.476" v="326" actId="26606"/>
          <ac:grpSpMkLst>
            <pc:docMk/>
            <pc:sldMk cId="222595109" sldId="281"/>
            <ac:grpSpMk id="14" creationId="{8618EE54-271A-4FE8-B6B3-D0FCF55A7A01}"/>
          </ac:grpSpMkLst>
        </pc:grpChg>
        <pc:grpChg chg="add del">
          <ac:chgData name="Taliah Kassaby" userId="23d269d0-e02c-425d-bfba-881a989e0172" providerId="ADAL" clId="{A44F5C3D-790C-5757-A4CE-F3B42956D7FF}" dt="2026-09-14T01:22:12.476" v="326" actId="26606"/>
          <ac:grpSpMkLst>
            <pc:docMk/>
            <pc:sldMk cId="222595109" sldId="281"/>
            <ac:grpSpMk id="18" creationId="{43F5E015-E085-4624-B431-B42414448684}"/>
          </ac:grpSpMkLst>
        </pc:grpChg>
        <pc:grpChg chg="add">
          <ac:chgData name="Taliah Kassaby" userId="23d269d0-e02c-425d-bfba-881a989e0172" providerId="ADAL" clId="{A44F5C3D-790C-5757-A4CE-F3B42956D7FF}" dt="2026-09-14T01:22:12.520" v="327" actId="26606"/>
          <ac:grpSpMkLst>
            <pc:docMk/>
            <pc:sldMk cId="222595109" sldId="281"/>
            <ac:grpSpMk id="29" creationId="{5E6B47BC-43FD-4C91-8BFF-B41B99A8A39E}"/>
          </ac:grpSpMkLst>
        </pc:grpChg>
        <pc:grpChg chg="add">
          <ac:chgData name="Taliah Kassaby" userId="23d269d0-e02c-425d-bfba-881a989e0172" providerId="ADAL" clId="{A44F5C3D-790C-5757-A4CE-F3B42956D7FF}" dt="2026-09-14T01:22:12.520" v="327" actId="26606"/>
          <ac:grpSpMkLst>
            <pc:docMk/>
            <pc:sldMk cId="222595109" sldId="281"/>
            <ac:grpSpMk id="31" creationId="{43F5E015-E085-4624-B431-B42414448684}"/>
          </ac:grpSpMkLst>
        </pc:grpChg>
      </pc:sldChg>
      <pc:sldChg chg="addSp modSp mod setBg">
        <pc:chgData name="Taliah Kassaby" userId="23d269d0-e02c-425d-bfba-881a989e0172" providerId="ADAL" clId="{A44F5C3D-790C-5757-A4CE-F3B42956D7FF}" dt="2026-09-14T01:21:20.936" v="324" actId="26606"/>
        <pc:sldMkLst>
          <pc:docMk/>
          <pc:sldMk cId="3788103649" sldId="287"/>
        </pc:sldMkLst>
        <pc:spChg chg="mod">
          <ac:chgData name="Taliah Kassaby" userId="23d269d0-e02c-425d-bfba-881a989e0172" providerId="ADAL" clId="{A44F5C3D-790C-5757-A4CE-F3B42956D7FF}" dt="2026-09-14T01:21:20.936" v="324" actId="26606"/>
          <ac:spMkLst>
            <pc:docMk/>
            <pc:sldMk cId="3788103649" sldId="287"/>
            <ac:spMk id="2" creationId="{2B8B04F1-A195-CB1E-1357-9CFAEA9070D2}"/>
          </ac:spMkLst>
        </pc:spChg>
        <pc:spChg chg="mod">
          <ac:chgData name="Taliah Kassaby" userId="23d269d0-e02c-425d-bfba-881a989e0172" providerId="ADAL" clId="{A44F5C3D-790C-5757-A4CE-F3B42956D7FF}" dt="2026-09-14T01:21:20.936" v="324" actId="26606"/>
          <ac:spMkLst>
            <pc:docMk/>
            <pc:sldMk cId="3788103649" sldId="287"/>
            <ac:spMk id="3" creationId="{45CEAAFE-5C49-C7BC-6C61-67B3E1047D2D}"/>
          </ac:spMkLst>
        </pc:spChg>
        <pc:spChg chg="add">
          <ac:chgData name="Taliah Kassaby" userId="23d269d0-e02c-425d-bfba-881a989e0172" providerId="ADAL" clId="{A44F5C3D-790C-5757-A4CE-F3B42956D7FF}" dt="2026-09-14T01:21:20.936" v="324" actId="26606"/>
          <ac:spMkLst>
            <pc:docMk/>
            <pc:sldMk cId="3788103649" sldId="287"/>
            <ac:spMk id="8" creationId="{815925C2-A704-4D47-B1C1-3FCA52512EC1}"/>
          </ac:spMkLst>
        </pc:spChg>
        <pc:spChg chg="add">
          <ac:chgData name="Taliah Kassaby" userId="23d269d0-e02c-425d-bfba-881a989e0172" providerId="ADAL" clId="{A44F5C3D-790C-5757-A4CE-F3B42956D7FF}" dt="2026-09-14T01:21:20.936" v="324" actId="26606"/>
          <ac:spMkLst>
            <pc:docMk/>
            <pc:sldMk cId="3788103649" sldId="287"/>
            <ac:spMk id="10" creationId="{01D4315C-C23C-4FD3-98DF-08C29E2292A8}"/>
          </ac:spMkLst>
        </pc:spChg>
        <pc:grpChg chg="add">
          <ac:chgData name="Taliah Kassaby" userId="23d269d0-e02c-425d-bfba-881a989e0172" providerId="ADAL" clId="{A44F5C3D-790C-5757-A4CE-F3B42956D7FF}" dt="2026-09-14T01:21:20.936" v="324" actId="26606"/>
          <ac:grpSpMkLst>
            <pc:docMk/>
            <pc:sldMk cId="3788103649" sldId="287"/>
            <ac:grpSpMk id="12" creationId="{5E6B47BC-43FD-4C91-8BFF-B41B99A8A39E}"/>
          </ac:grpSpMkLst>
        </pc:grpChg>
        <pc:grpChg chg="add">
          <ac:chgData name="Taliah Kassaby" userId="23d269d0-e02c-425d-bfba-881a989e0172" providerId="ADAL" clId="{A44F5C3D-790C-5757-A4CE-F3B42956D7FF}" dt="2026-09-14T01:21:20.936" v="324" actId="26606"/>
          <ac:grpSpMkLst>
            <pc:docMk/>
            <pc:sldMk cId="3788103649" sldId="287"/>
            <ac:grpSpMk id="16" creationId="{43F5E015-E085-4624-B431-B42414448684}"/>
          </ac:grpSpMkLst>
        </pc:grp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57"/>
    </inkml:context>
    <inkml:brush xml:id="br0">
      <inkml:brushProperty name="width" value="0.1" units="cm"/>
      <inkml:brushProperty name="height" value="0.1" units="cm"/>
    </inkml:brush>
  </inkml:definitions>
  <inkml:trace contextRef="#ctx0" brushRef="#br0">22014 7662 1855 0 0,'-9'9'4672'0'0,"-8"8"-3584"0"0,0 5-672 0 0,-3 3-32 0 0,3 2-96 0 0,0 2-64 0 0,-3-1-96 0 0,3 4-32 0 0,0 2-32 0 0,-2 3 0 0 0,-2 5-32 0 0,2 0 0 0 0,0 1 64 0 0,-5 3 32 0 0,-4 2-32 0 0,-1-2 0 0 0,-1 0 32 0 0,1 1 0 0 0,1-3 64 0 0,-4-4-32 0 0,-1-10 32 0 0,0-4 0 0 0,6-3 0 0 0,4-1-32 0 0,0-3-32 0 0,0-2-32 0 0,0 2-32 0 0,3 2 0 0 0,1-3-32 0 0,-1-4 0 0 0,-2-1 0 0 0,-1-1 160 0 0,3 0-128 0 0,0 0 0 0 0,0 1 32 0 0,-2-1-64 0 0,3 1-32 0 0,0 0 32 0 0,4 1-32 0 0,-1-2 0 0 0,-2-2 0 0 0,3 1 0 0 0,-2-2 0 0 0,3 3 0 0 0,-1 0 64 0 0,2 1-512 0 0,-1-1-352 0 0,-3-2-1216 0 0,2-4 2016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58"/>
    </inkml:context>
    <inkml:brush xml:id="br0">
      <inkml:brushProperty name="width" value="0.1" units="cm"/>
      <inkml:brushProperty name="height" value="0.1" units="cm"/>
    </inkml:brush>
  </inkml:definitions>
  <inkml:trace contextRef="#ctx0" brushRef="#br0">20929 8424 3455 0 0,'-4'9'5280'0'0,"-2"8"-5120"0"0,-5 5-32 0 0,1 3-64 0 0,-4 2 0 0 0,-3 2 32 0 0,-3-1 0 0 0,1 0 0 0 0,0-5 0 0 0,-2-2 0 0 0,-1 0 160 0 0,-2-3-128 0 0,3-1 32 0 0,1 2 192 0 0,9 2 1248 0 0,9-3-1312 0 0,11-4-64 0 0,8-10-64 0 0,10-4-32 0 0,10-8-64 0 0,2-1-32 0 0,4-5-96 0 0,4-9-224 0 0,3-4-352 0 0,-3-3-672 0 0,0 0-2080 0 0,-4-5 3392 0 0,-5 0 0 0 0,-8 6 0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59"/>
    </inkml:context>
    <inkml:brush xml:id="br0">
      <inkml:brushProperty name="width" value="0.1" units="cm"/>
      <inkml:brushProperty name="height" value="0.1" units="cm"/>
    </inkml:brush>
  </inkml:definitions>
  <inkml:trace contextRef="#ctx0" brushRef="#br0">22204 7030 2879 0 0,'-4'9'12544'0'0,"-2"8"-12480"0"0,0 5-32 0 0,-3-2-32 0 0,0 2 32 0 0,1 0-32 0 0,-2 2 0 0 0,0 1 0 0 0,2 0 0 0 0,-2 6-32 0 0,1 1 32 0 0,1 1 0 0 0,3-2 0 0 0,-3-1 0 0 0,0-1-32 0 0,2 3 32 0 0,2 1-32 0 0,1-1-32 0 0,-4-6 0 0 0,1-2-32 0 0,0-2-128 0 0,2-8-512 0 0,1-11 640 0 0,1-11 0 0 0,1-9-32 0 0,5-5 32 0 0,3-4 0 0 0,-1-2 32 0 0,-2-1 32 0 0,0 1-32 0 0,3-1 0 0 0,0 2-128 0 0,-1-1 160 0 0,3 2-32 0 0,0-1 64 0 0,-1 0-32 0 0,2 1 32 0 0,-1 0-32 0 0,3-1 32 0 0,4 1 0 0 0,4-1 0 0 0,-2 1 0 0 0,1 0 0 0 0,1-1 0 0 0,2 1 0 0 0,-2-1-32 0 0,-1 5 32 0 0,-3 2 0 0 0,0 4 0 0 0,-3 0 0 0 0,1 3 32 0 0,3 8 224 0 0,-7 9-160 0 0,-4 9-64 0 0,-3 7 0 0 0,-3 4 0 0 0,-5 2 32 0 0,-3 2 0 0 0,-3 0 0 0 0,-1 5 32 0 0,3 1 0 0 0,-3-1 0 0 0,1-1-32 0 0,3-2 0 0 0,2-2-64 0 0,3 0 32 0 0,1-1-64 0 0,2-10 64 0 0,4-7-32 0 0,3-10 32 0 0,3-10-32 0 0,1-7 0 0 0,3-6 0 0 0,4-3 0 0 0,2-2 0 0 0,4 0 0 0 0,-4 0 0 0 0,1 4 0 0 0,-5 3 0 0 0,1 4 0 0 0,1 0 0 0 0,2 0-32 0 0,3 1 32 0 0,1 0-32 0 0,2 2 32 0 0,0 4 0 0 0,1 4 0 0 0,-5 6 0 0 0,-1 4 0 0 0,0 2 0 0 0,-3 3 0 0 0,-1 1 32 0 0,-3 3 0 0 0,1 4 96 0 0,-2 3-64 0 0,-4 3 0 0 0,-3 2 0 0 0,-2 2-32 0 0,-3 0 0 0 0,0 0 0 0 0,-2 5 0 0 0,1 1-32 0 0,-6-1 0 0 0,0 0-32 0 0,0-3-224 0 0,1 0-480 0 0,-3-6 96 0 0,0-2-1888 0 0,1-5 2528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0"/>
    </inkml:context>
    <inkml:brush xml:id="br0">
      <inkml:brushProperty name="width" value="0.1" units="cm"/>
      <inkml:brushProperty name="height" value="0.1" units="cm"/>
    </inkml:brush>
  </inkml:definitions>
  <inkml:trace contextRef="#ctx0" brushRef="#br0">24136 7049 2015 0 0,'-9'8'13792'0'0,"-8"9"-13760"0"0,0 9 32 0 0,-2 15-64 0 0,-3 8 32 0 0,3 6-32 0 0,0 2 0 0 0,3-4 0 0 0,0-3-32 0 0,3-4-64 0 0,3-6-32 0 0,4-5-128 0 0,2-5-128 0 0,3-2-704 0 0,1-10-8224 0 0,0-14 9312 0 0,1-11 0 0 0,-1-4 0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1"/>
    </inkml:context>
    <inkml:brush xml:id="br0">
      <inkml:brushProperty name="width" value="0.1" units="cm"/>
      <inkml:brushProperty name="height" value="0.1" units="cm"/>
    </inkml:brush>
  </inkml:definitions>
  <inkml:trace contextRef="#ctx0" brushRef="#br0">24098 7027 3327 0 0,'0'9'9248'0'0,"5"3"-8640"0"0,5-1-352 0 0,6-2 32 0 0,5-7-224 0 0,8-3-32 0 0,3-7 0 0 0,1-7-32 0 0,-1 0-32 0 0,-1-2-160 0 0,-2 2-128 0 0,-1-2-64 0 0,0 3-192 0 0,-1 4-224 0 0,-1-2-320 0 0,0 2-3136 0 0,0 2 4256 0 0,-4 3 0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2"/>
    </inkml:context>
    <inkml:brush xml:id="br0">
      <inkml:brushProperty name="width" value="0.1" units="cm"/>
      <inkml:brushProperty name="height" value="0.1" units="cm"/>
    </inkml:brush>
  </inkml:definitions>
  <inkml:trace contextRef="#ctx0" brushRef="#br0">24077 7300 2559 0 0,'9'0'11168'0'0,"8"-4"-11136"0"0,4-2-32 0 0,5 0 0 0 0,1 1-96 0 0,1-2-256 0 0,1-1-416 0 0,3-4-544 0 0,2 1-1344 0 0,-1-2 2656 0 0,-2 0 0 0 0,-5 4 0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5"/>
    </inkml:context>
    <inkml:brush xml:id="br0">
      <inkml:brushProperty name="width" value="0.1" units="cm"/>
      <inkml:brushProperty name="height" value="0.1" units="cm"/>
    </inkml:brush>
  </inkml:definitions>
  <inkml:trace contextRef="#ctx0" brushRef="#br0">24035 7513 3295 0 0,'13'0'9472'0'0,"10"0"-9408"0"0,4-4-64 0 0,3-2-128 0 0,5-4-256 0 0,2-5-384 0 0,2 0-640 0 0,0-2-1568 0 0,-2 2 2976 0 0,-4 3 0 0 0,-6 5 0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6"/>
    </inkml:context>
    <inkml:brush xml:id="br0">
      <inkml:brushProperty name="width" value="0.1" units="cm"/>
      <inkml:brushProperty name="height" value="0.1" units="cm"/>
    </inkml:brush>
  </inkml:definitions>
  <inkml:trace contextRef="#ctx0" brushRef="#br0">22976 7474 1215 0 0,'-5'-9'12832'0'0,"4"-7"-12800"0"0,6-6 32 0 0,6 1-64 0 0,2 0 0 0 0,3 3-32 0 0,4 5 32 0 0,2 4 0 0 0,2 4 0 0 0,2 3 0 0 0,0 6 0 0 0,1 3 0 0 0,-4 4 32 0 0,-6 5 32 0 0,-2 0 128 0 0,-8 1-96 0 0,-4 3 128 0 0,-4 2-64 0 0,-6-2-64 0 0,-1-1-32 0 0,-4-3 0 0 0,0 0 0 0 0,-3 2-32 0 0,-3-2 0 0 0,2 0 32 0 0,-2 3-32 0 0,-1-3 0 0 0,-3 2 32 0 0,-1 1-32 0 0,-2-3 32 0 0,-1-3-32 0 0,-1 0 64 0 0,0-2 64 0 0,0-3 96 0 0,1-2 288 0 0,-1-3-384 0 0,5-7-64 0 0,1-1-32 0 0,0-6-32 0 0,4-5-64 0 0,4-4 0 0 0,5-7 0 0 0,8-5 32 0 0,8-5-32 0 0,4-1 0 0 0,3-3 32 0 0,4-3-32 0 0,4-4 32 0 0,6-2 0 0 0,3-2 0 0 0,1-1-32 0 0,-2-5-128 0 0,0-1-192 0 0,-2 4-160 0 0,-5 3-256 0 0,-3 5-352 0 0,-5 7-608 0 0,-4 6-864 0 0,-1 8 2592 0 0,-2 4 0 0 0,-2 6 0 0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7"/>
    </inkml:context>
    <inkml:brush xml:id="br0">
      <inkml:brushProperty name="width" value="0.1" units="cm"/>
      <inkml:brushProperty name="height" value="0.1" units="cm"/>
    </inkml:brush>
  </inkml:definitions>
  <inkml:trace contextRef="#ctx0" brushRef="#br0">25203 7010 1695 0 0,'9'-9'13440'0'0,"-2"1"-12128"0"0,-6 7-1312 0 0,-12 13 0 0 0,-9 8 0 0 0,-11 10 0 0 0,-8 9 0 0 0,-6 7 32 0 0,-1 4-32 0 0,-1-1 0 0 0,-2-1 0 0 0,3-3 0 0 0,5-5-128 0 0,5-5-96 0 0,4-4-64 0 0,3-7-96 0 0,6-4-64 0 0,3-4-96 0 0,0-1-1888 0 0,4-8 256 0 0,4-8 800 0 0,9-10-928 0 0,5-7 2304 0 0,6-5 0 0 0,3 1 0 0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8"/>
    </inkml:context>
    <inkml:brush xml:id="br0">
      <inkml:brushProperty name="width" value="0.1" units="cm"/>
      <inkml:brushProperty name="height" value="0.1" units="cm"/>
    </inkml:brush>
  </inkml:definitions>
  <inkml:trace contextRef="#ctx0" brushRef="#br0">24812 6985 4127 0 0,'-9'4'11328'0'0,"-7"2"-11136"0"0,-2 5-64 0 0,-1 4 0 0 0,6 0-64 0 0,11-3-64 0 0,9-3 32 0 0,13 1-32 0 0,8-1-32 0 0,7-2-192 0 0,3-2-192 0 0,4-2-288 0 0,-1-2-320 0 0,-2 4-544 0 0,-5 1-1216 0 0,-2 0 2784 0 0,-3 2 0 0 0,-6 1 0 0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9"/>
    </inkml:context>
    <inkml:brush xml:id="br0">
      <inkml:brushProperty name="width" value="0.1" units="cm"/>
      <inkml:brushProperty name="height" value="0.1" units="cm"/>
    </inkml:brush>
  </inkml:definitions>
  <inkml:trace contextRef="#ctx0" brushRef="#br0">25209 7340 2431 0 0,'13'-4'13728'0'0,"10"-7"-13728"0"0,5 0 32 0 0,1-4-32 0 0,2-4 0 0 0,-1-2 32 0 0,0-3-32 0 0,-2 3 64 0 0,-5 0-32 0 0,-6 0 0 0 0,-2 3 32 0 0,-4 0-32 0 0,-3-1 32 0 0,-3-2 160 0 0,-7 2 64 0 0,-8 5-160 0 0,-6 5-32 0 0,-5 3-64 0 0,-4 4 0 0 0,2 6 0 0 0,2 2 32 0 0,3 5-32 0 0,1 0 0 0 0,3 4 0 0 0,-1 2 0 0 0,-2 4 0 0 0,2 3 0 0 0,-1 1-32 0 0,-2 1 32 0 0,1 6 0 0 0,0 1 0 0 0,2 0 0 0 0,0-2-32 0 0,2 0 0 0 0,3-3-32 0 0,4 0 32 0 0,7-1-32 0 0,3-1-32 0 0,6-4 64 0 0,5-6 0 0 0,5-6 0 0 0,4-5 0 0 0,1-3-160 0 0,7-1-160 0 0,1-2-192 0 0,1 0-224 0 0,-2 0-384 0 0,-2 0-736 0 0,-1 0-2208 0 0,-1-4 4064 0 0,-1-1 0 0 0,-5 0 0 0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0"/>
    </inkml:context>
    <inkml:brush xml:id="br0">
      <inkml:brushProperty name="width" value="0.1" units="cm"/>
      <inkml:brushProperty name="height" value="0.1" units="cm"/>
    </inkml:brush>
  </inkml:definitions>
  <inkml:trace contextRef="#ctx0" brushRef="#br0">26247 7072 2559 0 0,'9'-4'10976'0'0,"-2"-2"-9664"0"0,-1 4-1312 0 0,-7 13 0 0 0,-8 8 0 0 0,-2 10-32 0 0,-3 9 0 0 0,-5 7-128 0 0,2 5-32 0 0,-2 3-128 0 0,4 1 0 0 0,-2-4-128 0 0,4-1-96 0 0,-2 0-160 0 0,3-4-192 0 0,2-5-384 0 0,4-5-3616 0 0,2-9 4896 0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1"/>
    </inkml:context>
    <inkml:brush xml:id="br0">
      <inkml:brushProperty name="width" value="0.1" units="cm"/>
      <inkml:brushProperty name="height" value="0.1" units="cm"/>
    </inkml:brush>
  </inkml:definitions>
  <inkml:trace contextRef="#ctx0" brushRef="#br0">26173 6996 2655 0 0,'13'-9'7840'0'0,"10"-3"-7552"0"0,0-4-32 0 0,1-3 32 0 0,1 0 0 0 0,-4 1 0 0 0,-1 2 96 0 0,-4-1-192 0 0,0 3-160 0 0,2 4 32 0 0,1 4-64 0 0,4 2 0 0 0,1 3 0 0 0,1 0 32 0 0,2 2-32 0 0,-1-1 0 0 0,1 6 0 0 0,0 0 0 0 0,0 5 0 0 0,0 4 32 0 0,-5 5-32 0 0,-2-2-32 0 0,-3 1 0 0 0,-6 2 0 0 0,-4 2 64 0 0,-3 1 32 0 0,-7-3-32 0 0,-4-1 0 0 0,-3 0 0 0 0,-7-2 32 0 0,-3 0 0 0 0,-3 1 32 0 0,-3 2 96 0 0,-1-3 32 0 0,0 1 96 0 0,-1 1-32 0 0,1-3-64 0 0,4 0-96 0 0,2-2-32 0 0,5 0-64 0 0,0-2 32 0 0,-2-3 416 0 0,3 0-64 0 0,8 0-288 0 0,10-3-96 0 0,8-2 0 0 0,8-2-32 0 0,4-2 0 0 0,4 0 0 0 0,1-1 0 0 0,0-1-32 0 0,0 1 0 0 0,0-1-64 0 0,-5 6 32 0 0,-2 0-64 0 0,0 5-192 0 0,-3 5-448 0 0,-5 5 544 0 0,-10-2 224 0 0,-4 1 0 0 0,-7 2-32 0 0,-7-3-64 0 0,-1 0-64 0 0,-2-2 64 0 0,-2-1 32 0 0,-3-2 32 0 0,3 1 32 0 0,1 3 0 0 0,-2-2 0 0 0,3 2 0 0 0,0-3 32 0 0,-1 1 0 0 0,-2-2 32 0 0,3 1 64 0 0,-1-1 0 0 0,-1 1 32 0 0,-2 3 96 0 0,-1-2-192 0 0,-2-3-288 0 0,4-8-256 0 0,5-10-1184 0 0,5-7-4032 0 0,10-3 5696 0 0,4 3 0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2"/>
    </inkml:context>
    <inkml:brush xml:id="br0">
      <inkml:brushProperty name="width" value="0.1" units="cm"/>
      <inkml:brushProperty name="height" value="0.1" units="cm"/>
    </inkml:brush>
  </inkml:definitions>
  <inkml:trace contextRef="#ctx0" brushRef="#br0">27036 7310 2431 0 0,'-14'-9'10656'0'0,"-8"-3"-10624"0"0,-6 1-32 0 0,-2 6 0 0 0,0 4 0 0 0,-1 3 0 0 0,2 5 0 0 0,1 6 0 0 0,0 5 0 0 0,1 0 0 0 0,0 1-32 0 0,1 2 32 0 0,0 2-32 0 0,4 1 32 0 0,6 1-32 0 0,6 2-32 0 0,4-1 64 0 0,8-3-32 0 0,4-3 32 0 0,5 1 0 0 0,5-3 32 0 0,5-1 32 0 0,3-2 32 0 0,1 0 32 0 0,2-3 32 0 0,1-2 0 0 0,-1-4 0 0 0,5-7 32 0 0,1-4 0 0 0,0-5-32 0 0,-2-5 0 0 0,-1-5-64 0 0,-1-4 0 0 0,-2-1 0 0 0,0-2-32 0 0,-1-1 0 0 0,-4 1 0 0 0,-6-1 32 0 0,-6 1 64 0 0,-5 0 0 0 0,-7 5-128 0 0,-8 6 0 0 0,-7 5-96 0 0,-5 6-160 0 0,-3 2-512 0 0,-2 3 320 0 0,-1 5-672 0 0,0 2 288 0 0,0 0-96 0 0,0-1 64 0 0,6 2 0 0 0,1 1-192 0 0,4-2 1024 0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3"/>
    </inkml:context>
    <inkml:brush xml:id="br0">
      <inkml:brushProperty name="width" value="0.1" units="cm"/>
      <inkml:brushProperty name="height" value="0.1" units="cm"/>
    </inkml:brush>
  </inkml:definitions>
  <inkml:trace contextRef="#ctx0" brushRef="#br0">27390 6949 2943 0 0,'5'-13'10048'0'0,"1"-1"-7680"0"0,0 8-2304 0 0,-6 8-32 0 0,-8 14-32 0 0,-1 12 32 0 0,-5 16-32 0 0,-4 13 0 0 0,1 6 0 0 0,-1 6 0 0 0,-2 0 0 0 0,2-2 0 0 0,0-4-64 0 0,3-8-128 0 0,4-5-160 0 0,4-6-128 0 0,3-6-192 0 0,2-5-1472 0 0,6-8-2176 0 0,3-13 4320 0 0,4-8 0 0 0,0-5 0 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4"/>
    </inkml:context>
    <inkml:brush xml:id="br0">
      <inkml:brushProperty name="width" value="0.1" units="cm"/>
      <inkml:brushProperty name="height" value="0.1" units="cm"/>
    </inkml:brush>
  </inkml:definitions>
  <inkml:trace contextRef="#ctx0" brushRef="#br0">27713 6964 1823 0 0,'-5'13'12032'0'0,"-1"10"-11840"0"0,-4 4-64 0 0,-1 8-32 0 0,2 1-32 0 0,-2 5-32 0 0,-4 3 0 0 0,1 4-32 0 0,-2 3 0 0 0,2 1 0 0 0,-1-4-96 0 0,2 0-128 0 0,-2-4-256 0 0,3-6-288 0 0,2-4-416 0 0,4-3-3200 0 0,2-8 4384 0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5"/>
    </inkml:context>
    <inkml:brush xml:id="br0">
      <inkml:brushProperty name="width" value="0.1" units="cm"/>
      <inkml:brushProperty name="height" value="0.1" units="cm"/>
    </inkml:brush>
  </inkml:definitions>
  <inkml:trace contextRef="#ctx0" brushRef="#br0">27485 7335 4095 0 0,'9'-9'10464'0'0,"7"-3"-10208"0"0,6 0-128 0 0,4 3-32 0 0,5 3-32 0 0,4 2-32 0 0,-1 1-32 0 0,-2 3-32 0 0,4-1-288 0 0,-1 2-448 0 0,-1-1-928 0 0,-3 1-1952 0 0,-1-1 3648 0 0,-6 1 0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6"/>
    </inkml:context>
    <inkml:brush xml:id="br0">
      <inkml:brushProperty name="width" value="0.1" units="cm"/>
      <inkml:brushProperty name="height" value="0.1" units="cm"/>
    </inkml:brush>
  </inkml:definitions>
  <inkml:trace contextRef="#ctx0" brushRef="#br0">14140 8387 2431 0 0,'-9'0'11776'0'0,"-8"0"-11584"0"0,0-4-384 0 0,6-2 32 0 0,11 0 128 0 0,8 2 0 0 0,9 0 32 0 0,5 2 0 0 0,4 1 0 0 0,1 5 0 0 0,2 2 32 0 0,-1 5 32 0 0,0 0-32 0 0,0 2 0 0 0,-1 5 32 0 0,0 2-32 0 0,-5 4-32 0 0,-1 1 0 0 0,-1-3 0 0 0,-2-1 0 0 0,-1 0 0 0 0,1-3 0 0 0,3 0 0 0 0,2 1 32 0 0,1-2 0 0 0,2-1 64 0 0,0 3 32 0 0,1-2-32 0 0,-5 0 64 0 0,-1 2-32 0 0,0-3 0 0 0,-3 1 0 0 0,-1 2-32 0 0,2 3-32 0 0,2 1 0 0 0,1 2-64 0 0,3-4 32 0 0,0-5 0 0 0,-3-1-32 0 0,-1-3 64 0 0,0 1 96 0 0,1 3 0 0 0,-3 3 0 0 0,-5 3-96 0 0,0 2 32 0 0,-2 1-64 0 0,-4 2 0 0 0,-3 0 0 0 0,-2 0-32 0 0,-2 0 0 0 0,-1 0 32 0 0,0 0-32 0 0,3 4 0 0 0,3 1-32 0 0,-1 0 0 0 0,-1-1 32 0 0,4-5-64 0 0,0-4 32 0 0,-2 0 32 0 0,4-4-32 0 0,-1-1 32 0 0,3-3 0 0 0,0 1 32 0 0,1-3-32 0 0,0 1 0 0 0,1 4 32 0 0,-1 2-96 0 0,-3 4-160 0 0,1-3 128 0 0,-1-1 32 0 0,-3 2 32 0 0,-1 2 64 0 0,-3 0-32 0 0,-2 2 32 0 0,-5 1-32 0 0,-2 1 0 0 0,0-1-32 0 0,1 1 0 0 0,1 0-512 0 0,6-5-4928 0 0,3-10 3616 0 0,4-8-480 0 0,6-4-384 0 0,1-2 2720 0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7"/>
    </inkml:context>
    <inkml:brush xml:id="br0">
      <inkml:brushProperty name="width" value="0.1" units="cm"/>
      <inkml:brushProperty name="height" value="0.1" units="cm"/>
    </inkml:brush>
  </inkml:definitions>
  <inkml:trace contextRef="#ctx0" brushRef="#br0">14806 9525 1919 0 0,'9'0'10848'0'0,"3"4"-10240"0"0,-1 7-416 0 0,-1 5-64 0 0,-4 5-32 0 0,-2 8-32 0 0,3 3-32 0 0,0 5 0 0 0,-2 1-32 0 0,0-1 0 0 0,2-3 0 0 0,5-3-32 0 0,0-1 32 0 0,3-7 0 0 0,3-7 0 0 0,4-6 0 0 0,1-4 32 0 0,3-9 0 0 0,0-3 0 0 0,1-5 32 0 0,0-6-32 0 0,0-4-224 0 0,0-2-384 0 0,0-8-640 0 0,-5-6-768 0 0,-1-7-3040 0 0,-1 0 5024 0 0,-2-1 0 0 0,-6 6 0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8"/>
    </inkml:context>
    <inkml:brush xml:id="br0">
      <inkml:brushProperty name="width" value="0.1" units="cm"/>
      <inkml:brushProperty name="height" value="0.1" units="cm"/>
    </inkml:brush>
  </inkml:definitions>
  <inkml:trace contextRef="#ctx0" brushRef="#br0">12214 7154 2047 0 0,'-9'5'8832'0'0,"-8"1"-8480"0"0,-5 4 224 0 0,-3 1-160 0 0,-3-2-288 0 0,5 2-32 0 0,1-1 0 0 0,-1 3-32 0 0,0 3 128 0 0,-1-1-128 0 0,4 2 32 0 0,0-3 32 0 0,0 2 0 0 0,-2 1 224 0 0,3 4-64 0 0,1-3-128 0 0,2 1 224 0 0,5 1-96 0 0,4 2-192 0 0,3 2-64 0 0,7-4-64 0 0,7 0 32 0 0,12-4-32 0 0,5 0 32 0 0,8-2 0 0 0,7-5 0 0 0,5 2 32 0 0,-1-2-32 0 0,1-2 0 0 0,2 3 0 0 0,-4 3 32 0 0,-4 0 0 0 0,-1 2 0 0 0,-7 3 32 0 0,-4-1-32 0 0,-3 0 0 0 0,-2-2 0 0 0,-4 1 32 0 0,-1 2 64 0 0,-4 2 96 0 0,-9-2-160 0 0,-6 1 32 0 0,-7 1-32 0 0,-2 2 32 0 0,-5 1 0 0 0,-4-2 0 0 0,-3-1 64 0 0,-8 0 64 0 0,-2-2-32 0 0,-2-5 0 0 0,1 0-32 0 0,2-2-32 0 0,1 1 64 0 0,0-1-128 0 0,2-2-32 0 0,0 1 0 0 0,1 0-32 0 0,0-3 0 0 0,0-2-416 0 0,-1-2-832 0 0,6-6-1088 0 0,5-7 320 0 0,10-1-2368 0 0,6-4 4384 0 0,4 0 0 0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9"/>
    </inkml:context>
    <inkml:brush xml:id="br0">
      <inkml:brushProperty name="width" value="0.1" units="cm"/>
      <inkml:brushProperty name="height" value="0.1" units="cm"/>
    </inkml:brush>
  </inkml:definitions>
  <inkml:trace contextRef="#ctx0" brushRef="#br0">12763 7239 2943 0 0,'-9'9'11712'0'0,"-3"7"-11584"0"0,-4 6-64 0 0,1 4-32 0 0,-2 6 64 0 0,2 6 32 0 0,4 7 0 0 0,-1 3 0 0 0,2 4 0 0 0,-2 1-32 0 0,0 6 0 0 0,-1 1-64 0 0,-3 0 32 0 0,1-6-32 0 0,2-8-32 0 0,0-6-64 0 0,2-7-192 0 0,3-4-288 0 0,-2-6-6592 0 0,1-13 7136 0 0,1-12 0 0 0,3-5 0 0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0"/>
    </inkml:context>
    <inkml:brush xml:id="br0">
      <inkml:brushProperty name="width" value="0.1" units="cm"/>
      <inkml:brushProperty name="height" value="0.1" units="cm"/>
    </inkml:brush>
  </inkml:definitions>
  <inkml:trace contextRef="#ctx0" brushRef="#br0">12728 7218 1887 0 0,'13'9'9984'0'0,"9"3"-9984"0"0,6 4 0 0 0,2-1 0 0 0,1-3 0 0 0,-1 1 0 0 0,-1-1 0 0 0,0-4 0 0 0,-2 3 0 0 0,0-2 0 0 0,0 3 32 0 0,-1-1-32 0 0,1 2 0 0 0,-1 3 64 0 0,-4 4-64 0 0,-2-1 32 0 0,-4-1 0 0 0,-4 3 0 0 0,-5 1-32 0 0,-4 2 0 0 0,-6 1-32 0 0,-3 1 0 0 0,0 0 32 0 0,-4-4 32 0 0,-1 4-32 0 0,-2 1 32 0 0,-3 1 0 0 0,0 0 160 0 0,-1-5 96 0 0,-2-2 0 0 0,-3 5 0 0 0,-2 3-32 0 0,-1 0-32 0 0,-1 0 0 0 0,0-5 32 0 0,-6-6 0 0 0,-1-3 32 0 0,1 2-32 0 0,0-3-32 0 0,2 1-96 0 0,2-1-64 0 0,0-5-32 0 0,6 2-32 0 0,1-1 0 0 0,1-7-160 0 0,7-9-1248 0 0,7-7-1056 0 0,8-2-416 0 0,9-2 2880 0 0,2 1 0 0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1"/>
    </inkml:context>
    <inkml:brush xml:id="br0">
      <inkml:brushProperty name="width" value="0.1" units="cm"/>
      <inkml:brushProperty name="height" value="0.1" units="cm"/>
    </inkml:brush>
  </inkml:definitions>
  <inkml:trace contextRef="#ctx0" brushRef="#br0">12553 8001 1311 0 0,'-9'9'11808'0'0,"-8"3"-11456"0"0,-5-1-128 0 0,-3-1-160 0 0,-3-4-32 0 0,0-2 0 0 0,0-2-32 0 0,0-1 0 0 0,5 4 0 0 0,2 0 0 0 0,4 5 0 0 0,1 0 0 0 0,3 3-32 0 0,-1-1 32 0 0,-2 3 0 0 0,-4 2-32 0 0,-2 4 32 0 0,3 6 0 0 0,-1 4-32 0 0,-1 1 32 0 0,4-1 0 0 0,-1 4-32 0 0,3 0 32 0 0,4-1-32 0 0,4-2 32 0 0,4-2-32 0 0,1-2 32 0 0,2 0-32 0 0,5-2 0 0 0,6 1 0 0 0,6-6-96 0 0,4-5-64 0 0,4-6-128 0 0,1-5-256 0 0,2-2-1600 0 0,-1-3 416 0 0,1-5-1152 0 0,-1-3 2912 0 0,0-3 0 0 0,-4 0 0 0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2"/>
    </inkml:context>
    <inkml:brush xml:id="br0">
      <inkml:brushProperty name="width" value="0.1" units="cm"/>
      <inkml:brushProperty name="height" value="0.1" units="cm"/>
    </inkml:brush>
  </inkml:definitions>
  <inkml:trace contextRef="#ctx0" brushRef="#br0">12805 8303 2975 0 0,'-9'-5'8352'0'0,"-7"-1"-7904"0"0,-6 1 352 0 0,-3 0-544 0 0,-3 2 96 0 0,0 1-256 0 0,0 1-64 0 0,0 0 0 0 0,0 1-32 0 0,1 0 0 0 0,5 5-32 0 0,1 1 32 0 0,5 5-32 0 0,0 4 32 0 0,3 5-32 0 0,4 2 32 0 0,-2 4-32 0 0,2 0 32 0 0,2 1-32 0 0,2 1 0 0 0,7-1-96 0 0,7-9 64 0 0,7-7 32 0 0,5-11 32 0 0,3-14-32 0 0,3-9 32 0 0,1-5-32 0 0,-5-2 32 0 0,-1-1 0 0 0,0 0 0 0 0,0 6 0 0 0,-3 3-32 0 0,0 4 32 0 0,-4 11 0 0 0,-4 10 0 0 0,-4 10 0 0 0,-3 11 0 0 0,-2 6 0 0 0,2 3 0 0 0,2 0 0 0 0,-1-1 0 0 0,-2-2 0 0 0,4-1-192 0 0,5-5-2592 0 0,1-12-1952 0 0,2-12 4736 0 0,3-11 0 0 0,-1-3 0 0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3"/>
    </inkml:context>
    <inkml:brush xml:id="br0">
      <inkml:brushProperty name="width" value="0.1" units="cm"/>
      <inkml:brushProperty name="height" value="0.1" units="cm"/>
    </inkml:brush>
  </inkml:definitions>
  <inkml:trace contextRef="#ctx0" brushRef="#br0">12880 8384 2143 0 0,'0'-9'12000'0'0,"4"-7"-12288"0"0,7-2-960 0 0,5 4 128 0 0,0-2-672 0 0,2 3-1504 0 0,3 3 3296 0 0,1-1 0 0 0,-2 1 0 0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4"/>
    </inkml:context>
    <inkml:brush xml:id="br0">
      <inkml:brushProperty name="width" value="0.1" units="cm"/>
      <inkml:brushProperty name="height" value="0.1" units="cm"/>
    </inkml:brush>
  </inkml:definitions>
  <inkml:trace contextRef="#ctx0" brushRef="#br0">13302 8385 2463 0 0,'-9'0'10368'0'0,"-7"0"-10304"0"0,-6 4-32 0 0,-3 2-32 0 0,-3 5 32 0 0,-4 4-32 0 0,-3 4-32 0 0,2-1 32 0 0,5 2-32 0 0,3 0 32 0 0,7 3-32 0 0,0 1 32 0 0,5 1-64 0 0,4 2 0 0 0,8-5-64 0 0,8-6 96 0 0,8-10 64 0 0,6-10-32 0 0,4-10 32 0 0,2-11-32 0 0,5-5 32 0 0,2-8-32 0 0,0-5 32 0 0,3-5-32 0 0,0-3 0 0 0,-3-2 32 0 0,-1-6 0 0 0,1-1 0 0 0,1 0 0 0 0,-7 2 32 0 0,-3 1-32 0 0,-1 6 0 0 0,0 7 32 0 0,-5 7-32 0 0,-5 5 0 0 0,-1 8 32 0 0,-2 12 192 0 0,-7 13-192 0 0,-6 11 160 0 0,-1 8-160 0 0,0 5 0 0 0,-5 2 0 0 0,0 2-32 0 0,0 0 0 0 0,3 0 0 0 0,1-1-32 0 0,-3-1 0 0 0,0 1-32 0 0,1-2-32 0 0,2 1-224 0 0,1-1-352 0 0,1 1-544 0 0,1-1-672 0 0,1 0-1344 0 0,5 1 3200 0 0,1-5 0 0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5"/>
    </inkml:context>
    <inkml:brush xml:id="br0">
      <inkml:brushProperty name="width" value="0.1" units="cm"/>
      <inkml:brushProperty name="height" value="0.1" units="cm"/>
    </inkml:brush>
  </inkml:definitions>
  <inkml:trace contextRef="#ctx0" brushRef="#br0">11673 9970 1791 0 0,'5'13'10752'0'0,"1"9"-10720"0"0,0 6-32 0 0,3 2 0 0 0,0 1 32 0 0,3-1-32 0 0,0-1 0 0 0,2 0 0 0 0,3-2 0 0 0,-1 0 0 0 0,1 0 0 0 0,2-1 0 0 0,2-4 0 0 0,3-2 32 0 0,1-3 0 0 0,1-2 0 0 0,1 3-32 0 0,-1-3 32 0 0,1 1-32 0 0,-4 2-64 0 0,-2 3-128 0 0,0 2-128 0 0,1 2-128 0 0,1 1-64 0 0,1 0-64 0 0,2 1-32 0 0,0 0 0 0 0,0-5-96 0 0,1-1-224 0 0,-1 0-608 0 0,1-3-1088 0 0,-5-1 2624 0 0,-1-3 0 0 0,-5-4 0 0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6"/>
    </inkml:context>
    <inkml:brush xml:id="br0">
      <inkml:brushProperty name="width" value="0.1" units="cm"/>
      <inkml:brushProperty name="height" value="0.1" units="cm"/>
    </inkml:brush>
  </inkml:definitions>
  <inkml:trace contextRef="#ctx0" brushRef="#br0">11927 10632 2559 0 0,'14'0'9376'0'0,"4"5"-9248"0"0,3 1-32 0 0,-1 4-32 0 0,0 5-32 0 0,-3 4 32 0 0,0 4 0 0 0,1-2-32 0 0,3-1 32 0 0,1 2-32 0 0,3 1 0 0 0,0-4 0 0 0,6 0 0 0 0,2-3-32 0 0,-1 0 32 0 0,0-3 0 0 0,-2-4-32 0 0,-1-2 32 0 0,-2-4 0 0 0,0-1 0 0 0,0-7 32 0 0,-1-1 0 0 0,0-1 32 0 0,-4-2 0 0 0,-2-1 32 0 0,1 2 128 0 0,1 2-64 0 0,1-3-128 0 0,-3-3-160 0 0,-1-5-256 0 0,1-9-352 0 0,-2-12-704 0 0,-1-15-1408 0 0,-2-11 2816 0 0,0-8 0 0 0,-2 8 0 0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7"/>
    </inkml:context>
    <inkml:brush xml:id="br0">
      <inkml:brushProperty name="width" value="0.1" units="cm"/>
      <inkml:brushProperty name="height" value="0.1" units="cm"/>
    </inkml:brush>
  </inkml:definitions>
  <inkml:trace contextRef="#ctx0" brushRef="#br0">10160 8869 2655 0 0,'0'13'10816'0'0,"0"10"-10464"0"0,-4 4-32 0 0,-2 8-64 0 0,-4 6-32 0 0,-1 1-64 0 0,-2 2-64 0 0,0 3 0 0 0,-2 6-32 0 0,2 0-32 0 0,3 3 0 0 0,-1 2 0 0 0,1 4 0 0 0,2 6 0 0 0,-2-1-32 0 0,1 2 0 0 0,2-1 0 0 0,2-4 32 0 0,2-3-64 0 0,1-8-32 0 0,2-8-96 0 0,0-8-192 0 0,0-5-256 0 0,1-4-384 0 0,-1-6 992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8"/>
    </inkml:context>
    <inkml:brush xml:id="br0">
      <inkml:brushProperty name="width" value="0.1" units="cm"/>
      <inkml:brushProperty name="height" value="0.1" units="cm"/>
    </inkml:brush>
  </inkml:definitions>
  <inkml:trace contextRef="#ctx0" brushRef="#br0">9825 8959 2815 0 0,'-9'-5'7104'0'0,"-8"-1"-6656"0"0,-5 1 1024 0 0,6 5-896 0 0,10 2-512 0 0,10 2 0 0 0,9 0-64 0 0,7-6 0 0 0,9-2 0 0 0,4 0 0 0 0,1 0 0 0 0,0 1 0 0 0,2 1 0 0 0,0 0 0 0 0,2 2 0 0 0,5 0 0 0 0,3 0 32 0 0,3 0-64 0 0,3 0-256 0 0,0 0-416 0 0,2 0-544 0 0,-1 0-896 0 0,1 1 2144 0 0,-1-1 0 0 0,-8 0 0 0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9"/>
    </inkml:context>
    <inkml:brush xml:id="br0">
      <inkml:brushProperty name="width" value="0.1" units="cm"/>
      <inkml:brushProperty name="height" value="0.1" units="cm"/>
    </inkml:brush>
  </inkml:definitions>
  <inkml:trace contextRef="#ctx0" brushRef="#br0">10319 9815 2847 0 0,'4'-14'8000'0'0,"7"-4"-8000"0"0,5-4 32 0 0,5-2-32 0 0,3-2 0 0 0,2-1 0 0 0,-3 0 0 0 0,-2 0 32 0 0,1-1-32 0 0,-4 1 32 0 0,0 5 160 0 0,-8 6 352 0 0,-9 10-384 0 0,-11 11 32 0 0,-3 9-64 0 0,-3 6-32 0 0,-4 5-32 0 0,1 2-32 0 0,0 1 32 0 0,3 1-64 0 0,-1-1 32 0 0,-1 0 32 0 0,2 0-32 0 0,4-1 0 0 0,-1-1 0 0 0,2 1 0 0 0,3-1-32 0 0,3 1 0 0 0,6-5-32 0 0,8-6 0 0 0,7-6-64 0 0,5-9-160 0 0,9-9-224 0 0,2-8-416 0 0,2-6-544 0 0,3-7-768 0 0,0-4-1216 0 0,-2-1 3424 0 0,2 1 0 0 0,-5 6 0 0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0"/>
    </inkml:context>
    <inkml:brush xml:id="br0">
      <inkml:brushProperty name="width" value="0.1" units="cm"/>
      <inkml:brushProperty name="height" value="0.1" units="cm"/>
    </inkml:brush>
  </inkml:definitions>
  <inkml:trace contextRef="#ctx0" brushRef="#br0">10882 9567 4319 0 0,'-9'9'6432'0'0,"-3"7"-6080"0"0,-3 6-32 0 0,-5 3 192 0 0,-3 7-352 0 0,3 2-32 0 0,0 0-64 0 0,-2-1-32 0 0,4-2 0 0 0,0-2 0 0 0,-1-1 0 0 0,-2 4-32 0 0,2 0 0 0 0,0 0 0 0 0,4-1-32 0 0,8-11-160 0 0,6-13 192 0 0,7-16-32 0 0,12-16 32 0 0,7-9-32 0 0,4-7 32 0 0,2-5 0 0 0,0 0-32 0 0,3-1 32 0 0,1-1 0 0 0,-1 2 0 0 0,-7 1 0 0 0,-3 3 32 0 0,-1 9-32 0 0,-4 6 0 0 0,-2 2 0 0 0,2 6 192 0 0,-8 6-32 0 0,-5 10 672 0 0,-4 9-32 0 0,-2 9-480 0 0,-1 7-224 0 0,-5-2-64 0 0,-2 1-32 0 0,1 2-64 0 0,2 1 32 0 0,1 1 32 0 0,2-8-32 0 0,5-8 32 0 0,3-9 0 0 0,4-4 0 0 0,5-7 0 0 0,5-1 0 0 0,3 1 32 0 0,3 3 32 0 0,0 7-32 0 0,-3 9 32 0 0,-6 6-64 0 0,-6 7-2272 0 0,-4 3-3616 0 0,-4 2 5888 0 0,2-2 0 0 0,0-7 0 0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1"/>
    </inkml:context>
    <inkml:brush xml:id="br0">
      <inkml:brushProperty name="width" value="0.1" units="cm"/>
      <inkml:brushProperty name="height" value="0.1" units="cm"/>
    </inkml:brush>
  </inkml:definitions>
  <inkml:trace contextRef="#ctx0" brushRef="#br0">11488 9485 2271 0 0,'-9'9'6944'0'0,"-3"7"-6688"0"0,-4 6 32 0 0,-4 8 32 0 0,2 3 0 0 0,-1 1 0 0 0,-2 3 0 0 0,-1 5 0 0 0,-2 0-64 0 0,-1-4-32 0 0,-1-3-32 0 0,-5 2-32 0 0,-2-2-32 0 0,1 3 0 0 0,0-1-64 0 0,2-2 0 0 0,2-2-32 0 0,4-3-32 0 0,3-2 32 0 0,5-1-32 0 0,1 0 0 0 0,2-1 0 0 0,-1-5 0 0 0,3-1 0 0 0,-3 1 0 0 0,2-9 224 0 0,3-10-192 0 0,3-10-32 0 0,7-8 0 0 0,3-6 0 0 0,2-4 0 0 0,3-6 0 0 0,5-7 0 0 0,0-1 0 0 0,3-3-32 0 0,2 2 32 0 0,3-2 0 0 0,2 2 0 0 0,1 4-32 0 0,1-1 32 0 0,6 1 0 0 0,1 3-32 0 0,4-2 32 0 0,0 1 0 0 0,-1 1-32 0 0,2 3 32 0 0,-1 1 0 0 0,-3 7 0 0 0,-2 2 64 0 0,-2 0-32 0 0,-1 4 32 0 0,-2 5 32 0 0,-1 4 32 0 0,0-1 64 0 0,-4 6 0 0 0,-2 3 32 0 0,0 6 864 0 0,-3 7-800 0 0,-9 5-192 0 0,-6 5-32 0 0,-3 6 0 0 0,-6 4-32 0 0,-6 0 0 0 0,-1 4-32 0 0,-3 0 32 0 0,2-2-32 0 0,-2-7-32 0 0,3-3-128 0 0,-1-7-256 0 0,2-10-4800 0 0,3-7 5216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2"/>
    </inkml:context>
    <inkml:brush xml:id="br0">
      <inkml:brushProperty name="width" value="0.1" units="cm"/>
      <inkml:brushProperty name="height" value="0.1" units="cm"/>
    </inkml:brush>
  </inkml:definitions>
  <inkml:trace contextRef="#ctx0" brushRef="#br0">9589 10329 1919 0 0,'-5'9'11456'0'0,"-1"8"-11072"0"0,0 5 224 0 0,2 3-224 0 0,0 2-288 0 0,-2 2-32 0 0,-1-1-32 0 0,1 0 0 0 0,-3 4 0 0 0,0 6-32 0 0,-3 5 0 0 0,0 9 0 0 0,-1 4 0 0 0,0 2 0 0 0,-1 1-64 0 0,1-2-64 0 0,3-1-160 0 0,4-6-160 0 0,2-6-1472 0 0,6-16-5888 0 0,8-21 7808 0 0,2-12 0 0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3"/>
    </inkml:context>
    <inkml:brush xml:id="br0">
      <inkml:brushProperty name="width" value="0.1" units="cm"/>
      <inkml:brushProperty name="height" value="0.1" units="cm"/>
    </inkml:brush>
  </inkml:definitions>
  <inkml:trace contextRef="#ctx0" brushRef="#br0">9578 10287 1951 0 0,'13'9'12224'0'0,"10"3"-12256"0"0,4-1 32 0 0,8-1 0 0 0,2-4 0 0 0,-2-2 0 0 0,-1-2 0 0 0,-2-1 32 0 0,-2 4-32 0 0,-2 0 0 0 0,-1 5 0 0 0,-1 5 32 0 0,0 4-32 0 0,-4 3 0 0 0,-2-1 32 0 0,-4-1-32 0 0,-5 2 64 0 0,-4 0-32 0 0,-3 2 32 0 0,-8-3 0 0 0,-6-1 0 0 0,-7-4-32 0 0,-5 0 0 0 0,-3-3 0 0 0,-2-3-32 0 0,0 1 32 0 0,-1-2-32 0 0,0-2 32 0 0,1-2-32 0 0,-1-2-32 0 0,2-2 32 0 0,3-5-768 0 0,12-2 32 0 0,11 0-320 0 0,11 1-512 0 0,7 1-2656 0 0,1 2 4224 0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4"/>
    </inkml:context>
    <inkml:brush xml:id="br0">
      <inkml:brushProperty name="width" value="0.1" units="cm"/>
      <inkml:brushProperty name="height" value="0.1" units="cm"/>
    </inkml:brush>
  </inkml:definitions>
  <inkml:trace contextRef="#ctx0" brushRef="#br0">10011 10732 1215 0 0,'-9'9'12544'0'0,"-3"8"-12448"0"0,-4 4-64 0 0,1 5-32 0 0,-1-3 32 0 0,1-1-32 0 0,-1 5 0 0 0,3 2 0 0 0,3 1 32 0 0,-2-4-32 0 0,3-3 0 0 0,1-1 0 0 0,3-8-96 0 0,7-11 96 0 0,2-11 0 0 0,2-8 0 0 0,3-6 0 0 0,1-4 0 0 0,2-2 0 0 0,0 0 0 0 0,3-1-32 0 0,-3 1 32 0 0,3 0 0 0 0,2 5 0 0 0,-1 2 0 0 0,1 0 0 0 0,2-1-32 0 0,2 4 32 0 0,-2-1 0 0 0,0 4 0 0 0,1 0 0 0 0,2 2-32 0 0,2 4-672 0 0,1 2-128 0 0,1 4-2784 0 0,0 1 3616 0 0,-4 2 0 0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5"/>
    </inkml:context>
    <inkml:brush xml:id="br0">
      <inkml:brushProperty name="width" value="0.1" units="cm"/>
      <inkml:brushProperty name="height" value="0.1" units="cm"/>
    </inkml:brush>
  </inkml:definitions>
  <inkml:trace contextRef="#ctx0" brushRef="#br0">10397 10824 2559 0 0,'-9'0'9568'0'0,"-7"0"-9536"0"0,-6 4 0 0 0,-4 7-32 0 0,-1 0 0 0 0,-1 4 0 0 0,0 3 0 0 0,0 4 0 0 0,0 2-32 0 0,5 1 32 0 0,2 2-32 0 0,5 0 0 0 0,4 0 0 0 0,10-4 0 0 0,9-2-32 0 0,3-9 64 0 0,5-7-32 0 0,9-8 32 0 0,4-8 0 0 0,7-7 0 0 0,2-10 0 0 0,4-8 0 0 0,-1-3 0 0 0,-3-4 0 0 0,-3 1 32 0 0,-2 3-32 0 0,-8 4 32 0 0,-2 3 32 0 0,-6 3 288 0 0,-10 6 288 0 0,-5 2-576 0 0,-8 10-64 0 0,-8 6-32 0 0,-4 5-576 0 0,-5 6-960 0 0,2 2 1568 0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6"/>
    </inkml:context>
    <inkml:brush xml:id="br0">
      <inkml:brushProperty name="width" value="0.1" units="cm"/>
      <inkml:brushProperty name="height" value="0.1" units="cm"/>
    </inkml:brush>
  </inkml:definitions>
  <inkml:trace contextRef="#ctx0" brushRef="#br0">10843 10351 5343 0 0,'-4'8'6592'0'0,"-7"9"-6592"0"0,-5 5 0 0 0,0 8 32 0 0,-2 3 0 0 0,2 1 0 0 0,-1-1 0 0 0,-1-2-32 0 0,1 3 32 0 0,0 5-32 0 0,-2 4 0 0 0,-2 5 0 0 0,2-2 0 0 0,0 0-32 0 0,4-3 32 0 0,-1 0 0 0 0,2-2-32 0 0,5-5 32 0 0,2-3 0 0 0,4-2 0 0 0,1-3-32 0 0,6-2 64 0 0,3-9 64 0 0,4-7 0 0 0,5-11 0 0 0,4-5-32 0 0,3-5-32 0 0,2-6 0 0 0,-3-5 0 0 0,0-2-32 0 0,-1 2 32 0 0,2 1-32 0 0,-3-1 32 0 0,-2 3 0 0 0,-2 1-32 0 0,-1 3 32 0 0,-1 0 0 0 0,-5-2 160 0 0,-7 2-192 0 0,0 7-2784 0 0,-1 2 1472 0 0,5 1-1248 0 0,6-3 2560 0 0,0 0 0 0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7"/>
    </inkml:context>
    <inkml:brush xml:id="br0">
      <inkml:brushProperty name="width" value="0.1" units="cm"/>
      <inkml:brushProperty name="height" value="0.1" units="cm"/>
    </inkml:brush>
  </inkml:definitions>
  <inkml:trace contextRef="#ctx0" brushRef="#br0">10900 10817 2559 0 0,'-9'13'8704'0'0,"-3"10"-8448"0"0,1 4 352 0 0,6-6 576 0 0,9-11-832 0 0,4-12-288 0 0,4-11-32 0 0,6-6 0 0 0,3-6 0 0 0,4-2-32 0 0,-4-2 32 0 0,0 1 0 0 0,-4-1 32 0 0,-4 10 0 0 0,-10 8-64 0 0,-9 10 0 0 0,-4 10 32 0 0,-5 4 0 0 0,1 3 0 0 0,-3 4 0 0 0,-2 4 32 0 0,2 1 32 0 0,4 1 32 0 0,-1 1 64 0 0,3 5 64 0 0,-2 1 0 0 0,1 4-64 0 0,3 1-96 0 0,3-2-32 0 0,7-8-64 0 0,4-3-32 0 0,4-10-96 0 0,7-9-160 0 0,4-9-224 0 0,3-9-416 0 0,3-6-704 0 0,1-6-1568 0 0,0-6 3200 0 0,5-4 0 0 0,-3 4 0 0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8"/>
    </inkml:context>
    <inkml:brush xml:id="br0">
      <inkml:brushProperty name="width" value="0.1" units="cm"/>
      <inkml:brushProperty name="height" value="0.1" units="cm"/>
    </inkml:brush>
  </inkml:definitions>
  <inkml:trace contextRef="#ctx0" brushRef="#br0">13494 13843 991 0 0,'0'9'288'0'0,"0"7"-288"0"0,0 2 0 0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9"/>
    </inkml:context>
    <inkml:brush xml:id="br0">
      <inkml:brushProperty name="width" value="0.1" units="cm"/>
      <inkml:brushProperty name="height" value="0.1" units="cm"/>
    </inkml:brush>
  </inkml:definitions>
  <inkml:trace contextRef="#ctx0" brushRef="#br0">13388 14402 991 0 0,'9'-9'11072'0'0,"3"-7"-10944"0"0,4-2 0 0 0,-1-1 0 0 0,2-3-32 0 0,-3-6 0 0 0,2-3 0 0 0,2-5 32 0 0,-2-5-32 0 0,1-6 0 0 0,-3-2-32 0 0,2-3 0 0 0,1-2 0 0 0,3 0 32 0 0,3-4 0 0 0,-3-2 0 0 0,0 1 32 0 0,1 1-32 0 0,-4 1 32 0 0,1 7-32 0 0,-3 2 32 0 0,-5 4 0 0 0,2 7-32 0 0,-2 3 32 0 0,1 5-64 0 0,0 1-32 0 0,-2 2 0 0 0,1 5 0 0 0,0 1-32 0 0,-3 1 32 0 0,3-2-32 0 0,-1-2 32 0 0,-2-1-32 0 0,3-1 0 0 0,-1-1 0 0 0,-1-1 0 0 0,1 5 0 0 0,-4 6-2208 0 0,-3 10 928 0 0,-3 10-608 0 0,-5 5-2368 0 0,-1 1 4256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0"/>
    </inkml:context>
    <inkml:brush xml:id="br0">
      <inkml:brushProperty name="width" value="0.1" units="cm"/>
      <inkml:brushProperty name="height" value="0.1" units="cm"/>
    </inkml:brush>
  </inkml:definitions>
  <inkml:trace contextRef="#ctx0" brushRef="#br0">13494 13244 3167 0 0,'4'-14'5728'0'0,"7"-8"-5664"0"0,5-6-32 0 0,5-2-32 0 0,3 0 0 0 0,2-5 0 0 0,1 0 0 0 0,1 1 0 0 0,-1 1 0 0 0,1 3-32 0 0,-1 6 32 0 0,-5 2 0 0 0,-1 6 0 0 0,-5 0 0 0 0,0 4 32 0 0,2 3 96 0 0,1 8 544 0 0,4 8 32 0 0,0 8 128 0 0,3 1-544 0 0,-4 3-96 0 0,-2 2-32 0 0,-3 7-64 0 0,-1 3-32 0 0,2 5-32 0 0,-2 1 0 0 0,0 3-32 0 0,2 4 0 0 0,-1 4-96 0 0,0-3-96 0 0,-3-3-1120 0 0,1-10-448 0 0,3-10 1760 0 0,-2-8 0 0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1"/>
    </inkml:context>
    <inkml:brush xml:id="br0">
      <inkml:brushProperty name="width" value="0.1" units="cm"/>
      <inkml:brushProperty name="height" value="0.1" units="cm"/>
    </inkml:brush>
  </inkml:definitions>
  <inkml:trace contextRef="#ctx0" brushRef="#br0">12071 14372 3327 0 0,'4'14'11264'0'0,"-2"13"-11200"0"0,-3 11 0 0 0,-4 12-32 0 0,-2 12 0 0 0,-5 4 0 0 0,-4 4-32 0 0,0 0 0 0 0,-1 1 32 0 0,2-3-64 0 0,-1 1-32 0 0,-2 2-32 0 0,2-2-32 0 0,3-3-64 0 0,0-5 32 0 0,2-3-32 0 0,3-7-32 0 0,3-8-896 0 0,2-16-6336 0 0,1-12 7456 0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2"/>
    </inkml:context>
    <inkml:brush xml:id="br0">
      <inkml:brushProperty name="width" value="0.1" units="cm"/>
      <inkml:brushProperty name="height" value="0.1" units="cm"/>
    </inkml:brush>
  </inkml:definitions>
  <inkml:trace contextRef="#ctx0" brushRef="#br0">11441 14245 2943 0 0,'13'0'8704'0'0,"10"0"-8640"0"0,9 0 0 0 0,8 5-64 0 0,7 1 32 0 0,4 4 0 0 0,7 0-32 0 0,2-1-64 0 0,1 3 32 0 0,-2-2-64 0 0,-1 3-288 0 0,-3-2-608 0 0,0-2-1088 0 0,-1-2 2080 0 0,3-8 0 0 0,-7-3 0 0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3"/>
    </inkml:context>
    <inkml:brush xml:id="br0">
      <inkml:brushProperty name="width" value="0.1" units="cm"/>
      <inkml:brushProperty name="height" value="0.1" units="cm"/>
    </inkml:brush>
  </inkml:definitions>
  <inkml:trace contextRef="#ctx0" brushRef="#br0">12181 15047 1279 0 0,'5'-9'7104'0'0,"1"-8"-6144"0"0,4 0 1024 0 0,-4 2-1184 0 0,-7 4-1728 0 0,-4-1-5600 0 0,-1 2 6528 0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4"/>
    </inkml:context>
    <inkml:brush xml:id="br0">
      <inkml:brushProperty name="width" value="0.1" units="cm"/>
      <inkml:brushProperty name="height" value="0.1" units="cm"/>
    </inkml:brush>
  </inkml:definitions>
  <inkml:trace contextRef="#ctx0" brushRef="#br0">12256 14885 1439 0 0,'-9'9'9696'0'0,"-3"7"-9440"0"0,-4 2 0 0 0,1 1-64 0 0,2 3 0 0 0,0-3-160 0 0,2 0 0 0 0,2 1 0 0 0,-1 2 0 0 0,1 2-32 0 0,2 1 0 0 0,2 0 0 0 0,-3 2 0 0 0,1-1 0 0 0,0 1 0 0 0,3 0 0 0 0,1 0 0 0 0,1-1 128 0 0,2 1-96 0 0,4-5-32 0 0,7-11-32 0 0,5-11 32 0 0,5-10 0 0 0,4-4 0 0 0,1-4 0 0 0,1-3 0 0 0,1-3 0 0 0,0-1 0 0 0,-1-2 0 0 0,-4 0 0 0 0,-2 0 0 0 0,0 4 32 0 0,1 2-32 0 0,-4 0 0 0 0,1-1 32 0 0,0-1-32 0 0,-2-2 0 0 0,-4 0 32 0 0,0-1-32 0 0,-3-1 0 0 0,-2 1 0 0 0,-2-1 0 0 0,-4 9 192 0 0,0 13-128 0 0,-2 15-32 0 0,0 11 0 0 0,-1 11-32 0 0,1 9 0 0 0,-1 6 32 0 0,1 5-32 0 0,4 1 0 0 0,2-2 0 0 0,-1-7-96 0 0,0-5-224 0 0,-2-10 320 0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5"/>
    </inkml:context>
    <inkml:brush xml:id="br0">
      <inkml:brushProperty name="width" value="0.1" units="cm"/>
      <inkml:brushProperty name="height" value="0.1" units="cm"/>
    </inkml:brush>
  </inkml:definitions>
  <inkml:trace contextRef="#ctx0" brushRef="#br0">12643 14981 4287 0 0,'-4'13'7584'0'0,"-2"10"-7488"0"0,-4 9 32 0 0,-1 4 0 0 0,2 4 0 0 0,-2 1-32 0 0,1-2-32 0 0,2-4 0 0 0,2-3-32 0 0,2-3 0 0 0,-2-6-32 0 0,4-6 832 0 0,2-12-640 0 0,6-6 0 0 0,2-7 0 0 0,4-12-64 0 0,4-7-32 0 0,5-7-32 0 0,2-8 0 0 0,2-5-32 0 0,-2 1-64 0 0,-2-1-224 0 0,0-1-352 0 0,2 2-320 0 0,1 6-160 0 0,1 4-224 0 0,0 4-384 0 0,2 3-1344 0 0,-1 7 3040 0 0,1 6 0 0 0,-5 7 0 0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6"/>
    </inkml:context>
    <inkml:brush xml:id="br0">
      <inkml:brushProperty name="width" value="0.1" units="cm"/>
      <inkml:brushProperty name="height" value="0.1" units="cm"/>
    </inkml:brush>
  </inkml:definitions>
  <inkml:trace contextRef="#ctx0" brushRef="#br0">13171 14351 4031 0 0,'-4'13'9728'0'0,"-2"10"-9088"0"0,-4 5-480 0 0,-1 2-64 0 0,-2 0-32 0 0,-4 5 0 0 0,1 0-64 0 0,-2-1 0 0 0,-1 3 0 0 0,2 4-32 0 0,-1 4 0 0 0,-1 3 0 0 0,2-2 32 0 0,-1 5 0 0 0,-1 3 0 0 0,2 0 0 0 0,5 2-32 0 0,-1-2 32 0 0,2-4 0 0 0,3-2-32 0 0,2 0 32 0 0,3 1 0 0 0,2-4-32 0 0,1-5 32 0 0,0-4-32 0 0,5-5-128 0 0,6-6 224 0 0,1-13-32 0 0,4-8-32 0 0,-2-10 32 0 0,1-3-32 0 0,-1-5 0 0 0,-3-4-160 0 0,0-5 0 0 0,-1-1 32 0 0,2-2 64 0 0,4 3-6880 0 0,-1 6 6944 0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7"/>
    </inkml:context>
    <inkml:brush xml:id="br0">
      <inkml:brushProperty name="width" value="0.1" units="cm"/>
      <inkml:brushProperty name="height" value="0.1" units="cm"/>
    </inkml:brush>
  </inkml:definitions>
  <inkml:trace contextRef="#ctx0" brushRef="#br0">13330 14944 4767 0 0,'0'9'9056'0'0,"-4"3"-7680"0"0,-2 4-1248 0 0,-5 3-96 0 0,1 4-32 0 0,-4 2 0 0 0,2 1 0 0 0,-3 5 0 0 0,2 7-32 0 0,3 1 32 0 0,-1-2 0 0 0,1-2 0 0 0,2-3-32 0 0,3-2 32 0 0,2-2-96 0 0,1-10-3424 0 0,6-13 1376 0 0,2-16 2144 0 0,0-15 0 0 0,-1-3 0 0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8"/>
    </inkml:context>
    <inkml:brush xml:id="br0">
      <inkml:brushProperty name="width" value="0.1" units="cm"/>
      <inkml:brushProperty name="height" value="0.1" units="cm"/>
    </inkml:brush>
  </inkml:definitions>
  <inkml:trace contextRef="#ctx0" brushRef="#br0">13367 14759 3487 0 0,'4'-13'8480'0'0,"2"-5"-8480"0"0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9"/>
    </inkml:context>
    <inkml:brush xml:id="br0">
      <inkml:brushProperty name="width" value="0.1" units="cm"/>
      <inkml:brushProperty name="height" value="0.1" units="cm"/>
    </inkml:brush>
  </inkml:definitions>
  <inkml:trace contextRef="#ctx0" brushRef="#br0">12926 15183 1375 0 0,'-5'9'9312'0'0,"-1"8"-8800"0"0,0 5 608 0 0,6-1 96 0 0,7-9-1184 0 0,8-11-32 0 0,0-9 0 0 0,2-9 0 0 0,-1-6 0 0 0,1-3 32 0 0,-3-1-32 0 0,-3-2 0 0 0,1 5 0 0 0,-2 2 0 0 0,-3 0 32 0 0,-2-1-32 0 0,3 0 0 0 0,-1-2 32 0 0,-1 0-32 0 0,-1-1 0 0 0,-3-1 32 0 0,0 1 0 0 0,-1-1-32 0 0,-6 5 160 0 0,-1 10-160 0 0,0 12-32 0 0,6 11-32 0 0,7 3 32 0 0,6-1 32 0 0,7-7-160 0 0,4-5-384 0 0,2-6-1952 0 0,1-3-704 0 0,-4-5 3200 0 0,-5 1 0 0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0"/>
    </inkml:context>
    <inkml:brush xml:id="br0">
      <inkml:brushProperty name="width" value="0.1" units="cm"/>
      <inkml:brushProperty name="height" value="0.1" units="cm"/>
    </inkml:brush>
  </inkml:definitions>
  <inkml:trace contextRef="#ctx0" brushRef="#br0">13703 15157 607 0 0,'-9'0'11328'0'0,"-8"4"-11296"0"0,-5 2 32 0 0,-3 0-32 0 0,-2-2-32 0 0,-1 4 0 0 0,-1 0 0 0 0,6 3 0 0 0,1 0-32 0 0,5 3 32 0 0,1-2 0 0 0,3 3 0 0 0,3 2 0 0 0,0-1 0 0 0,1 1 0 0 0,2 2 0 0 0,2 2 0 0 0,2 3 0 0 0,-2-4 0 0 0,-2 0-32 0 0,6 1 0 0 0,8-3 416 0 0,6-5-256 0 0,2-9 32 0 0,2-10 0 0 0,3-3 0 0 0,-2-5 0 0 0,1-5 0 0 0,-4-3-32 0 0,1-3-32 0 0,2-6 0 0 0,3-2-32 0 0,-3-5 0 0 0,0 0-32 0 0,2-7 0 0 0,2-5 0 0 0,2-3-32 0 0,0-2 32 0 0,2-4-32 0 0,1-6 32 0 0,-5-1-32 0 0,-1 1 32 0 0,0-1-32 0 0,-4-3 32 0 0,1 1 0 0 0,-4 4-32 0 0,1 7 32 0 0,-2 9 0 0 0,-4 9 0 0 0,-3 6 256 0 0,-2 13 896 0 0,-3 15-1056 0 0,-5 12-64 0 0,-2 15 0 0 0,-1 7-32 0 0,2 8-32 0 0,-3 7 0 0 0,-1 5 32 0 0,2 3-32 0 0,2 1 0 0 0,2 2 0 0 0,-4-5 0 0 0,1-2 0 0 0,0 0 0 0 0,1 1 0 0 0,2 2 0 0 0,2 0 0 0 0,0 0 0 0 0,5 2 0 0 0,2-5-32 0 0,0-1 32 0 0,-1-4-32 0 0,3-5 0 0 0,1-4 0 0 0,-3-4-64 0 0,4-7-96 0 0,-1-2-160 0 0,3-6-2432 0 0,4-9-2528 0 0,-1-5 5312 0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1"/>
    </inkml:context>
    <inkml:brush xml:id="br0">
      <inkml:brushProperty name="width" value="0.1" units="cm"/>
      <inkml:brushProperty name="height" value="0.1" units="cm"/>
    </inkml:brush>
  </inkml:definitions>
  <inkml:trace contextRef="#ctx0" brushRef="#br0">14076 14901 2239 0 0,'-4'14'11200'0'0,"-7"4"-10240"0"0,-1 3-608 0 0,2 4-128 0 0,2 1-32 0 0,-2 1 32 0 0,1 0-160 0 0,-2 0 0 0 0,0 5-64 0 0,2 1 32 0 0,3-1-32 0 0,-3 0 0 0 0,1-2 0 0 0,-3-2 0 0 0,1 0 0 0 0,1-2 0 0 0,3 1 0 0 0,2-1-32 0 0,2-9-1760 0 0,6-16 160 0 0,2-18-1600 0 0,4-18 3232 0 0,1-18 0 0 0,-1 0 0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2"/>
    </inkml:context>
    <inkml:brush xml:id="br0">
      <inkml:brushProperty name="width" value="0.1" units="cm"/>
      <inkml:brushProperty name="height" value="0.1" units="cm"/>
    </inkml:brush>
  </inkml:definitions>
  <inkml:trace contextRef="#ctx0" brushRef="#br0">14150 14711 4447 0 0,'0'0'0'0'0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3"/>
    </inkml:context>
    <inkml:brush xml:id="br0">
      <inkml:brushProperty name="width" value="0.1" units="cm"/>
      <inkml:brushProperty name="height" value="0.1" units="cm"/>
    </inkml:brush>
  </inkml:definitions>
  <inkml:trace contextRef="#ctx0" brushRef="#br0">14519 14647 5535 0 0,'0'14'8864'0'0,"-5"8"-8800"0"0,-5 6-32 0 0,-2 6-32 0 0,-3 7 0 0 0,-3 6 0 0 0,-4 3 0 0 0,3 2-32 0 0,-1 2 32 0 0,-1 5 0 0 0,3 1 0 0 0,1 0 0 0 0,2-6 0 0 0,-1-8-32 0 0,3-7-128 0 0,-1-6-1632 0 0,2-12-3744 0 0,3-11 5536 0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4"/>
    </inkml:context>
    <inkml:brush xml:id="br0">
      <inkml:brushProperty name="width" value="0.1" units="cm"/>
      <inkml:brushProperty name="height" value="0.1" units="cm"/>
    </inkml:brush>
  </inkml:definitions>
  <inkml:trace contextRef="#ctx0" brushRef="#br0">14256 15126 4223 0 0,'9'-5'10016'0'0,"7"-1"-9888"0"0,6 0 96 0 0,3 2-128 0 0,3 1 0 0 0,0 5-64 0 0,5 3 0 0 0,1 0 0 0 0,4-5-32 0 0,-1-2-448 0 0,4-2-800 0 0,-2-3-1856 0 0,2-7 3104 0 0,-1 1 0 0 0,-8 1 0 0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5"/>
    </inkml:context>
    <inkml:brush xml:id="br0">
      <inkml:brushProperty name="width" value="0.1" units="cm"/>
      <inkml:brushProperty name="height" value="0.1" units="cm"/>
    </inkml:brush>
  </inkml:definitions>
  <inkml:trace contextRef="#ctx0" brushRef="#br0">14877 15071 2047 0 0,'-9'0'11072'0'0,"-8"0"-10208"0"0,0 4-512 0 0,-3 7 320 0 0,3 5-352 0 0,0 5 192 0 0,2 3-352 0 0,4 2-64 0 0,4 1 32 0 0,-2-4-32 0 0,2-1 0 0 0,1-1 0 0 0,2 2-32 0 0,1 1-32 0 0,2 0 0 0 0,0 2 0 0 0,1 0-32 0 0,1 0-32 0 0,3 1 32 0 0,7-5-128 0 0,6-6 96 0 0,4-5-32 0 0,3-10 32 0 0,2-9 32 0 0,-3-8 0 0 0,-2-5 32 0 0,-3-5-32 0 0,-1 4 32 0 0,-4 0 0 0 0,2-1-32 0 0,-3-1 32 0 0,1 0 0 0 0,-1-1 0 0 0,2 3 0 0 0,2 7 64 0 0,4 9-32 0 0,-2 11 0 0 0,1 8-32 0 0,-4 7-32 0 0,-3 5 32 0 0,-5 2 0 0 0,-2 1 0 0 0,-3 5-32 0 0,-2 2 0 0 0,-5-2 0 0 0,-2 4-32 0 0,-4-1 32 0 0,0 3-32 0 0,-3 4 32 0 0,-3 3 32 0 0,-4-1-32 0 0,-2 0 0 0 0,-7-2 0 0 0,-2-1 0 0 0,-6-1 32 0 0,-4-5-32 0 0,-4-3 0 0 0,-4-3 32 0 0,-2-2-32 0 0,3-1 64 0 0,6-5 64 0 0,1-3 96 0 0,3-3-32 0 0,3-5 0 0 0,4-5-32 0 0,3-2-96 0 0,2-3-32 0 0,0-1-32 0 0,6-6-32 0 0,1-5-64 0 0,9-2 64 0 0,6-2-32 0 0,9-4 64 0 0,7-3-32 0 0,12-2 32 0 0,15-1 0 0 0,15-6 0 0 0,11-7-64 0 0,13-10-320 0 0,8-6-416 0 0,6-7-448 0 0,2-7-896 0 0,3-5-4032 0 0,3-4 6176 0 0,-2 2 0 0 0,-17 14 0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6"/>
    </inkml:context>
    <inkml:brush xml:id="br0">
      <inkml:brushProperty name="width" value="0.1" units="cm"/>
      <inkml:brushProperty name="height" value="0.1" units="cm"/>
    </inkml:brush>
  </inkml:definitions>
  <inkml:trace contextRef="#ctx0" brushRef="#br0">14422 14965 1951 0 0,'-4'9'6784'0'0,"-7"7"-6688"0"0,-5 6 0 0 0,0 4-32 0 0,2 1 96 0 0,0-3 0 0 0,1-2 0 0 0,-1 0-64 0 0,2 1-32 0 0,3 1-32 0 0,3 1 0 0 0,-2 1-32 0 0,0 0 32 0 0,2 0-32 0 0,1 1 0 0 0,-2-1 0 0 0,0 1 0 0 0,1 0 0 0 0,1-1-224 0 0,-3 1-832 0 0,1-5 1056 0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7"/>
    </inkml:context>
    <inkml:brush xml:id="br0">
      <inkml:brushProperty name="width" value="0.1" units="cm"/>
      <inkml:brushProperty name="height" value="0.1" units="cm"/>
    </inkml:brush>
  </inkml:definitions>
  <inkml:trace contextRef="#ctx0" brushRef="#br0">11951 14309 1087 0 0,'-5'9'6048'0'0,"-1"7"-3328"0"0,5 2-2432 0 0,7-4-192 0 0,7-2 576 0 0,6-5-192 0 0,4-3-64 0 0,2-2-224 0 0,3-2-64 0 0,-1 0 96 0 0,1 4 160 0 0,0 1 128 0 0,-1 0-352 0 0,-4 4-64 0 0,-2 0-64 0 0,-5 3-32 0 0,0-1 0 0 0,1-1 32 0 0,3-4 0 0 0,2-1 0 0 0,-2 1-32 0 0,-1 1 0 0 0,2-1-960 0 0,-4-2 960 0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8"/>
    </inkml:context>
    <inkml:brush xml:id="br0">
      <inkml:brushProperty name="width" value="0.1" units="cm"/>
      <inkml:brushProperty name="height" value="0.1" units="cm"/>
    </inkml:brush>
  </inkml:definitions>
  <inkml:trace contextRef="#ctx0" brushRef="#br0">23966 10888 5151 0 0,'-9'5'9344'0'0,"-8"1"-9248"0"0,-5-1 0 0 0,-3 5 224 0 0,-2-1-160 0 0,-1-1 0 0 0,-1-3-32 0 0,-3-1-32 0 0,-2-2 0 0 0,1 3-32 0 0,-3 2 0 0 0,-4-2 0 0 0,-5-1-32 0 0,1-1 0 0 0,-1-1 0 0 0,3 3-32 0 0,-1 1 32 0 0,3 0-32 0 0,-1-2 0 0 0,-3-1-32 0 0,-2-1 32 0 0,-3-1-64 0 0,-2-1-32 0 0,3 0-32 0 0,1 0 32 0 0,4 0 32 0 0,0-5 32 0 0,3-1 0 0 0,0 0 32 0 0,1 1 0 0 0,4 2 0 0 0,2 1 0 0 0,-1 1 0 0 0,0 0 0 0 0,1 6 32 0 0,2-3-32 0 0,2-2 0 0 0,1-1 0 0 0,1 0 0 0 0,1 4 0 0 0,-5 2 32 0 0,-1-4-32 0 0,0-3 32 0 0,1-1 0 0 0,2 1 64 0 0,1 0 0 0 0,0 0-32 0 0,1-4-64 0 0,-4 0 32 0 0,-1 0-32 0 0,0 1 0 0 0,1 2 0 0 0,2 1 0 0 0,0-3 0 0 0,2-2 0 0 0,0 2 0 0 0,-4 0 0 0 0,3-2 32 0 0,7-5-32 0 0,2-1 32 0 0,4-2-32 0 0,1 1 0 0 0,2-1 32 0 0,-2-3-32 0 0,-2-3 0 0 0,2-2 0 0 0,-2 3 0 0 0,-3 0 0 0 0,-2-1 0 0 0,-2-1-32 0 0,-2-2 32 0 0,-6-5 0 0 0,-6-3 0 0 0,-1 0 0 0 0,-4 1 0 0 0,1 1 32 0 0,-1 1-32 0 0,2 1 0 0 0,-2 1 0 0 0,-2 0 0 0 0,-3 1 32 0 0,2 4-32 0 0,-4 2 0 0 0,-4 0 0 0 0,-1-2 0 0 0,-1 3 0 0 0,5 1 0 0 0,2-2-32 0 0,-1 3 32 0 0,0 5 0 0 0,-1-1-32 0 0,4 2 32 0 0,0 3 0 0 0,-1-2 0 0 0,-1 1 0 0 0,-2 2 0 0 0,-1 3 0 0 0,-1 1 0 0 0,-1-3 0 0 0,0-1 0 0 0,0 1 0 0 0,0 2 0 0 0,4 1 0 0 0,2 2 0 0 0,0 0 0 0 0,-2 1 0 0 0,0-5 0 0 0,2 0 0 0 0,2-1 0 0 0,-2 2 0 0 0,3-4 0 0 0,0 0 0 0 0,-1 2-32 0 0,2-4 32 0 0,4 1-64 0 0,4 1-64 0 0,-1 3-96 0 0,1 1-128 0 0,3-2-192 0 0,1-1-352 0 0,2 2-640 0 0,1-4-1280 0 0,1 0 2816 0 0,6 2 0 0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9"/>
    </inkml:context>
    <inkml:brush xml:id="br0">
      <inkml:brushProperty name="width" value="0.1" units="cm"/>
      <inkml:brushProperty name="height" value="0.1" units="cm"/>
    </inkml:brush>
  </inkml:definitions>
  <inkml:trace contextRef="#ctx0" brushRef="#br0">19479 9779 1407 0 0,'-9'0'5728'0'0,"-8"0"-5440"0"0,0 4 0 0 0,-3 7 32 0 0,-1 1-32 0 0,2 7-64 0 0,0 5-32 0 0,3 3-64 0 0,4 2-32 0 0,1 0 32 0 0,1 4 32 0 0,-2 1 0 0 0,1-1 0 0 0,-2-1 32 0 0,1-2 0 0 0,3-1-64 0 0,-2 3-32 0 0,1 0 0 0 0,-2 0-64 0 0,1-1 0 0 0,2-1-32 0 0,3-2 0 0 0,2-1-32 0 0,6-5-32 0 0,8-6-1184 0 0,6-6-1120 0 0,6-4 2368 0 0,7-4 0 0 0,-1-2 0 0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0"/>
    </inkml:context>
    <inkml:brush xml:id="br0">
      <inkml:brushProperty name="width" value="0.1" units="cm"/>
      <inkml:brushProperty name="height" value="0.1" units="cm"/>
    </inkml:brush>
  </inkml:definitions>
  <inkml:trace contextRef="#ctx0" brushRef="#br0">23522 10288 1375 0 0,'-13'-4'11584'0'0,"-9"2"-11520"0"0,-6 2-64 0 0,2 11 0 0 0,2 6-32 0 0,-1 11 0 0 0,5 9 32 0 0,5 11 0 0 0,6 17-32 0 0,4 9 32 0 0,3 7 0 0 0,1-2 0 0 0,2-1 0 0 0,5 0-32 0 0,1-4 32 0 0,4-6-224 0 0,4-6-256 0 0,1-8-448 0 0,1-14-1024 0 0,-2-9 1952 0 0,-4-10 0 0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1"/>
    </inkml:context>
    <inkml:brush xml:id="br0">
      <inkml:brushProperty name="width" value="0.1" units="cm"/>
      <inkml:brushProperty name="height" value="0.1" units="cm"/>
    </inkml:brush>
  </inkml:definitions>
  <inkml:trace contextRef="#ctx0" brushRef="#br0">23488 10346 2335 0 0,'-13'-9'9664'0'0,"-10"-3"-9344"0"0,0-4-192 0 0,-1 1 0 0 0,4-2-128 0 0,5-2 64 0 0,9 2 64 0 0,7-1 32 0 0,6 3-64 0 0,8-1 32 0 0,5 3-96 0 0,4 3 0 0 0,2 4 0 0 0,1 2-32 0 0,1 3 0 0 0,0 5 32 0 0,-1 2-32 0 0,-4 5 32 0 0,-2 5 0 0 0,-4 4-32 0 0,-1-1 32 0 0,-3 0-32 0 0,-4 2 0 0 0,-3 2-32 0 0,-3 1 32 0 0,-2 1 0 0 0,-1 6 0 0 0,0 1 0 0 0,-1 1 32 0 0,1-2-32 0 0,-6-1 96 0 0,0-1 32 0 0,-4 3 0 0 0,-1 1-32 0 0,-3-1 0 0 0,-3-1 0 0 0,1-1-32 0 0,-1 2 32 0 0,-2 2-32 0 0,-3-6-32 0 0,-2-3 0 0 0,4-2-32 0 0,0-4 0 0 0,3 0 0 0 0,1-5-32 0 0,2 1-192 0 0,9-3 192 0 0,9-3 32 0 0,9-3-32 0 0,7-3 32 0 0,3-1 0 0 0,4 2 0 0 0,1 2-32 0 0,0-1 32 0 0,0 3 0 0 0,0 1-32 0 0,0-2 32 0 0,-1 3 32 0 0,-1 4 0 0 0,-3 5 32 0 0,-7 2 0 0 0,-6 3-32 0 0,-5 2 0 0 0,-2 1-32 0 0,-8 0 32 0 0,-6 1 32 0 0,-6-1 0 0 0,-5 0-32 0 0,-3-5 32 0 0,3-1-32 0 0,0-5-32 0 0,0 0-32 0 0,-1-3 0 0 0,-1 1-128 0 0,-2-2-832 0 0,10-3 384 0 0,10-8-416 0 0,12-4-1632 0 0,9-5-1280 0 0,7-7 3936 0 0,-1 0 0 0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2"/>
    </inkml:context>
    <inkml:brush xml:id="br0">
      <inkml:brushProperty name="width" value="0.1" units="cm"/>
      <inkml:brushProperty name="height" value="0.1" units="cm"/>
    </inkml:brush>
  </inkml:definitions>
  <inkml:trace contextRef="#ctx0" brushRef="#br0">24039 11011 3807 0 0,'0'-9'5216'0'0,"0"-7"-5184"0"0,5-2 96 0 0,1-1 192 0 0,-1-3 128 0 0,0-1 3008 0 0,-6 7-3360 0 0,-8 11 0 0 0,-6 11-64 0 0,-5 4 0 0 0,-4 5-32 0 0,-3 0 0 0 0,0 2-32 0 0,-1 3 0 0 0,0 2-32 0 0,5 2 32 0 0,2-3 0 0 0,4-1 32 0 0,6 1 0 0 0,8 1 0 0 0,5 2 64 0 0,7-4-64 0 0,6-4 32 0 0,6-6-32 0 0,2-9 0 0 0,3-4 32 0 0,2-7-32 0 0,-1-6 0 0 0,1-4 32 0 0,-5-4-32 0 0,-2 3 32 0 0,-4-1-32 0 0,-1 0 32 0 0,-3-1 0 0 0,1 8-32 0 0,-2 11 0 0 0,-3 15 0 0 0,-3 10 32 0 0,-3 11 0 0 0,-1 13-32 0 0,-2 8 32 0 0,0 4-32 0 0,4-3 0 0 0,1-6-96 0 0,0-3-128 0 0,4-4-4480 0 0,0-14 4704 0 0,3-11 0 0 0,0-8 0 0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3"/>
    </inkml:context>
    <inkml:brush xml:id="br0">
      <inkml:brushProperty name="width" value="0.1" units="cm"/>
      <inkml:brushProperty name="height" value="0.1" units="cm"/>
    </inkml:brush>
  </inkml:definitions>
  <inkml:trace contextRef="#ctx0" brushRef="#br0">24421 10351 5887 0 0,'-4'13'8384'0'0,"-2"9"-8224"0"0,-4 11-32 0 0,-1 7 0 0 0,-2 11-64 0 0,0 11-32 0 0,3 7 0 0 0,-2 2 0 0 0,2 2-32 0 0,2 7 0 0 0,-2 2 0 0 0,1-2-64 0 0,2-3-224 0 0,2 0-224 0 0,1-4-224 0 0,3-6-320 0 0,0-9-480 0 0,1-11-864 0 0,1-8 2400 0 0,-1-11 0 0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4"/>
    </inkml:context>
    <inkml:brush xml:id="br0">
      <inkml:brushProperty name="width" value="0.1" units="cm"/>
      <inkml:brushProperty name="height" value="0.1" units="cm"/>
    </inkml:brush>
  </inkml:definitions>
  <inkml:trace contextRef="#ctx0" brushRef="#br0">24162 10895 4991 0 0,'13'-4'5120'0'0,"10"-7"-4832"0"0,4-1-32 0 0,3-2-32 0 0,1-5-96 0 0,4 2-32 0 0,0-1-32 0 0,-1 3-160 0 0,-2-1-512 0 0,-1-2-4768 0 0,-3-3 5376 0 0,-5 3 0 0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5"/>
    </inkml:context>
    <inkml:brush xml:id="br0">
      <inkml:brushProperty name="width" value="0.1" units="cm"/>
      <inkml:brushProperty name="height" value="0.1" units="cm"/>
    </inkml:brush>
  </inkml:definitions>
  <inkml:trace contextRef="#ctx0" brushRef="#br0">24855 10266 3711 0 0,'-4'13'9792'0'0,"-2"10"-9568"0"0,-4 9-64 0 0,-1 8-32 0 0,-2 7-64 0 0,-5 4-32 0 0,-2 7 0 0 0,1 11 0 0 0,0 8 0 0 0,-2 5-32 0 0,-1 1 0 0 0,-2 0 0 0 0,4-1 0 0 0,0-4-32 0 0,3-8-320 0 0,1-6-384 0 0,3-9-480 0 0,3-10-384 0 0,4-8-544 0 0,3-10 2144 0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6"/>
    </inkml:context>
    <inkml:brush xml:id="br0">
      <inkml:brushProperty name="width" value="0.1" units="cm"/>
      <inkml:brushProperty name="height" value="0.1" units="cm"/>
    </inkml:brush>
  </inkml:definitions>
  <inkml:trace contextRef="#ctx0" brushRef="#br0">24500 10900 2943 0 0,'9'-9'8096'0'0,"8"-3"-7584"0"0,5-4-96 0 0,3 1-32 0 0,2 3-320 0 0,2 3 0 0 0,-1 4-32 0 0,0 2-96 0 0,0 2-960 0 0,-1-4-384 0 0,0 0-992 0 0,-1-1 2400 0 0,-4 3 0 0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7"/>
    </inkml:context>
    <inkml:brush xml:id="br0">
      <inkml:brushProperty name="width" value="0.1" units="cm"/>
      <inkml:brushProperty name="height" value="0.1" units="cm"/>
    </inkml:brush>
  </inkml:definitions>
  <inkml:trace contextRef="#ctx0" brushRef="#br0">24797 11125 2911 0 0,'13'-4'7488'0'0,"5"-7"-7200"0"0,4-1 0 0 0,2-2 448 0 0,-2-5-416 0 0,-1 2-224 0 0,-4-1 0 0 0,-1-1 0 0 0,3-3 0 0 0,-3-2-32 0 0,-4-1 0 0 0,0 3-32 0 0,-1 2 0 0 0,1-1 64 0 0,-5 3-736 0 0,-9 9 608 0 0,-8 11 32 0 0,-8 5 0 0 0,-4 10 0 0 0,1 7-32 0 0,0 8 32 0 0,3 4-32 0 0,5-1 0 0 0,4-1 0 0 0,9-2 32 0 0,9-2-64 0 0,6-6 32 0 0,7-7 32 0 0,3-7 0 0 0,2-4-32 0 0,1-4 32 0 0,0-7-224 0 0,0-2-480 0 0,0-4-2976 0 0,-1-1 3680 0 0,-5-3 0 0 0,-6 2 0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8"/>
    </inkml:context>
    <inkml:brush xml:id="br0">
      <inkml:brushProperty name="width" value="0.1" units="cm"/>
      <inkml:brushProperty name="height" value="0.1" units="cm"/>
    </inkml:brush>
  </inkml:definitions>
  <inkml:trace contextRef="#ctx0" brushRef="#br0">25400 10985 4927 0 0,'0'-9'8000'0'0,"-4"-8"-7968"0"0,-2 4 0 0 0,-4 4 32 0 0,-1 8 128 0 0,-3 5 128 0 0,2 5 0 0 0,-3 6 0 0 0,-2 5-96 0 0,1 4-96 0 0,-1 2-32 0 0,2 1-96 0 0,4-9 384 0 0,4-11-416 0 0,2-16-32 0 0,8-12-32 0 0,7-6-64 0 0,2-7-32 0 0,4-3-64 0 0,3 0 0 0 0,3 3 0 0 0,2 6-64 0 0,-2 4-96 0 0,-2 6-384 0 0,2 6-704 0 0,0 1-1472 0 0,2 1 2976 0 0,-4 4 0 0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9"/>
    </inkml:context>
    <inkml:brush xml:id="br0">
      <inkml:brushProperty name="width" value="0.1" units="cm"/>
      <inkml:brushProperty name="height" value="0.1" units="cm"/>
    </inkml:brush>
  </inkml:definitions>
  <inkml:trace contextRef="#ctx0" brushRef="#br0">25679 10902 4287 0 0,'-9'-5'10976'0'0,"-7"-1"-10816"0"0,-6 5-32 0 0,1 7 0 0 0,0 7 0 0 0,-2 6-32 0 0,4 4 0 0 0,1 2-64 0 0,2 3-32 0 0,5-1 0 0 0,4 1-32 0 0,3 0-32 0 0,7-5-96 0 0,7-11 160 0 0,7-8 0 0 0,5-8 32 0 0,3-9 0 0 0,-3-6 0 0 0,0-4 0 0 0,0-4-32 0 0,1 0 32 0 0,1-6-32 0 0,1-1 32 0 0,-3 0-32 0 0,-2 2 0 0 0,-4 2 32 0 0,0 6 0 0 0,-2 2 0 0 0,-5 10 96 0 0,-3 11-128 0 0,-3 10 0 0 0,-6 13-32 0 0,-3 12-32 0 0,0 8 0 0 0,-3 12-32 0 0,-1 4 0 0 0,-3 7 64 0 0,1 6 0 0 0,-2 3 32 0 0,1 0 32 0 0,-2-1-32 0 0,2 2 64 0 0,-1-4 32 0 0,-3-4-32 0 0,-3-5 32 0 0,2-8-32 0 0,-1-5 64 0 0,-1-6 32 0 0,-2-10 0 0 0,-2-6 32 0 0,-1-4 0 0 0,-1-5 64 0 0,-5-1 0 0 0,-1-4-128 0 0,-1-4-64 0 0,2-4-64 0 0,1-6-32 0 0,1-9-32 0 0,1-2 32 0 0,1-3-32 0 0,5-4 32 0 0,2-8-32 0 0,4-3 0 0 0,5-2 0 0 0,9 1 0 0 0,4-4 32 0 0,7 0-32 0 0,6-4-224 0 0,10 1-128 0 0,9-2-32 0 0,9-4 32 0 0,9-2-64 0 0,10-4-64 0 0,8 3-160 0 0,6-4-160 0 0,7 2-416 0 0,4 0-896 0 0,0 0 2176 0 0,3 4 0 0 0,-13 8 0 0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0"/>
    </inkml:context>
    <inkml:brush xml:id="br0">
      <inkml:brushProperty name="width" value="0.1" units="cm"/>
      <inkml:brushProperty name="height" value="0.1" units="cm"/>
    </inkml:brush>
  </inkml:definitions>
  <inkml:trace contextRef="#ctx0" brushRef="#br0">26843 10889 31 0 0,'-13'-9'1280'0'0,"-10"-3"-416"0"0,-4 1-448 0 0,-3 2-256 0 0,-1 2-256 0 0,1 8-992 0 0,5 2 1088 0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1"/>
    </inkml:context>
    <inkml:brush xml:id="br0">
      <inkml:brushProperty name="width" value="0.1" units="cm"/>
      <inkml:brushProperty name="height" value="0.1" units="cm"/>
    </inkml:brush>
  </inkml:definitions>
  <inkml:trace contextRef="#ctx0" brushRef="#br0">26443 10372 3391 0 0,'-9'0'10496'0'0,"-8"4"-10336"0"0,0 7-64 0 0,-2 9-32 0 0,-3 16 0 0 0,3 15-32 0 0,0 16-32 0 0,3 11 32 0 0,5 6 0 0 0,-1 1-32 0 0,2 1 0 0 0,2-2 0 0 0,4-1-32 0 0,1-6-64 0 0,2-6-128 0 0,0-12-128 0 0,2-11-128 0 0,-1-9-256 0 0,5-11-3520 0 0,2-20 480 0 0,3-20 3776 0 0,1-7 0 0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2"/>
    </inkml:context>
    <inkml:brush xml:id="br0">
      <inkml:brushProperty name="width" value="0.1" units="cm"/>
      <inkml:brushProperty name="height" value="0.1" units="cm"/>
    </inkml:brush>
  </inkml:definitions>
  <inkml:trace contextRef="#ctx0" brushRef="#br0">26364 10329 4831 0 0,'13'9'9312'0'0,"10"8"-9312"0"0,4 5 0 0 0,3 3 0 0 0,1 2-32 0 0,-5 2-32 0 0,-3-1 0 0 0,0 0 0 0 0,0-1-96 0 0,-4 1 96 0 0,-5-1 32 0 0,-5-1 64 0 0,1-4 0 0 0,-6-1 0 0 0,-4-1 96 0 0,-6 2-96 0 0,-7-3 32 0 0,-6-1-32 0 0,-3-3 0 0 0,-4 1 0 0 0,0 1-32 0 0,-2-1 0 0 0,0 0-32 0 0,1-2-96 0 0,-1-3-224 0 0,6 0-224 0 0,1-1-32 0 0,9-7-3136 0 0,11-4 384 0 0,10-6 3360 0 0,8-2 0 0 0,2 0 0 0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3"/>
    </inkml:context>
    <inkml:brush xml:id="br0">
      <inkml:brushProperty name="width" value="0.1" units="cm"/>
      <inkml:brushProperty name="height" value="0.1" units="cm"/>
    </inkml:brush>
  </inkml:definitions>
  <inkml:trace contextRef="#ctx0" brushRef="#br0">26669 11028 2527 0 0,'5'-9'11072'0'0,"1"-7"-10848"0"0,-5-1-64 0 0,-3-3 0 0 0,-5 3 32 0 0,-6 4 32 0 0,-5 4-160 0 0,-4 4-32 0 0,-3 3-32 0 0,-2 5-32 0 0,-1 8-32 0 0,1 6-192 0 0,-1 9 128 0 0,5 5 64 0 0,7 1 32 0 0,1 0 0 0 0,3 4 0 0 0,4 0 0 0 0,7-6 0 0 0,5-4 0 0 0,0-2 0 0 0,6-4 32 0 0,4-7 0 0 0,0-9 0 0 0,3-5 0 0 0,2-8 32 0 0,-1-6-32 0 0,0-6 32 0 0,1-3 0 0 0,3 3 0 0 0,-3-1 0 0 0,0 0 0 0 0,-3-1 0 0 0,0 3-32 0 0,1 1 32 0 0,4 3 0 0 0,1 5 0 0 0,2 4 320 0 0,-3 8-160 0 0,-5 8 32 0 0,-5 7-64 0 0,-5 5-32 0 0,-3 4-32 0 0,-2 2-64 0 0,-2 1 0 0 0,0 0-96 0 0,-4 0-288 0 0,-2-1-864 0 0,5-4-1504 0 0,3-11 736 0 0,5-7 1984 0 0,3-5 0 0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4"/>
    </inkml:context>
    <inkml:brush xml:id="br0">
      <inkml:brushProperty name="width" value="0.1" units="cm"/>
      <inkml:brushProperty name="height" value="0.1" units="cm"/>
    </inkml:brush>
  </inkml:definitions>
  <inkml:trace contextRef="#ctx0" brushRef="#br0">27127 10880 2591 0 0,'-9'13'13760'0'0,"-3"10"-13472"0"0,-4 0-128 0 0,-4 1-64 0 0,2 1-64 0 0,-1 0 0 0 0,3 1-32 0 0,0 1 32 0 0,-2-1-32 0 0,1 1 0 0 0,1-1 96 0 0,1 1-32 0 0,5 0 0 0 0,-2-1-32 0 0,7 1-32 0 0,4-1-64 0 0,6-4-32 0 0,7-6-256 0 0,6-6 32 0 0,4-9-800 0 0,8-9 224 0 0,3-3-192 0 0,1-4-256 0 0,-2-5-160 0 0,-1-3-384 0 0,-2 3-1344 0 0,0 0 3232 0 0,-2-2 0 0 0,-5 4 0 0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5"/>
    </inkml:context>
    <inkml:brush xml:id="br0">
      <inkml:brushProperty name="width" value="0.1" units="cm"/>
      <inkml:brushProperty name="height" value="0.1" units="cm"/>
    </inkml:brush>
  </inkml:definitions>
  <inkml:trace contextRef="#ctx0" brushRef="#br0">27401 10647 6335 0 0,'-14'9'11968'0'0,"-3"7"-11904"0"0,-1 6 0 0 0,0 4 0 0 0,2 1-64 0 0,5 6 32 0 0,3 5-32 0 0,3 6 0 0 0,3 5 0 0 0,2 7 0 0 0,0 3 0 0 0,5 0 0 0 0,2 4-32 0 0,-1 1 32 0 0,-1-7-32 0 0,-1-4 32 0 0,-2-6-32 0 0,4-7 0 0 0,0-6-32 0 0,0-3-32 0 0,-2-13 64 0 0,-1-17 0 0 0,-1-15 0 0 0,-1-8 32 0 0,4-5-32 0 0,1-7 32 0 0,-1-3-32 0 0,-1-3 32 0 0,4 0 0 0 0,0-2-32 0 0,3 1 32 0 0,0 4-32 0 0,2 4 0 0 0,4 6 32 0 0,-1 5-32 0 0,1 5 32 0 0,2 6 0 0 0,3 0 0 0 0,2 2 0 0 0,1 2 0 0 0,1 3 0 0 0,0 7 32 0 0,1 2 0 0 0,0 5 64 0 0,-5 5 64 0 0,-5 5 64 0 0,-7 3 0 0 0,-8 3 0 0 0,-11 1 192 0 0,-2 0-160 0 0,-4-4-64 0 0,-5-6-32 0 0,-3-6-224 0 0,-1-5-352 0 0,-3-3 64 0 0,0-7-32 0 0,0-3-192 0 0,0-4 416 0 0,0-1 96 0 0,0 2-32 0 0,4 7 64 0 0,3 4-32 0 0,3 7-32 0 0,6 6 64 0 0,4 5 0 0 0,8 4 0 0 0,4 3 0 0 0,5-4 0 0 0,6 0 0 0 0,4 0 0 0 0,4-4 0 0 0,6 0 0 0 0,3-3 32 0 0,5-4-128 0 0,5-5-512 0 0,-1-2-512 0 0,2-2-992 0 0,2-2 2144 0 0,-1-1 0 0 0,-10 0 0 0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6"/>
    </inkml:context>
    <inkml:brush xml:id="br0">
      <inkml:brushProperty name="width" value="0.1" units="cm"/>
      <inkml:brushProperty name="height" value="0.1" units="cm"/>
    </inkml:brush>
  </inkml:definitions>
  <inkml:trace contextRef="#ctx0" brushRef="#br0">22238 13208 8927 0 0,'0'9'8608'0'0,"5"3"-8672"0"0,1-5 64 0 0,-1-8 64 0 0,0-9-32 0 0,-2-6 96 0 0,-5-6-32 0 0,-3-3-32 0 0,-5-3 0 0 0,-5 5-32 0 0,-5 1 0 0 0,-3 0-32 0 0,-2-1 32 0 0,-2 3-32 0 0,-5 1 0 0 0,-6-1 0 0 0,-5-1 0 0 0,-5-2 0 0 0,-3 3-32 0 0,-2 0 0 0 0,-5 4 32 0 0,-2 5-32 0 0,0 3 32 0 0,-3 4 0 0 0,0 3 32 0 0,2-4-32 0 0,2 0 0 0 0,3 0 0 0 0,-4 1 0 0 0,0-3 0 0 0,2 0-32 0 0,0-4 32 0 0,3 0 0 0 0,0-3 0 0 0,1-3 0 0 0,1 2 0 0 0,1-7 0 0 0,-1-3 0 0 0,0-3 0 0 0,-4 0-32 0 0,-2-5 0 0 0,1-5 32 0 0,1-2 0 0 0,0-2-32 0 0,2-3 32 0 0,1-3 0 0 0,1-2 32 0 0,0 2-32 0 0,0 1 0 0 0,-4-1 0 0 0,-6-1 32 0 0,-1 4-32 0 0,-4-1 32 0 0,1 0 0 0 0,4 2 0 0 0,-3 5 32 0 0,3 0 0 0 0,-3 6 0 0 0,2 4 0 0 0,-3 4 0 0 0,2 0-32 0 0,3 0-32 0 0,3 5 32 0 0,2 1-32 0 0,2 4 32 0 0,-3 0-32 0 0,-1-3 0 0 0,-4 3 0 0 0,1 4 0 0 0,-4-2 0 0 0,-4 3 0 0 0,1 2 0 0 0,-1 2 0 0 0,3 3 0 0 0,3 2 0 0 0,3 1 0 0 0,4 4 0 0 0,6 3-32 0 0,4-1 32 0 0,0-1 0 0 0,-1-1 0 0 0,4-2 0 0 0,0-1 0 0 0,-2 4 0 0 0,3 1 0 0 0,0 0 0 0 0,2-2 0 0 0,4 4 32 0 0,-1-1-32 0 0,2 4 32 0 0,2 0 0 0 0,-2-2-32 0 0,1-2 32 0 0,1 1-32 0 0,3 0 0 0 0,1-1-32 0 0,-2 2 32 0 0,-1 0 0 0 0,1 3-32 0 0,1-1 0 0 0,1 3 0 0 0,2-2 0 0 0,1 2-320 0 0,0-1-448 0 0,1 1-704 0 0,0-1-2368 0 0,4-8 3872 0 0,7-4 0 0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7"/>
    </inkml:context>
    <inkml:brush xml:id="br0">
      <inkml:brushProperty name="width" value="0.1" units="cm"/>
      <inkml:brushProperty name="height" value="0.1" units="cm"/>
    </inkml:brush>
  </inkml:definitions>
  <inkml:trace contextRef="#ctx0" brushRef="#br0">17490 11515 2271 0 0,'-14'4'6176'0'0,"-8"7"-4800"0"0,-6 0-672 0 0,3 4-64 0 0,0-1-96 0 0,5 1-128 0 0,1-1-128 0 0,0 1 64 0 0,-2-2-256 0 0,-2 2-32 0 0,-1 2-64 0 0,3 3-32 0 0,1 2 32 0 0,-1 3-32 0 0,-1 1 0 0 0,3 5 0 0 0,0 2 32 0 0,4 4-32 0 0,4 5 32 0 0,4 4 0 0 0,3-1-32 0 0,2-3 0 0 0,2-5 0 0 0,5-4 0 0 0,6-8-96 0 0,6-8 64 0 0,9-7-128 0 0,5-5-128 0 0,6-3-160 0 0,0-3-192 0 0,5 0-384 0 0,2-5-576 0 0,4-1-1184 0 0,3 0 2816 0 0,5 1 0 0 0,-6 3 0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8"/>
    </inkml:context>
    <inkml:brush xml:id="br0">
      <inkml:brushProperty name="width" value="0.1" units="cm"/>
      <inkml:brushProperty name="height" value="0.1" units="cm"/>
    </inkml:brush>
  </inkml:definitions>
  <inkml:trace contextRef="#ctx0" brushRef="#br0">21524 13508 2559 0 0,'-13'9'11936'0'0,"-1"-2"-12896"0"0,3-6 672 0 0,8-12 32 0 0,8-14 64 0 0,8-11 32 0 0,11-13 64 0 0,6-8 0 0 0,7-6 64 0 0,1-3 0 0 0,4-3 32 0 0,-1 1 0 0 0,-4 3-32 0 0,-2 4 32 0 0,-4 7 32 0 0,-2 9-32 0 0,-1 12 96 0 0,-2 7 128 0 0,0 12 1312 0 0,-5 14-1088 0 0,-5 10-352 0 0,-6 9 0 0 0,-5 5 32 0 0,-3 8 32 0 0,-6 3 32 0 0,-3 4-32 0 0,-4 5-32 0 0,-1 4 0 0 0,2 2-32 0 0,3 2-32 0 0,2 2-32 0 0,2-5 0 0 0,2-6-32 0 0,1-5 0 0 0,5-10-32 0 0,1-5 0 0 0,5-1 0 0 0,4-5 0 0 0,5-6 0 0 0,3-4 64 0 0,-2-8-32 0 0,-1-8 0 0 0,2-7 0 0 0,1-10-32 0 0,-4-10-64 0 0,0-7 0 0 0,2-6-64 0 0,-4-3 0 0 0,-4 3 32 0 0,0 0 32 0 0,-3 0 32 0 0,3-1 32 0 0,-2 3 32 0 0,2 2 0 0 0,-1 3 0 0 0,-3 4 0 0 0,2 9 0 0 0,-1 5 32 0 0,2 6 160 0 0,-1 11 224 0 0,2 11-352 0 0,-1 14 0 0 0,-2 13-32 0 0,-4 14 0 0 0,-2 14-32 0 0,-2 10 0 0 0,-1 6 32 0 0,-1 5-32 0 0,4-3 0 0 0,1-1-32 0 0,1-4 32 0 0,2-6-64 0 0,1-4-224 0 0,-1-9-416 0 0,2-9-640 0 0,-1-7-992 0 0,4-6 2336 0 0,-2-7 0 0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9"/>
    </inkml:context>
    <inkml:brush xml:id="br0">
      <inkml:brushProperty name="width" value="0.1" units="cm"/>
      <inkml:brushProperty name="height" value="0.1" units="cm"/>
    </inkml:brush>
  </inkml:definitions>
  <inkml:trace contextRef="#ctx0" brushRef="#br0">22598 13145 3039 0 0,'4'8'10752'0'0,"2"9"-10080"0"0,0 9-224 0 0,-1 10-160 0 0,-2 8-128 0 0,-1 5-96 0 0,-5 3 0 0 0,-3-2-32 0 0,0-2-96 0 0,2-3-128 0 0,0-6-160 0 0,2-4-1216 0 0,-4-13-1952 0 0,-1-15 1408 0 0,6-22 2112 0 0,3-21 0 0 0,0-6 0 0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0"/>
    </inkml:context>
    <inkml:brush xml:id="br0">
      <inkml:brushProperty name="width" value="0.1" units="cm"/>
      <inkml:brushProperty name="height" value="0.1" units="cm"/>
    </inkml:brush>
  </inkml:definitions>
  <inkml:trace contextRef="#ctx0" brushRef="#br0">22617 12932 7295 0 0,'4'-13'6880'0'0,"7"-10"-7360"0"0,5-5-480 0 0,0-2-768 0 0,2 0-1088 0 0,2 0 2816 0 0,3 0 0 0 0,-3 6 0 0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1"/>
    </inkml:context>
    <inkml:brush xml:id="br0">
      <inkml:brushProperty name="width" value="0.1" units="cm"/>
      <inkml:brushProperty name="height" value="0.1" units="cm"/>
    </inkml:brush>
  </inkml:definitions>
  <inkml:trace contextRef="#ctx0" brushRef="#br0">23059 13114 4479 0 0,'4'-9'7008'0'0,"2"-8"-6112"0"0,-4 0 64 0 0,-4 7-736 0 0,-5 4-32 0 0,-6 9-96 0 0,-5 8-32 0 0,-5 7-32 0 0,-2 4 0 0 0,-1 8-64 0 0,-2 3-96 0 0,1 1-64 0 0,-1-1 0 0 0,5-2 64 0 0,2-2 32 0 0,0 4 64 0 0,3 0 0 0 0,6 4 0 0 0,-1 0 0 0 0,2 3 32 0 0,8-2-32 0 0,4 3 0 0 0,7-2 0 0 0,1-2 0 0 0,5-8-288 0 0,3-5-352 0 0,4-6-384 0 0,7-6-480 0 0,4-5-1376 0 0,5-8 2912 0 0,1-9 0 0 0,-7-2 0 0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2"/>
    </inkml:context>
    <inkml:brush xml:id="br0">
      <inkml:brushProperty name="width" value="0.1" units="cm"/>
      <inkml:brushProperty name="height" value="0.1" units="cm"/>
    </inkml:brush>
  </inkml:definitions>
  <inkml:trace contextRef="#ctx0" brushRef="#br0">23241 13282 5407 0 0,'4'14'8800'0'0,"-2"12"-8768"0"0,-3 8 0 0 0,0 6 0 0 0,0 6 96 0 0,-5-1 32 0 0,-1 1 32 0 0,1-2-64 0 0,1-5 32 0 0,1-5 0 0 0,-2-7-32 0 0,-1-13-32 0 0,1-14 0 0 0,1-11 0 0 0,2-8-64 0 0,6-6-32 0 0,2-2 32 0 0,1-2-32 0 0,3-5 0 0 0,0 0 0 0 0,4-5-32 0 0,-1-3-160 0 0,2-1-288 0 0,3 4-320 0 0,4-1-512 0 0,2 2-480 0 0,2 3-704 0 0,1 3-1792 0 0,0 2 4288 0 0,2 2 0 0 0,-6 6 0 0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3"/>
    </inkml:context>
    <inkml:brush xml:id="br0">
      <inkml:brushProperty name="width" value="0.1" units="cm"/>
      <inkml:brushProperty name="height" value="0.1" units="cm"/>
    </inkml:brush>
  </inkml:definitions>
  <inkml:trace contextRef="#ctx0" brushRef="#br0">23855 13104 5599 0 0,'-9'-4'7840'0'0,"-7"2"-7808"0"0,-6 7-64 0 0,-3 2 32 0 0,-7 5-32 0 0,-2 9 32 0 0,0 5 0 0 0,1 3 0 0 0,2 1 0 0 0,2 0 0 0 0,6 0 0 0 0,1-2 0 0 0,6 4-32 0 0,0 1 0 0 0,4 0 0 0 0,3-2 0 0 0,3-1 0 0 0,3-2 0 0 0,2-1 0 0 0,5 0-64 0 0,7-5 64 0 0,6-6 64 0 0,5-6 32 0 0,2-9 32 0 0,7-5-32 0 0,3-11 96 0 0,4-7 32 0 0,0-4 96 0 0,-2-7 0 0 0,-2-2-32 0 0,-3-5-96 0 0,-2 1 0 0 0,-1 6-64 0 0,-6 5 0 0 0,-6-2-32 0 0,-6 0 0 0 0,-5 0-192 0 0,-3 0-288 0 0,-7 2-224 0 0,-6 1-224 0 0,-6 4-416 0 0,-5 7-448 0 0,-3 1-1312 0 0,-2 8 3040 0 0,-1 5 0 0 0,5 3 0 0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4"/>
    </inkml:context>
    <inkml:brush xml:id="br0">
      <inkml:brushProperty name="width" value="0.1" units="cm"/>
      <inkml:brushProperty name="height" value="0.1" units="cm"/>
    </inkml:brush>
  </inkml:definitions>
  <inkml:trace contextRef="#ctx0" brushRef="#br0">24246 13229 3711 0 0,'14'5'9824'0'0,"8"1"-10560"0"0,6-1-992 0 0,2 0 1728 0 0,-4-6 0 0 0,-6-3 0 0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5"/>
    </inkml:context>
    <inkml:brush xml:id="br0">
      <inkml:brushProperty name="width" value="0.1" units="cm"/>
      <inkml:brushProperty name="height" value="0.1" units="cm"/>
    </inkml:brush>
  </inkml:definitions>
  <inkml:trace contextRef="#ctx0" brushRef="#br0">25210 12742 5983 0 0,'-9'9'7136'0'0,"-7"8"-6848"0"0,-6 5 0 0 0,-8 3-32 0 0,-3 7 0 0 0,-1 2 0 0 0,-3 4-32 0 0,-5 6-32 0 0,1 3-96 0 0,-3 3-32 0 0,3 6-64 0 0,-1 3 32 0 0,2 1-32 0 0,3-2 0 0 0,4 4-32 0 0,7 4 32 0 0,4 0 32 0 0,5 2 0 0 0,6 4 32 0 0,5-7 224 0 0,3-9-320 0 0,7-15-128 0 0,2-9-288 0 0,5-6-1504 0 0,6-8 448 0 0,3-6-864 0 0,4-1 2368 0 0,6-2 0 0 0,-2-3 0 0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6"/>
    </inkml:context>
    <inkml:brush xml:id="br0">
      <inkml:brushProperty name="width" value="0.1" units="cm"/>
      <inkml:brushProperty name="height" value="0.1" units="cm"/>
    </inkml:brush>
  </inkml:definitions>
  <inkml:trace contextRef="#ctx0" brushRef="#br0">25745 13442 5503 0 0,'-9'-4'7136'0'0,"-8"2"-6912"0"0,-4 2 64 0 0,-5 1 32 0 0,-1 1-32 0 0,-6-1 0 0 0,-1 0-64 0 0,-4 4-64 0 0,-5 1-64 0 0,1 0-64 0 0,-2-1 0 0 0,-2-2-32 0 0,2-1 0 0 0,4 4-64 0 0,0 0-64 0 0,2 4 0 0 0,3 5 0 0 0,4 4 32 0 0,1 4 64 0 0,7 2 0 0 0,2 6 0 0 0,5 2 32 0 0,5 0 0 0 0,5-1 0 0 0,3-2 0 0 0,2-1 0 0 0,6-5-64 0 0,6-8 32 0 0,6-5 32 0 0,5-6 0 0 0,3-3 0 0 0,1-2 32 0 0,2-1 32 0 0,0-4 64 0 0,-1-3 0 0 0,1-3 0 0 0,-1 0 32 0 0,0-3-64 0 0,-5-4 32 0 0,-2 2 0 0 0,-3-1 160 0 0,-11-2-128 0 0,-9-3-64 0 0,-5-2-96 0 0,-6-1 0 0 0,-4 4-96 0 0,-4 0-64 0 0,-3 4-64 0 0,3 1-32 0 0,0 3 0 0 0,1 3-832 0 0,2-1-1728 0 0,6 7-32 0 0,4 3 2848 0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7"/>
    </inkml:context>
    <inkml:brush xml:id="br0">
      <inkml:brushProperty name="width" value="0.1" units="cm"/>
      <inkml:brushProperty name="height" value="0.1" units="cm"/>
    </inkml:brush>
  </inkml:definitions>
  <inkml:trace contextRef="#ctx0" brushRef="#br0">25715 13377 4575 0 0,'-9'9'9792'0'0,"-3"8"-9312"0"0,-4 5-128 0 0,-4-1-128 0 0,2 0-96 0 0,-1 1-64 0 0,-1 2-32 0 0,2 5-32 0 0,0 3 32 0 0,3 0-32 0 0,0 3 0 0 0,2 1 0 0 0,-2-1 0 0 0,3-3 0 0 0,3-2 32 0 0,-2-6-32 0 0,2-2 32 0 0,6-10-32 0 0,4-11-32 0 0,1-11 32 0 0,6-12-32 0 0,1-12 32 0 0,3-4 0 0 0,0 0 0 0 0,3 1 0 0 0,-2 3 0 0 0,1 3 0 0 0,4 7 0 0 0,2 6 32 0 0,3 3 0 0 0,2 8 96 0 0,1 6 32 0 0,1 2 32 0 0,0 6 64 0 0,0 6-32 0 0,0 6 32 0 0,-5 3-64 0 0,-1 4-64 0 0,-5 0-32 0 0,0 2-32 0 0,-3-1-32 0 0,-4 1 32 0 0,-3-1-32 0 0,2-4 0 0 0,-1-2 0 0 0,-5-5-32 0 0,-4 0-448 0 0,-6-3-5088 0 0,-1-8 5536 0 0,0-5 0 0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8"/>
    </inkml:context>
    <inkml:brush xml:id="br0">
      <inkml:brushProperty name="width" value="0.1" units="cm"/>
      <inkml:brushProperty name="height" value="0.1" units="cm"/>
    </inkml:brush>
  </inkml:definitions>
  <inkml:trace contextRef="#ctx0" brushRef="#br0">26035 13039 1023 0 0,'-4'13'10912'0'0,"-2"14"-10176"0"0,0 11-96 0 0,-3 8-160 0 0,0 6-224 0 0,1 2-96 0 0,2 6-64 0 0,3 1-96 0 0,1 0-96 0 0,1-1-32 0 0,1 2-32 0 0,0-5-32 0 0,0-3-64 0 0,1-7 0 0 0,-1-5-64 0 0,5-7-128 0 0,1-4-3712 0 0,4-13 4160 0 0,1-8 0 0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9"/>
    </inkml:context>
    <inkml:brush xml:id="br0">
      <inkml:brushProperty name="width" value="0.1" units="cm"/>
      <inkml:brushProperty name="height" value="0.1" units="cm"/>
    </inkml:brush>
  </inkml:definitions>
  <inkml:trace contextRef="#ctx0" brushRef="#br0">25813 13474 4223 0 0,'9'-9'6752'0'0,"7"-3"-6560"0"0,6 1 96 0 0,3-3 96 0 0,3 2 32 0 0,4-3-128 0 0,3 2-96 0 0,-2-1-96 0 0,0 2 0 0 0,-3 2-384 0 0,-1-1-800 0 0,-1 1-2368 0 0,-6-2 3456 0 0,-6 1 0 0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50"/>
    </inkml:context>
    <inkml:brush xml:id="br0">
      <inkml:brushProperty name="width" value="0.1" units="cm"/>
      <inkml:brushProperty name="height" value="0.1" units="cm"/>
    </inkml:brush>
  </inkml:definitions>
  <inkml:trace contextRef="#ctx0" brushRef="#br0">26241 13588 4095 0 0,'-9'9'8256'0'0,"-7"8"-7968"0"0,-2 5 96 0 0,3 3 448 0 0,4 3-448 0 0,-1-5-64 0 0,2-1-64 0 0,3 1-96 0 0,2 0 32 0 0,-3-4-192 0 0,1 0 0 0 0,1 1 0 0 0,1-7 32 0 0,3-11 32 0 0,5-6-32 0 0,2-6-32 0 0,1-10 32 0 0,3-3-32 0 0,1-1 32 0 0,2-1-64 0 0,0-1 32 0 0,2-1 0 0 0,3 1-32 0 0,4 3-64 0 0,2 2-128 0 0,2 5-160 0 0,1 0-256 0 0,1-2-256 0 0,0 3-576 0 0,-5-1-800 0 0,-1-3 2272 0 0,0-1 0 0 0,-3 1 0 0 0</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51"/>
    </inkml:context>
    <inkml:brush xml:id="br0">
      <inkml:brushProperty name="width" value="0.1" units="cm"/>
      <inkml:brushProperty name="height" value="0.1" units="cm"/>
    </inkml:brush>
  </inkml:definitions>
  <inkml:trace contextRef="#ctx0" brushRef="#br0">26608 13576 3583 0 0,'-14'5'9344'0'0,"-8"1"-8832"0"0,-6-1-384 0 0,-2 0-64 0 0,0 3-32 0 0,0 0-32 0 0,0 3 0 0 0,2 4-32 0 0,0 5-96 0 0,6 3-64 0 0,1 1 0 0 0,0 3 32 0 0,0 0 32 0 0,2 0 96 0 0,5 0 32 0 0,1 0-32 0 0,6 0 0 0 0,10 0 256 0 0,8-5 0 0 0,7-6-64 0 0,5-10 32 0 0,2-6-32 0 0,8-8-32 0 0,1-7-32 0 0,0-5-32 0 0,3-4 0 0 0,-1 2 0 0 0,-1 1 32 0 0,-2-2-32 0 0,-3 5 0 0 0,-6-1 0 0 0,-2 0 0 0 0,-6-3 0 0 0,-5-1 64 0 0,-5-1-192 0 0,-7-2-256 0 0,-4 0-256 0 0,-5 4-160 0 0,-6 1-96 0 0,-5 4-320 0 0,-3 6-768 0 0,-2 4-1760 0 0,-1-2 3680 0 0,5 2 0 0 0</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52"/>
    </inkml:context>
    <inkml:brush xml:id="br0">
      <inkml:brushProperty name="width" value="0.1" units="cm"/>
      <inkml:brushProperty name="height" value="0.1" units="cm"/>
    </inkml:brush>
  </inkml:definitions>
  <inkml:trace contextRef="#ctx0" brushRef="#br0">26744 13060 3839 0 0,'9'9'9216'0'0,"3"12"-9184"0"0,0 11 0 0 0,-3 14 32 0 0,-3 8-32 0 0,-2 9 0 0 0,-1 6-32 0 0,-3 10 32 0 0,-4 5 0 0 0,-2 2-32 0 0,-1-1 0 0 0,2-5 0 0 0,-3-12-32 0 0,0-13-224 0 0,1-11-224 0 0,2-9-224 0 0,1-15-4928 0 0,3-11 5632 0 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53"/>
    </inkml:context>
    <inkml:brush xml:id="br0">
      <inkml:brushProperty name="width" value="0.1" units="cm"/>
      <inkml:brushProperty name="height" value="0.1" units="cm"/>
    </inkml:brush>
  </inkml:definitions>
  <inkml:trace contextRef="#ctx0" brushRef="#br0">26892 13187 3359 0 0,'14'13'13600'0'0,"4"10"-13504"0"0,-1 4-32 0 0,1 8-32 0 0,-2 6 32 0 0,-4 5 0 0 0,-4 0 0 0 0,-4 0 0 0 0,-2 2 0 0 0,-1-2-32 0 0,-2-1 0 0 0,1-4 0 0 0,-1 1 0 0 0,0 2-32 0 0,1-1 0 0 0,-1-5 0 0 0,1-4-160 0 0,-5-2-32 0 0,-1-3-160 0 0,1-2-832 0 0,0-10-9632 0 0,2-12 10816 0 0,1-7 0 0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54"/>
    </inkml:context>
    <inkml:brush xml:id="br0">
      <inkml:brushProperty name="width" value="0.1" units="cm"/>
      <inkml:brushProperty name="height" value="0.1" units="cm"/>
    </inkml:brush>
  </inkml:definitions>
  <inkml:trace contextRef="#ctx0" brushRef="#br0">27062 13702 2911 0 0,'13'0'10752'0'0,"10"0"-10304"0"0,0-5-352 0 0,1-1-32 0 0,-4-4-32 0 0,0-5 32 0 0,-5-4-32 0 0,1-4-32 0 0,-3-2 0 0 0,1-2 0 0 0,3 0 32 0 0,-2-1-32 0 0,1 6 0 0 0,-2 0 64 0 0,-3 10 224 0 0,-9 6-288 0 0,-4 9 0 0 0,-6 9 0 0 0,-6 6-32 0 0,-6 9 32 0 0,1 5-32 0 0,-1 2 32 0 0,-1-2-32 0 0,-2 0 32 0 0,-2-2-32 0 0,4-2 32 0 0,5 0-32 0 0,2-1 32 0 0,2-1-32 0 0,3 0-32 0 0,8 0 64 0 0,5 1-32 0 0,5-6 32 0 0,1 0-32 0 0,4-5 32 0 0,4 0-32 0 0,3-3 32 0 0,8-4-32 0 0,2-8 32 0 0,1-3-32 0 0,0-7-32 0 0,-2-2-416 0 0,0-3-576 0 0,-7-3-864 0 0,-2-5-1920 0 0,1-2 3840 0 0,-5-1 0 0 0,-5 3 0 0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55"/>
    </inkml:context>
    <inkml:brush xml:id="br0">
      <inkml:brushProperty name="width" value="0.1" units="cm"/>
      <inkml:brushProperty name="height" value="0.1" units="cm"/>
    </inkml:brush>
  </inkml:definitions>
  <inkml:trace contextRef="#ctx0" brushRef="#br0">27479 13541 4639 0 0,'0'14'8416'0'0,"0"8"-7776"0"0,-5 6 32 0 0,-1 2 0 0 0,1 0 0 0 0,0 1 0 0 0,2-2-96 0 0,-4-1 288 0 0,0 0-672 0 0,1-1-64 0 0,1 0-32 0 0,2-1-96 0 0,-3-4 0 0 0,-1-2 0 0 0,1 1-32 0 0,2 1 0 0 0,5-4 32 0 0,4-8 32 0 0,-1-12-32 0 0,5-13 0 0 0,1-10 0 0 0,2-4 0 0 0,5-6-32 0 0,3-7 32 0 0,3-5-32 0 0,2 1-64 0 0,1 0-128 0 0,6 2-224 0 0,1 5-256 0 0,0 4-224 0 0,3 4-352 0 0,0 3-736 0 0,3 5 2016 0 0,-1 8 0 0 0,-6 5 0 0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04"/>
    </inkml:context>
    <inkml:brush xml:id="br0">
      <inkml:brushProperty name="width" value="0.1" units="cm"/>
      <inkml:brushProperty name="height" value="0.1" units="cm"/>
    </inkml:brush>
  </inkml:definitions>
  <inkml:trace contextRef="#ctx0" brushRef="#br0">4763 18230 2015 0 0,'4'13'8800'0'0,"2"10"-7872"0"0,5 1-832 0 0,-1 0-32 0 0,4-3 0 0 0,-1-2-32 0 0,2-3-32 0 0,-2 0 32 0 0,2-2-32 0 0,-2 0 0 0 0,1-2 32 0 0,3 2-32 0 0,4-2 0 0 0,-3 2 0 0 0,1-2 32 0 0,1 2-32 0 0,3-1 0 0 0,-4 1 0 0 0,0-1 32 0 0,2 1 0 0 0,-4 3 64 0 0,-3 3-32 0 0,-6 3 96 0 0,2-3-128 0 0,-2 1 32 0 0,-1 0-32 0 0,-3 2 32 0 0,-6-4-32 0 0,-3 0-32 0 0,-1 2 96 0 0,-3-4 0 0 0,-1 1 192 0 0,-3-4-192 0 0,1 2-32 0 0,-2-3 0 0 0,-4-4-32 0 0,2-7 32 0 0,-1-5-32 0 0,-2-1-32 0 0,-3 0 0 0 0,-2 0 0 0 0,-1 2 0 0 0,-2 0 32 0 0,0 1 0 0 0,5-4 0 0 0,1-1-32 0 0,4-4 0 0 0,0-1 32 0 0,4-2-32 0 0,-1-5 32 0 0,2-2 0 0 0,3-4-32 0 0,3-1 32 0 0,7-2 0 0 0,8 0-32 0 0,7-1 64 0 0,5 5 224 0 0,4 7-192 0 0,2 5-32 0 0,-8 9-32 0 0,-7 10-32 0 0,-6 8 0 0 0,-4 6 0 0 0,-7-1 32 0 0,-2 1-32 0 0,0 0 0 0 0,1 2 0 0 0,1 2 32 0 0,2 0 0 0 0,6-4 0 0 0,2-2 0 0 0,6-3 128 0 0,0-10-96 0 0,3-5-32 0 0,-1-9 0 0 0,-3-7 32 0 0,-3-5-32 0 0,-2-5-64 0 0,-3-3 32 0 0,-1 0-32 0 0,-1-2 0 0 0,-5 1 0 0 0,-11 18 32 0 0,3 16 0 0 0,2 11 0 0 0,4 7 0 0 0,7 0 32 0 0,4 0-32 0 0,1 1 0 0 0,5-4 0 0 0,0-2 32 0 0,3-3 0 0 0,4-4 64 0 0,-1-10-64 0 0,-3-8-32 0 0,-4-9 0 0 0,-4-6 32 0 0,-2-4-32 0 0,-6-3 0 0 0,-3 0 0 0 0,-1-1 0 0 0,2 1 0 0 0,1 9 0 0 0,1 12 0 0 0,2 13 0 0 0,5 4 32 0 0,2 6-32 0 0,0 4 0 0 0,-1 4 32 0 0,-2 2 32 0 0,4-3 288 0 0,0-11-192 0 0,0-11-128 0 0,-3-11-32 0 0,0-8 0 0 0,-3-5 0 0 0,0-4 0 0 0,-5 3 32 0 0,-2 1-32 0 0,-5 9 128 0 0,0 7-128 0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05"/>
    </inkml:context>
    <inkml:brush xml:id="br0">
      <inkml:brushProperty name="width" value="0.1" units="cm"/>
      <inkml:brushProperty name="height" value="0.1" units="cm"/>
    </inkml:brush>
  </inkml:definitions>
  <inkml:trace contextRef="#ctx0" brushRef="#br0">4130 17651 1727 0 0,'-9'5'3136'0'0,"-8"1"-2592"0"0,-5 4 64 0 0,-4 1 64 0 0,-1-2 608 0 0,3-7-832 0 0,1-3-96 0 0,5-7 160 0 0,1-6-320 0 0,3-6-32 0 0,9 1-96 0 0,4 0 32 0 0,4-3 160 0 0,5-1 32 0 0,1-2-192 0 0,4-1 64 0 0,0 0-64 0 0,-3-1 32 0 0,2 4 0 0 0,-1 2 0 0 0,-3 0-32 0 0,2 3 0 0 0,4 0 32 0 0,4 8 416 0 0,4 11-320 0 0,-3 8-192 0 0,-3 9-32 0 0,-6 5 32 0 0,-3 3 0 0 0,-4 2 64 0 0,-2 1 0 0 0,-1-1 96 0 0,-1 1 224 0 0,0-1-32 0 0,0-1-32 0 0,1 0-96 0 0,-1 0 64 0 0,6-4 128 0 0,1-12-416 0 0,-1-11-32 0 0,0-11 0 0 0,-2-8-96 0 0,-1-5-320 0 0,-1-7-992 0 0,0-4-3904 0 0,-1 0 5312 0 0,0-3 0 0 0,0 5 0 0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06"/>
    </inkml:context>
    <inkml:brush xml:id="br0">
      <inkml:brushProperty name="width" value="0.1" units="cm"/>
      <inkml:brushProperty name="height" value="0.1" units="cm"/>
    </inkml:brush>
  </inkml:definitions>
  <inkml:trace contextRef="#ctx0" brushRef="#br0">5322 17254 2783 0 0,'-14'4'4160'0'0,"-9"2"-4128"0"0,-5 0-32 0 0,-2 3 32 0 0,-1 1 0 0 0,0-3 32 0 0,6-5 192 0 0,2-5 128 0 0,1 0 416 0 0,4-6-288 0 0,5-4-128 0 0,5-6-320 0 0,3-4 0 0 0,3-2-64 0 0,7-2 32 0 0,1 0 0 0 0,6-1 0 0 0,4 0 64 0 0,4 5 32 0 0,4 6 64 0 0,2 7 192 0 0,1-1-128 0 0,1 7 320 0 0,-1 4-64 0 0,-3 6-320 0 0,-8 8 0 0 0,0 0-96 0 0,-4 3 0 0 0,-4 3-64 0 0,-3 2 0 0 0,-2 3-32 0 0,-2 1 0 0 0,-6-3 0 0 0,-2-2-64 0 0,-4 0-256 0 0,-5-3-2240 0 0,-4-4 2560 0 0,-3-6 0 0 0,2-3 0 0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07"/>
    </inkml:context>
    <inkml:brush xml:id="br0">
      <inkml:brushProperty name="width" value="0.1" units="cm"/>
      <inkml:brushProperty name="height" value="0.1" units="cm"/>
    </inkml:brush>
  </inkml:definitions>
  <inkml:trace contextRef="#ctx0" brushRef="#br0">3943 17206 3935 0 0,'-5'-14'5536'0'0,"-1"-8"-5472"0"0,1-6-32 0 0,-5-7 0 0 0,1-2-32 0 0,1 1 32 0 0,2 1 128 0 0,3-2 64 0 0,1 1 64 0 0,1-2-32 0 0,1-1-32 0 0,0-1-32 0 0,0 1-64 0 0,1 2-32 0 0,-1 4-32 0 0,5 2-32 0 0,1 2-32 0 0,0 1 32 0 0,3 2-32 0 0,5 4-32 0 0,4 11 64 0 0,5 7 0 0 0,1 9 128 0 0,3 8 96 0 0,0 7 32 0 0,1 4 0 0 0,-1 7 0 0 0,1 8 32 0 0,-1 1-64 0 0,1 3-64 0 0,-1 0-32 0 0,-5-5-96 0 0,-1-2 0 0 0,-5-4-32 0 0,0-8-32 0 0,-3-2-192 0 0,-8-10-2912 0 0,-5-12 3104 0 0,-7-14 0 0 0,-2-6 0 0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08"/>
    </inkml:context>
    <inkml:brush xml:id="br0">
      <inkml:brushProperty name="width" value="0.1" units="cm"/>
      <inkml:brushProperty name="height" value="0.1" units="cm"/>
    </inkml:brush>
  </inkml:definitions>
  <inkml:trace contextRef="#ctx0" brushRef="#br0">4815 16886 5535 0 0,'0'-14'6048'0'0,"0"-9"-6176"0"0,5-5 0 0 0,1-2 64 0 0,0-1 0 0 0,3 1 64 0 0,0 0 0 0 0,4 1 0 0 0,-1 1 32 0 0,-3-4 0 0 0,2-1-32 0 0,0 1 32 0 0,-3 0-32 0 0,2 2 0 0 0,4 11 0 0 0,4 8 32 0 0,3 10 32 0 0,4 11 64 0 0,1 12 32 0 0,1 11 128 0 0,0 6 64 0 0,1 4 64 0 0,-1 0 32 0 0,-4 1 0 0 0,-2 8-32 0 0,1-1-96 0 0,-5-1-128 0 0,1-3-64 0 0,-4-5-64 0 0,-8-11-1792 0 0,-15-14 1728 0 0,-5-10 0 0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09"/>
    </inkml:context>
    <inkml:brush xml:id="br0">
      <inkml:brushProperty name="width" value="0.1" units="cm"/>
      <inkml:brushProperty name="height" value="0.1" units="cm"/>
    </inkml:brush>
  </inkml:definitions>
  <inkml:trace contextRef="#ctx0" brushRef="#br0">5665 18735 1663 0 0,'-5'9'5632'0'0,"-1"8"-5376"0"0,-4 5-64 0 0,-5-1-32 0 0,-1 1-32 0 0,-1 0-32 0 0,-7 2 0 0 0,-4 2-64 0 0,-2-1 32 0 0,0 2-64 0 0,0 0 32 0 0,0 0 0 0 0,-2 4-32 0 0,-2 2 32 0 0,-4 0 32 0 0,1-1 0 0 0,-4-2 64 0 0,2-6 32 0 0,-3-2-64 0 0,-2 0 32 0 0,-4 0 64 0 0,-2-4 32 0 0,3 1 0 0 0,0-4-64 0 0,3-4 0 0 0,5 0 0 0 0,5-1 0 0 0,3-3 32 0 0,7-6 32 0 0,3-5 256 0 0,1 0-128 0 0,3-5-256 0 0,0-1 0 0 0,-1-2 0 0 0,-2-1-96 0 0,-3-1 32 0 0,-2 1-32 0 0,0 2 32 0 0,-2 0-32 0 0,0 1 0 0 0,0-3 32 0 0,-5-3-32 0 0,-6-3 0 0 0,-1-4 32 0 0,2-2-32 0 0,-3 3 0 0 0,2 1 32 0 0,-2 0 0 0 0,-4-2 0 0 0,2-1 0 0 0,3-1 32 0 0,-1-1 32 0 0,2-1 32 0 0,-2 0-64 0 0,1 5 0 0 0,4 1 0 0 0,6-1-32 0 0,5 5 0 0 0,5-1-32 0 0,3 4 32 0 0,-2 3-32 0 0,3 0 32 0 0,-1-3-32 0 0,-2-4 0 0 0,-2-3 32 0 0,-3 1-32 0 0,3 1 0 0 0,0-2 0 0 0,-1-2 0 0 0,-2 3 32 0 0,4 1-32 0 0,-1-1 0 0 0,0 2 0 0 0,3 0 0 0 0,-1-1 32 0 0,-1-2-32 0 0,2-3 0 0 0,0 4 0 0 0,2 0 32 0 0,0 4-32 0 0,2-1 0 0 0,-1 4 0 0 0,1-2 0 0 0,4-1 32 0 0,-2 0-32 0 0,1 0 32 0 0,3-3-32 0 0,-3 2 0 0 0,1 0 0 0 0,2-3 0 0 0,1-1 0 0 0,3-3 0 0 0,2-6 0 0 0,0-6 32 0 0,1-3-32 0 0,0 1 0 0 0,1 3 0 0 0,-1 3 32 0 0,0 1-32 0 0,1-2 0 0 0,3 0 0 0 0,2 0 0 0 0,0-2 0 0 0,-1-1 0 0 0,-2 2 0 0 0,-1 2 32 0 0,4-3-32 0 0,0-4 0 0 0,5-5 0 0 0,-1-4 0 0 0,-1 1 0 0 0,2 5 0 0 0,-1 0 0 0 0,3-2 32 0 0,-1-3-32 0 0,2-2 0 0 0,-2 3 0 0 0,-2 4 0 0 0,1 5 0 0 0,4 0 0 0 0,3-4 0 0 0,4-3 32 0 0,2-3-32 0 0,-3 1 0 0 0,0 4 0 0 0,1 5 0 0 0,1 0 0 0 0,-4 1 0 0 0,5-3 0 0 0,2 2 32 0 0,2 2-32 0 0,5 2 0 0 0,1 3 32 0 0,5 1 0 0 0,-1 2 0 0 0,3 5 0 0 0,13 1-32 0 0,1 1 32 0 0,-4 3 0 0 0,-1 4 0 0 0,4 5 0 0 0,2 4 0 0 0,1 2 0 0 0,0 1 32 0 0,-1-3-32 0 0,-1-1 0 0 0,0-4-32 0 0,-1-1 32 0 0,-1 1-32 0 0,1-2 0 0 0,9 1 32 0 0,2 2-32 0 0,-4 7 0 0 0,-5 3 0 0 0,8 7 0 0 0,1 5 0 0 0,3 6 0 0 0,0 3 0 0 0,-7 3 0 0 0,3 6 0 0 0,-3-2 0 0 0,-9-3 0 0 0,6 9 0 0 0,2 2-32 0 0,-5 0 32 0 0,-7-2 0 0 0,2 1 0 0 0,-3 9-32 0 0,-5 5 32 0 0,-5 8 0 0 0,-4-2 0 0 0,-4 8-32 0 0,-1 11 32 0 0,-6 6-32 0 0,-2 8 32 0 0,-5 2-32 0 0,-4-1 32 0 0,-10 2-32 0 0,-3 3 32 0 0,-8 0 0 0 0,-5-3-32 0 0,-6-4 32 0 0,-7-4 0 0 0,-5-6 0 0 0,-4-4 0 0 0,-2 0 0 0 0,-3-4 0 0 0,-3-1-32 0 0,-3-3-160 0 0,-3 1-672 0 0,3 3-800 0 0,0-2-1856 0 0,0 1 3520 0 0,-2-3 0 0 0,9-11 0 0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10"/>
    </inkml:context>
    <inkml:brush xml:id="br0">
      <inkml:brushProperty name="width" value="0.1" units="cm"/>
      <inkml:brushProperty name="height" value="0.1" units="cm"/>
    </inkml:brush>
  </inkml:definitions>
  <inkml:trace contextRef="#ctx0" brushRef="#br0">5477 18791 1055 0 0,'9'-5'2560'0'0,"8"-1"-1824"0"0,0-4-288 0 0,3-1-32 0 0,-3-3-64 0 0,1-3 128 0 0,-3-4-320 0 0,-4-2-64 0 0,1 2 0 0 0,-2 0-64 0 0,2 0 32 0 0,-1-2-32 0 0,2 3-32 0 0,4 6 32 0 0,-2-1-32 0 0,2 4 32 0 0,-2-2-32 0 0,0 1 64 0 0,3 4 320 0 0,-1-3-32 0 0,0 2 0 0 0,2 2 672 0 0,-2-3-384 0 0,0 1-320 0 0,2 1-160 0 0,3 3-96 0 0,2 2-32 0 0,1 1 0 0 0,1 2 128 0 0,-4-5-64 0 0,-1-1 32 0 0,1 1 64 0 0,0 1 0 0 0,2 1-64 0 0,-4-4-64 0 0,0 0-32 0 0,1 1 32 0 0,1 2 0 0 0,2 0 0 0 0,1 3-32 0 0,1-5 0 0 0,0 0 0 0 0,1 0-32 0 0,0 2 0 0 0,0 1 0 0 0,-4 6 0 0 0,-2 2 0 0 0,0 0 0 0 0,1 0 0 0 0,-3 3 0 0 0,0 0 0 0 0,1 0 0 0 0,1 1 0 0 0,3 1 0 0 0,1 2 0 0 0,1 0 0 0 0,0 2 0 0 0,1-2-32 0 0,0-2-128 0 0,5 1-416 0 0,1 0-736 0 0,0-4-2496 0 0,-1-1 3808 0 0,-7-3 0 0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11"/>
    </inkml:context>
    <inkml:brush xml:id="br0">
      <inkml:brushProperty name="width" value="0.1" units="cm"/>
      <inkml:brushProperty name="height" value="0.1" units="cm"/>
    </inkml:brush>
  </inkml:definitions>
  <inkml:trace contextRef="#ctx0" brushRef="#br0">6773 18480 1791 0 0,'0'-9'5856'0'0,"0"-8"-5504"0"0,5 0-128 0 0,1-3-192 0 0,4 3 0 0 0,6-1-32 0 0,3 3 32 0 0,0-1 0 0 0,0 3-32 0 0,2 3 64 0 0,-2-1 0 0 0,-1 2 0 0 0,2-3 96 0 0,2 1-96 0 0,1-3 0 0 0,2 2-32 0 0,1 3 0 0 0,1-3 0 0 0,0 2-32 0 0,0-2 0 0 0,0 1 32 0 0,0 2-32 0 0,0-2 0 0 0,5 1 96 0 0,1-2 64 0 0,-1 0 0 0 0,0 3 0 0 0,-2 3-32 0 0,-1-2 0 0 0,3-1-32 0 0,2 3-32 0 0,3-3 32 0 0,0 0-64 0 0,-1 2 0 0 0,-8-3-32 0 0,-3 0 32 0 0,-1 3-32 0 0,-1-3 32 0 0,0 0 0 0 0,2-2 0 0 0,0 1 0 0 0,1-3-32 0 0,0 2 32 0 0,1-3-32 0 0,0 3 32 0 0,0 2-32 0 0,0 3 0 0 0,0 3 0 0 0,0 2 32 0 0,-5-3-32 0 0,-1-1 32 0 0,0 1 0 0 0,1-4 0 0 0,1 0 0 0 0,2 2 32 0 0,1-3-32 0 0,0 0 0 0 0,1-2 0 0 0,0 0-32 0 0,0 3 32 0 0,0 3-32 0 0,0-3 0 0 0,0 1 32 0 0,0 1-32 0 0,0-2 0 0 0,0-4 32 0 0,-1-1-32 0 0,-3-1 0 0 0,-3 1 0 0 0,-3-2 0 0 0,-1 3 0 0 0,-3-2 0 0 0,1 2 0 0 0,-2-1 32 0 0,2 1-32 0 0,-2-1 0 0 0,1 1 0 0 0,4-1 0 0 0,3 2 0 0 0,3 2 0 0 0,2 3 32 0 0,1 4-32 0 0,1 1 0 0 0,-4-3 0 0 0,-1-1 32 0 0,-1 0 0 0 0,2 2 64 0 0,0 2 64 0 0,2 0 0 0 0,-3-3-128 0 0,-2-2 32 0 0,1 2-32 0 0,1-4-32 0 0,-3-5 0 0 0,-9 0 0 0 0,-2 7 0 0 0,-2 10 0 0 0,-2 8 0 0 0,2 2 0 0 0,1 5 0 0 0,3-3 0 0 0,1 3 0 0 0,-3 1 0 0 0,3-2 0 0 0,-1 1 0 0 0,-6 2-32 0 0,-9-3 0 0 0,-8-4 32 0 0,-6 0 0 0 0,-5-2 0 0 0,2 2 0 0 0,0-1-32 0 0,0-4-32 0 0,-2-2-1120 0 0,-1-2-2816 0 0,-1-2 4000 0 0,5-2 0 0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12"/>
    </inkml:context>
    <inkml:brush xml:id="br0">
      <inkml:brushProperty name="width" value="0.1" units="cm"/>
      <inkml:brushProperty name="height" value="0.1" units="cm"/>
    </inkml:brush>
  </inkml:definitions>
  <inkml:trace contextRef="#ctx0" brushRef="#br0">8762 17806 1599 0 0,'9'10'5024'0'0,"4"6"-4992"0"0,-2 6 128 0 0,-2 4 192 0 0,-2 2 64 0 0,-3 0-224 0 0,-2 1 32 0 0,-1-1 0 0 0,-1 0-64 0 0,0 0 128 0 0,-1-10-96 0 0,-4-12-160 0 0,-1-12 0 0 0,-5-5 256 0 0,-4 0 64 0 0,-5 1-224 0 0,-3 3-64 0 0,-3 2-64 0 0,0 7 0 0 0,-2 2 32 0 0,0 2-32 0 0,1 3 0 0 0,-1-3-32 0 0,1-4 0 0 0,0-2-64 0 0,0 0-512 0 0,0-1-800 0 0,0 0 1408 0 0,0 4 0 0 0,5 3 0 0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13"/>
    </inkml:context>
    <inkml:brush xml:id="br0">
      <inkml:brushProperty name="width" value="0.1" units="cm"/>
      <inkml:brushProperty name="height" value="0.1" units="cm"/>
    </inkml:brush>
  </inkml:definitions>
  <inkml:trace contextRef="#ctx0" brushRef="#br0">6721 19463 2783 0 0,'-5'-9'4128'0'0,"-1"-8"-4096"0"0,0-5 0 0 0,2-4 0 0 0,0-1 0 0 0,7 3 96 0 0,2 1 128 0 0,5 1 64 0 0,5-2 96 0 0,5 0 32 0 0,3-1-32 0 0,3-1-32 0 0,1-1-96 0 0,1 1-64 0 0,0-1-96 0 0,-1 0-32 0 0,1-5-32 0 0,-1-1-32 0 0,0 1 32 0 0,0-4-64 0 0,0-1 96 0 0,4 3 0 0 0,2-3 64 0 0,4 0 64 0 0,5-2 0 0 0,9 0 64 0 0,5 3 64 0 0,2 3-96 0 0,-9 2 128 0 0,-8 7-128 0 0,-6 2-160 0 0,-5 1 0 0 0,-3 4-64 0 0,3-4-32 0 0,1-4 0 0 0,0-1 0 0 0,4-1-32 0 0,0-1-64 0 0,-1 0-128 0 0,-2 0-192 0 0,3 1-224 0 0,4-5-352 0 0,1-1-448 0 0,-2 5-1152 0 0,-4 2 2592 0 0,-2 2 0 0 0,-7 4 0 0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14"/>
    </inkml:context>
    <inkml:brush xml:id="br0">
      <inkml:brushProperty name="width" value="0.1" units="cm"/>
      <inkml:brushProperty name="height" value="0.1" units="cm"/>
    </inkml:brush>
  </inkml:definitions>
  <inkml:trace contextRef="#ctx0" brushRef="#br0">3969 17652 991 0 0,'-4'-14'2848'0'0,"2"-8"-1024"0"0,7-6-544 0 0,7 2-1184 0 0,1 10-32 0 0,3 8-64 0 0,4 5 224 0 0,-2-1 64 0 0,0-1 192 0 0,-2-3-288 0 0,-4-5 416 0 0,-5-5-224 0 0,-7 1-128 0 0,-4 7-256 0 0,-6 10 0 0 0,-1 10 0 0 0,1 8 0 0 0,-2 1 0 0 0,1 1 32 0 0,-2-2-32 0 0,0 0 0 0 0,-1-3 32 0 0,-3-4 0 0 0,1 0 0 0 0,4-5 288 0 0,3-9-32 0 0,4-9 64 0 0,2-6-192 0 0,2-5-32 0 0,1-3 32 0 0,1-2-96 0 0,0 0 0 0 0,-1-1 64 0 0,1 10 352 0 0,-1 13-480 0 0,1 11 0 0 0,-1 10 32 0 0,-5 2 32 0 0,-1-6 448 0 0,0-10-288 0 0,2-9-32 0 0,0-8-128 0 0,2-6 64 0 0,1-4-64 0 0,5-2 32 0 0,2 9 0 0 0,0 11 32 0 0,-5 13-96 0 0,-4 9 64 0 0,0 7 0 0 0,-1 5-32 0 0,1 2 64 0 0,1 1-96 0 0,6-5 0 0 0,6-6 224 0 0,1-10 64 0 0,4-8-128 0 0,-1-7 0 0 0,-2-7 0 0 0,0-2-32 0 0,-1-3-64 0 0,2-1 64 0 0,-1-4-128 0 0,-3-1-32 0 0,-3-1-32 0 0,-7 4 0 0 0,-7 5 0 0 0,-4 11 32 0 0,2 10 0 0 0,1 10 0 0 0,-1 6 0 0 0,0 5 0 0 0,2 2 0 0 0,3 2 0 0 0,2 0 0 0 0,1 0 32 0 0,1-1-32 0 0,1-9 32 0 0,1-13-32 0 0,-1-12 32 0 0,5-5-4992 0 0,6 0 4960 0 0,1 1 0 0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15"/>
    </inkml:context>
    <inkml:brush xml:id="br0">
      <inkml:brushProperty name="width" value="0.1" units="cm"/>
      <inkml:brushProperty name="height" value="0.1" units="cm"/>
    </inkml:brush>
  </inkml:definitions>
  <inkml:trace contextRef="#ctx0" brushRef="#br0">5107 17174 1983 0 0,'-4'-9'4640'0'0,"-7"-3"-352"0"0,-1 5-4288 0 0,2 8 32 0 0,7 9 0 0 0,3 7-32 0 0,3 5 32 0 0,5-1 64 0 0,0 0 96 0 0,5-3 0 0 0,4-4 224 0 0,3-6-224 0 0,4-3 288 0 0,2-3-128 0 0,-4-6-224 0 0,-1-7-32 0 0,-3-7-32 0 0,-6-3 0 0 0,-4-5-32 0 0,-9-5-32 0 0,-8-8 32 0 0,-7-1-32 0 0,-6 2-64 0 0,-3 7 64 0 0,-3 8 0 0 0,0 9 0 0 0,4 2 0 0 0,2 3 0 0 0,0 8 0 0 0,3 13 32 0 0,6 8-32 0 0,9 7 64 0 0,5 2-64 0 0,3 2 32 0 0,5-1 32 0 0,6-1 32 0 0,4 0-32 0 0,4-1 32 0 0,3-5 128 0 0,1-11-160 0 0,-4-12-32 0 0,-6-11 32 0 0,-5-8-32 0 0,-6-5-32 0 0,-7 1 0 0 0,-5 1 32 0 0,-5-2-32 0 0,0 0 0 0 0,-4 3 0 0 0,1 11 32 0 0,3 10-32 0 0,8 11 32 0 0,4 7 0 0 0,7 6-32 0 0,2 3 32 0 0,4-3-32 0 0,-1-1 32 0 0,-2-9 96 0 0,-3-11-128 0 0,-8-11 32 0 0,-4-9-32 0 0,-5-1 0 0 0,-1-3 0 0 0,-4 4 0 0 0,-4 3 0 0 0,-4 5 0 0 0,3 8 32 0 0,4 9 320 0 0,9 7-224 0 0,10 2 0 0 0,5-7-768 0 0,-5-10-992 0 0,-2-9 1632 0 0,-6-12 0 0 0,-2-3 0 0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10:46.764"/>
    </inkml:context>
    <inkml:brush xml:id="br0">
      <inkml:brushProperty name="width" value="0.1" units="cm"/>
      <inkml:brushProperty name="height" value="0.1" units="cm"/>
    </inkml:brush>
  </inkml:definitions>
  <inkml:trace contextRef="#ctx0" brushRef="#br0">12673 4912 16383 0 0,'0'0'0'0'0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12:10.877"/>
    </inkml:context>
    <inkml:brush xml:id="br0">
      <inkml:brushProperty name="width" value="0.1" units="cm"/>
      <inkml:brushProperty name="height" value="0.1" units="cm"/>
    </inkml:brush>
  </inkml:definitions>
  <inkml:trace contextRef="#ctx0" brushRef="#br0">16651 5074 16383 0 0,'0'0'0'0'0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12:11.425"/>
    </inkml:context>
    <inkml:brush xml:id="br0">
      <inkml:brushProperty name="width" value="0.1" units="cm"/>
      <inkml:brushProperty name="height" value="0.1" units="cm"/>
    </inkml:brush>
  </inkml:definitions>
  <inkml:trace contextRef="#ctx0" brushRef="#br0">16986 4495 16383 0 0,'2'4'0'0'0,"1"1"0"0"0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8T02:25:21.813"/>
    </inkml:context>
    <inkml:brush xml:id="br0">
      <inkml:brushProperty name="width" value="0.1" units="cm"/>
      <inkml:brushProperty name="height" value="0.1" units="cm"/>
    </inkml:brush>
  </inkml:definitions>
  <inkml:trace contextRef="#ctx0" brushRef="#br0">30769 10046 16383 0 0,'0'1'0'0'0,"-1"2"0"0"0,-7 0 0 0 0,-26-1 0 0 0,-45 0 0 0 0,-55-1 0 0 0,-48 0 0 0 0,-40 0 0 0 0,-34-1 0 0 0,-28-3 0 0 0,-28-6 0 0 0,-20-15 0 0 0,-9-17 0 0 0,0-15 0 0 0,3-11 0 0 0,3-10 0 0 0,5-3 0 0 0,1-2 0 0 0,-6 2 0 0 0,3 4 0 0 0,6 7 0 0 0,14 9 0 0 0,17 11 0 0 0,16 7 0 0 0,14 6 0 0 0,11 3 0 0 0,8 0 0 0 0,3-2 0 0 0,4-2 0 0 0,4-3 0 0 0,4-2 0 0 0,11 2 0 0 0,11 3 0 0 0,10 4 0 0 0,10 7 0 0 0,10 5 0 0 0,9 5 0 0 0,10 4 0 0 0,7 0 0 0 0,6 1 0 0 0,6-4 0 0 0,4-4 0 0 0,6-5 0 0 0,6-5 0 0 0,7-4 0 0 0,11-2 0 0 0,12 1 0 0 0,13 4 0 0 0,12 4 0 0 0,10 4 0 0 0,7 4 0 0 0,2 3 0 0 0,-3 3 0 0 0,-6-1 0 0 0,-8 1 0 0 0,-4-2 0 0 0,-5 1 0 0 0,-3 2 0 0 0,3 4 0 0 0,1 2 0 0 0,4 1 0 0 0,4 0 0 0 0,3-1 0 0 0,1-3 0 0 0,-3-2 0 0 0,-3-4 0 0 0,-7-3 0 0 0,-4-6 0 0 0,-6-4 0 0 0,-2-3 0 0 0,1 0 0 0 0,3 0 0 0 0,4 4 0 0 0,7 2 0 0 0,5 4 0 0 0,1 4 0 0 0,0 2 0 0 0,-1 0 0 0 0,-1 1 0 0 0,-2 2 0 0 0,-1 1 0 0 0,-2 0 0 0 0,0 0 0 0 0,-1-1 0 0 0,1 1 0 0 0,2-1 0 0 0,-3-1 0 0 0,-2-2 0 0 0,-4-2 0 0 0,-7-3 0 0 0,-7-3 0 0 0,-7-4 0 0 0,-6-2 0 0 0,-4 1 0 0 0,0 2 0 0 0,3 3 0 0 0,6 6 0 0 0,8 6 0 0 0,7 3 0 0 0,2 1 0 0 0,0 0 0 0 0,-2-2 0 0 0,-4-3 0 0 0,-5-1 0 0 0,-2-3 0 0 0,1-2 0 0 0,2 0 0 0 0,5 1 0 0 0,7 2 0 0 0,7 1 0 0 0,4 3 0 0 0,2 0 0 0 0,-2 4 0 0 0,-5 1 0 0 0,-6 3 0 0 0,-4 1 0 0 0,-4 0 0 0 0,-1 2 0 0 0,-1-1 0 0 0,2 0 0 0 0,1-1 0 0 0,2-3 0 0 0,2-3 0 0 0,6-2 0 0 0,6-1 0 0 0,3-2 0 0 0,5-1 0 0 0,2 0 0 0 0,6 2 0 0 0,4 3 0 0 0,4 2 0 0 0,4 2 0 0 0,4-1 0 0 0,4 1 0 0 0,5 1 0 0 0,5 1 0 0 0,3 1 0 0 0,5 0 0 0 0,3 1 0 0 0,3 0 0 0 0,3-1 0 0 0,3-5 0 0 0,4-11-16383 0 0,3-3 16383 0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8T02:25:21.814"/>
    </inkml:context>
    <inkml:brush xml:id="br0">
      <inkml:brushProperty name="width" value="0.1" units="cm"/>
      <inkml:brushProperty name="height" value="0.1" units="cm"/>
    </inkml:brush>
  </inkml:definitions>
  <inkml:trace contextRef="#ctx0" brushRef="#br0">11071 8687 16383 0 0,'5'0'0'0'0,"24"0"0"0"0,49 0 0 0 0,71 0 0 0 0,79 0 0 0 0,77 0 0 0 0,57 0 0 0 0,31 0 0 0 0,13 4 0 0 0,-4 12 0 0 0,-16 17 0 0 0,-25 15 0 0 0,-36 8 0 0 0,-29 5 0 0 0,-22 0 0 0 0,-14 0 0 0 0,-1 0 0 0 0,5 0 0 0 0,0 1 0 0 0,-2 0 0 0 0,-5 1 0 0 0,-12-4 0 0 0,-18-5 0 0 0,-18-4 0 0 0,-18-5 0 0 0,-14-3 0 0 0,-12-1 0 0 0,-7-2 0 0 0,-6 0 0 0 0,-9 3 0 0 0,-8 1 0 0 0,-7 1 0 0 0,-7 1 0 0 0,-4 1 0 0 0,0 2 0 0 0,-1 1 0 0 0,1 0 0 0 0,-1 1 0 0 0,-2 2 0 0 0,-2-2 0 0 0,-2-2 0 0 0,-2-2 0 0 0,-3-2 0 0 0,1 0 0 0 0,5 3 0 0 0,6 2 0 0 0,7 4 0 0 0,6 4 0 0 0,5 4 0 0 0,4 6 0 0 0,1 3 0 0 0,2 4 0 0 0,1 3 0 0 0,3 7 0 0 0,1 5 0 0 0,3 6 0 0 0,6 8 0 0 0,15 13 0 0 0,18 14 0 0 0,11 6 0 0 0,6 0 0 0 0,-1-7 0 0 0,-11-15 0 0 0,-20-19 0 0 0,-24-20 0 0 0,-24-17 0 0 0,-19-13 0 0 0,-12-7 0 0 0,-1-6 0 0 0,8-4 0 0 0,16 1 0 0 0,20 4 0 0 0,19 5 0 0 0,16 5 0 0 0,6 3 0 0 0,-6-1 0 0 0,-16 0 0 0 0,-22-5 0 0 0,-21-4 0 0 0,-14-5 0 0 0,-8-5 0 0 0,-3-3 0 0 0,2-1 0 0 0,2 1 0 0 0,0 1 0 0 0,-4 0 0 0 0,-2 1 0 0 0,-4 2 0 0 0,-3 1 0 0 0,1 3 0 0 0,-1 0 0 0 0,0-1 0 0 0,-6-1 0 0 0,-7 0 0 0 0,-10-4 0 0 0,-8-2 0 0 0,-10-2 0 0 0,-8-4 0 0 0,-8-1 0 0 0,-7 0 0 0 0,-4 1 0 0 0,-2 0 0 0 0,0 0 0 0 0,1-2 0 0 0,0-1 0 0 0,0-1 0 0 0,-1-2 0 0 0,2-1 0 0 0,-1 0 0 0 0,0 1 0 0 0,0 1 0 0 0,0 1 0 0 0,-1 0 0 0 0,0 0 0 0 0,-1 0 0 0 0,-2-3 0 0 0,-1-3 0 0 0,-1-4 0 0 0,-6-14 0 0 0,-11-18 0 0 0,-4-5 0 0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8T02:25:21.815"/>
    </inkml:context>
    <inkml:brush xml:id="br0">
      <inkml:brushProperty name="width" value="0.1" units="cm"/>
      <inkml:brushProperty name="height" value="0.1" units="cm"/>
    </inkml:brush>
  </inkml:definitions>
  <inkml:trace contextRef="#ctx0" brushRef="#br0">12237 11528 16383 0 0,'2'0'0'0'0,"7"0"0"0"0,20 0 0 0 0,39 0 0 0 0,46 0 0 0 0,49 1 0 0 0,50 5 0 0 0,47 11 0 0 0,40 14 0 0 0,29 13 0 0 0,17 12 0 0 0,8 8 0 0 0,3 6 0 0 0,-4 4 0 0 0,-15 2 0 0 0,-21-2 0 0 0,-19-3 0 0 0,-21-5 0 0 0,-25-5 0 0 0,-26-5 0 0 0,-26-9 0 0 0,-17-6 0 0 0,2-6 0 0 0,16-2 0 0 0,25 3 0 0 0,28 2 0 0 0,28 3 0 0 0,25 3 0 0 0,13 2 0 0 0,0 1 0 0 0,-7 0 0 0 0,-15-3 0 0 0,-22-2 0 0 0,-23-3 0 0 0,-21-4 0 0 0,-15-1 0 0 0,-6-3 0 0 0,3-1 0 0 0,5-3 0 0 0,7-2 0 0 0,3-1 0 0 0,2-4 0 0 0,1-3 0 0 0,-4-3 0 0 0,-3-2 0 0 0,-5-1 0 0 0,-3-3 0 0 0,-7-2 0 0 0,-8-3 0 0 0,-9-2 0 0 0,-3 0 0 0 0,-1-1 0 0 0,4-1 0 0 0,7 1 0 0 0,8-1 0 0 0,8 1 0 0 0,7 0 0 0 0,3 0 0 0 0,-2-4 0 0 0,-5-6 0 0 0,-10-4 0 0 0,-13-2 0 0 0,-13 1 0 0 0,-11 2 0 0 0,-11 1 0 0 0,-7 0 0 0 0,-4-1 0 0 0,1-2 0 0 0,5-1 0 0 0,8 0 0 0 0,8 1 0 0 0,5 2 0 0 0,1 0 0 0 0,2 2 0 0 0,-1-1 0 0 0,-3-4 0 0 0,-1-4 0 0 0,-1-3 0 0 0,-1-1 0 0 0,-5 2 0 0 0,-10 0 0 0 0,-11 0 0 0 0,-10 1 0 0 0,-7-1 0 0 0,-3-3 0 0 0,-5-2 0 0 0,-3-1 0 0 0,-10 1 0 0 0,-12 4 0 0 0,-15 4 0 0 0,-12 4 0 0 0,-7 3 0 0 0,-1 0 0 0 0,1 0 0 0 0,7-2 0 0 0,9-3 0 0 0,8-4 0 0 0,6-1 0 0 0,1-2 0 0 0,-8 1 0 0 0,-12 2 0 0 0,-14 2 0 0 0,-14 3 0 0 0,-10 2 0 0 0,-8 2 0 0 0,-5 1 0 0 0,-1-2 0 0 0,-1 0 0 0 0,0-1 0 0 0,2-2 0 0 0,1-2 0 0 0,3 1 0 0 0,-1 2 0 0 0,0 3 0 0 0,-7 4 0 0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8T02:25:21.816"/>
    </inkml:context>
    <inkml:brush xml:id="br0">
      <inkml:brushProperty name="width" value="0.1" units="cm"/>
      <inkml:brushProperty name="height" value="0.1" units="cm"/>
    </inkml:brush>
  </inkml:definitions>
  <inkml:trace contextRef="#ctx0" brushRef="#br0">28595 14043 16383 0 0,'0'1'0'0'0,"-6"1"0"0"0,-24 1 0 0 0,-49 0 0 0 0,-66-2 0 0 0,-66 1 0 0 0,-50-2 0 0 0,-24 1 0 0 0,-4-1 0 0 0,6 0 0 0 0,16 0 0 0 0,21 0 0 0 0,25 0 0 0 0,23-2 0 0 0,19-2 0 0 0,12-2 0 0 0,5-2 0 0 0,-1-3 0 0 0,-3-3 0 0 0,-4-3 0 0 0,-7-3 0 0 0,-5-2 0 0 0,-7-5 0 0 0,-5-3 0 0 0,-3-4 0 0 0,-2-5 0 0 0,-1-2 0 0 0,-3-5 0 0 0,-3-2 0 0 0,-4-5 0 0 0,-4-6 0 0 0,-5-5 0 0 0,-2-4 0 0 0,2-3 0 0 0,5 0 0 0 0,10 2 0 0 0,13 6 0 0 0,13 4 0 0 0,13 4 0 0 0,9 3 0 0 0,7 3 0 0 0,3 0 0 0 0,3-1 0 0 0,0 3 0 0 0,0 2 0 0 0,1 3 0 0 0,3 1 0 0 0,1 0 0 0 0,0-1 0 0 0,1-1 0 0 0,-1-2 0 0 0,-2-5 0 0 0,-3-4 0 0 0,-5-10 0 0 0,-8-10 0 0 0,-13-16 0 0 0,-14-14 0 0 0,-12-6 0 0 0,-10-6 0 0 0,-7-1 0 0 0,-3 1 0 0 0,-1 2 0 0 0,0 1 0 0 0,3 1 0 0 0,4 1 0 0 0,3 2 0 0 0,3 0 0 0 0,4 0 0 0 0,9 6 0 0 0,13 6 0 0 0,13 8 0 0 0,14 7 0 0 0,14 9 0 0 0,8 5 0 0 0,5 6 0 0 0,-1 4 0 0 0,-3 5 0 0 0,-4 3 0 0 0,-2 2 0 0 0,2 3 0 0 0,5 5 0 0 0,7 3 0 0 0,8 4 0 0 0,11 2 0 0 0,10 4 0 0 0,10 2 0 0 0,7 1 0 0 0,6 1 0 0 0,5 0 0 0 0,2-1 0 0 0,2 2 0 0 0,5 1 0 0 0,6 4 0 0 0,6 3 0 0 0,7 5 0 0 0,7 3 0 0 0,7 4 0 0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27:29.153"/>
    </inkml:context>
    <inkml:brush xml:id="br0">
      <inkml:brushProperty name="width" value="0.1" units="cm"/>
      <inkml:brushProperty name="height" value="0.1" units="cm"/>
    </inkml:brush>
  </inkml:definitions>
  <inkml:trace contextRef="#ctx0" brushRef="#br0">13735 7800 16383 0 0,'-1'0'0'0'0,"-10"0"0"0"0,-49-16 0 0 0,-107-30 0 0 0,-160-32 0 0 0,-192-33 0 0 0,-175-24 0 0 0,-125-15 0 0 0,-60-5 0 0 0,15 7 0 0 0,67 13 0 0 0,84 10 0 0 0,84 5 0 0 0,81 2 0 0 0,73-4 0 0 0,71-3 0 0 0,71 3 0 0 0,66 7 0 0 0,55 11 0 0 0,48 11 0 0 0,37 14 0 0 0,29 11 0 0 0,20 10 0 0 0,14 9 0 0 0,12 10 0 0 0,10 9 0 0 0,9 8 0 0 0,8 9 0 0 0,7 6 0 0 0,7 4 0 0 0,8 4 0 0 0,10 4 0 0 0,8 4-16383 0 0,2 1 16383 0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24:53.471"/>
    </inkml:context>
    <inkml:brush xml:id="br0">
      <inkml:brushProperty name="width" value="0.1" units="cm"/>
      <inkml:brushProperty name="height" value="0.1" units="cm"/>
    </inkml:brush>
  </inkml:definitions>
  <inkml:trace contextRef="#ctx0" brushRef="#br0">18207 9719 16383 0 0,'-1'0'0'0'0,"-5"0"0"0"0,-16-2 0 0 0,-22-6 0 0 0,-21-10 0 0 0,-15-7 0 0 0,-6-1 0 0 0,2 4 0 0 0,7 5 0 0 0,5 5 0 0 0,2 5 0 0 0,-1 4 0 0 0,-1 2 0 0 0,-5 4 0 0 0,-5 4 0 0 0,-11 3 0 0 0,-14-1 0 0 0,-15-1 0 0 0,-15-3 0 0 0,-11-2 0 0 0,-5-1 0 0 0,-3-6 0 0 0,0-7 0 0 0,2-9 0 0 0,4-8 0 0 0,8-6 0 0 0,11-4 0 0 0,16-1 0 0 0,17 1 0 0 0,13 0 0 0 0,11 1 0 0 0,8 2 0 0 0,7 1 0 0 0,7 0 0 0 0,6 2 0 0 0,4 0 0 0 0,3-1 0 0 0,3 0 0 0 0,2 1 0 0 0,2 1 0 0 0,2 2 0 0 0,1 3 0 0 0,1 4 0 0 0,2 3 0 0 0,2 3 0 0 0,0 3 0 0 0,-1 0 0 0 0,0 2 0 0 0,1 0 0 0 0,-1 2 0 0 0,-1 0 0 0 0,0 2 0 0 0,-2 1 0 0 0,-1 0 0 0 0,-3 0 0 0 0,-6 1 0 0 0,-8 0 0 0 0,-10-1 0 0 0,-10-1 0 0 0,-9-2 0 0 0,-4-2 0 0 0,-1 0 0 0 0,-1-2 0 0 0,1-1 0 0 0,0-2 0 0 0,1 0 0 0 0,3 1 0 0 0,4 2 0 0 0,2 1 0 0 0,4 3 0 0 0,2 0 0 0 0,2 1 0 0 0,0 1 0 0 0,-1-1 0 0 0,-4-1 0 0 0,-3-2 0 0 0,-3 0 0 0 0,-1-1 0 0 0,-3 1 0 0 0,-5 0 0 0 0,-6 1 0 0 0,-7-1 0 0 0,-7 2 0 0 0,-9 0 0 0 0,-10 1 0 0 0,-12 1 0 0 0,-10 2 0 0 0,-8 2 0 0 0,-12-1 0 0 0,-10 0 0 0 0,-13 0 0 0 0,-17 0 0 0 0,-15-4 0 0 0,-19-1 0 0 0,-24-1 0 0 0,-26 0 0 0 0,-14 2 0 0 0,3 0 0 0 0,14 1 0 0 0,21 0 0 0 0,27 0 0 0 0,32 1 0 0 0,30 1 0 0 0,31 2 0 0 0,26-1 0 0 0,20 0 0 0 0,15-2 0 0 0,14 1 0 0 0,9 1 0 0 0,11 1 0 0 0,7 2 0 0 0,9 0 0 0 0,4 1 0 0 0,5 0 0 0 0,1 0 0 0 0,2 0 0 0 0,-1 0 0 0 0,-3 0 0 0 0,-3 1 0 0 0,-4-1 0 0 0,-4 0 0 0 0,-2 0 0 0 0,0 0 0 0 0,3 0 0 0 0,4 0 0 0 0,6-2 0 0 0,6-5 0 0 0,7-3 0 0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24:53.472"/>
    </inkml:context>
    <inkml:brush xml:id="br0">
      <inkml:brushProperty name="width" value="0.1" units="cm"/>
      <inkml:brushProperty name="height" value="0.1" units="cm"/>
    </inkml:brush>
  </inkml:definitions>
  <inkml:trace contextRef="#ctx0" brushRef="#br0">18075 10471 16383 0 0,'-2'0'0'0'0,"-8"0"0"0"0,-15 1 0 0 0,-31 6 0 0 0,-45 13 0 0 0,-41 14 0 0 0,-41 14 0 0 0,-36 16 0 0 0,-21 11 0 0 0,-2 5 0 0 0,9-1 0 0 0,9-6 0 0 0,12-7 0 0 0,15-8 0 0 0,18-10 0 0 0,18-13 0 0 0,18-9 0 0 0,16-7 0 0 0,14-6 0 0 0,10 0 0 0 0,7 0 0 0 0,3 0 0 0 0,-4-1 0 0 0,-9-1 0 0 0,-12-3 0 0 0,-12-2 0 0 0,-14-3 0 0 0,-15-1 0 0 0,-15-3 0 0 0,-11-5 0 0 0,-11-11 0 0 0,-8-11 0 0 0,-2-9 0 0 0,4-7 0 0 0,8-3 0 0 0,14-1 0 0 0,18 1 0 0 0,16 3 0 0 0,15 5 0 0 0,16 5 0 0 0,12 5 0 0 0,8 5 0 0 0,3 5 0 0 0,0 3 0 0 0,-3-2 0 0 0,-3-2 0 0 0,0-2 0 0 0,-1-3 0 0 0,2-1 0 0 0,-1-1 0 0 0,-3 0 0 0 0,-7 1 0 0 0,-9-2 0 0 0,-9-2 0 0 0,-5-2 0 0 0,-1-1 0 0 0,-2-4 0 0 0,0-4 0 0 0,-2-5 0 0 0,-3-8 0 0 0,-6-7 0 0 0,-7-7 0 0 0,-2-5 0 0 0,1-1 0 0 0,2 1 0 0 0,4 2 0 0 0,7-1 0 0 0,8-2 0 0 0,7-3 0 0 0,10-4 0 0 0,8-3 0 0 0,11 0 0 0 0,8 3 0 0 0,9 5 0 0 0,8 7 0 0 0,4 11 0 0 0,5 9 0 0 0,5 10 0 0 0,5 7 0 0 0,5 8 0 0 0,5 2 0 0 0,4 3 0 0 0,4 2 0 0 0,5 0 0 0 0,2 1 0 0 0,3 0 0 0 0,1 0 0 0 0,2 0 0 0 0,-1 0 0 0 0,2-2 0 0 0,-1 0 0 0 0,-1 1 0 0 0,2 0 0 0 0,0 1 0 0 0,-3-3 0 0 0,-3-3 0 0 0,-2-2 0 0 0,-1 0 0 0 0,1-1 0 0 0,2 1 0 0 0,0 1 0 0 0,3 1 0 0 0,1 2 0 0 0,2 0 0 0 0,4 2 0 0 0,2 1 0 0 0,2 4 0 0 0,3 2 0 0 0,3 3 0 0 0,1 0 0 0 0,0 2 0 0 0,2-1 0 0 0,1 0 0 0 0,0-1 0 0 0,2 0 0 0 0,0 1 0 0 0,0 1 0 0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24:53.473"/>
    </inkml:context>
    <inkml:brush xml:id="br0">
      <inkml:brushProperty name="width" value="0.1" units="cm"/>
      <inkml:brushProperty name="height" value="0.1" units="cm"/>
    </inkml:brush>
  </inkml:definitions>
  <inkml:trace contextRef="#ctx0" brushRef="#br0">12197 9597 16383 0 0,'0'0'0'0'0,"-1"2"0"0"0,-9 1 0 0 0,-26-1 0 0 0,-45-1 0 0 0,-54-1 0 0 0,-51-4 0 0 0,-39-10 0 0 0,-24-10 0 0 0,-14-12 0 0 0,-5-8 0 0 0,3-3 0 0 0,7 0 0 0 0,5 2 0 0 0,12 4 0 0 0,16 6 0 0 0,14 2 0 0 0,15 3 0 0 0,15 3 0 0 0,16 1 0 0 0,13 1 0 0 0,11 2 0 0 0,10 0 0 0 0,7 1 0 0 0,7-2 0 0 0,6-1 0 0 0,6-1 0 0 0,5-2 0 0 0,8-2 0 0 0,8-4 0 0 0,10-1 0 0 0,9-2 0 0 0,10 1 0 0 0,9 2 0 0 0,7 2 0 0 0,4 1 0 0 0,5 4 0 0 0,2 1 0 0 0,3 3 0 0 0,2 2 0 0 0,2 3 0 0 0,3 4 0 0 0,2 2 0 0 0,3 2 0 0 0,0 3 0 0 0,1 0 0 0 0,0 1 0 0 0,1 0 0 0 0,1 1 0 0 0,3-2 0 0 0,2 0 0 0 0,1-2 0 0 0,1-1 0 0 0,0 2 0 0 0,0 0 0 0 0,0 1 0 0 0,-1 0 0 0 0,-2-3 0 0 0,0-4 0 0 0,-1-3 0 0 0,0-2 0 0 0,2 0 0 0 0,1 3 0 0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24:53.474"/>
    </inkml:context>
    <inkml:brush xml:id="br0">
      <inkml:brushProperty name="width" value="0.1" units="cm"/>
      <inkml:brushProperty name="height" value="0.1" units="cm"/>
    </inkml:brush>
  </inkml:definitions>
  <inkml:trace contextRef="#ctx0" brushRef="#br0">12021 10588 16383 0 0,'0'0'0'0'0,"-2"2"0"0"0,-13-7 0 0 0,-22-13 0 0 0,-28-19 0 0 0,-28-22 0 0 0,-24-19 0 0 0,-15-12 0 0 0,-4-6 0 0 0,4 3 0 0 0,11 9 0 0 0,14 12 0 0 0,15 13 0 0 0,14 13 0 0 0,12 9 0 0 0,9 8 0 0 0,6 4 0 0 0,5 3 0 0 0,5 3 0 0 0,3 1 0 0 0,3 1 0 0 0,2-1 0 0 0,2 1 0 0 0,0-1 0 0 0,-1-1 0 0 0,-1 0 0 0 0,-3 1 0 0 0,-1 1 0 0 0,-1 0 0 0 0,0 2 0 0 0,-2 3 0 0 0,0 1 0 0 0,-3-1 0 0 0,-2-1 0 0 0,-1 0 0 0 0,-2-3 0 0 0,0 0 0 0 0,-1 0 0 0 0,1 0 0 0 0,3 1 0 0 0,2 2 0 0 0,4-1 0 0 0,2-1 0 0 0,5 1 0 0 0,4 1 0 0 0,2 0 0 0 0,3 0 0 0 0,3 2 0 0 0,1 1 0 0 0,0 1 0 0 0,0-1 0 0 0,-1-1 0 0 0,1 0 0 0 0,-1 0 0 0 0,-2-3 0 0 0,-1-1 0 0 0,-1-2 0 0 0,-3-1 0 0 0,-1-2 0 0 0,-2 0 0 0 0,-3 0 0 0 0,-1 1 0 0 0,-5 1 0 0 0,-2 0 0 0 0,-3 0 0 0 0,-3 1 0 0 0,0-1 0 0 0,-1 0 0 0 0,1 0 0 0 0,0-2 0 0 0,1-1 0 0 0,0-2 0 0 0,1 0 0 0 0,1 1 0 0 0,2 2 0 0 0,1 2 0 0 0,-1 1 0 0 0,-1 2 0 0 0,-3 1 0 0 0,-2 2 0 0 0,-2 1 0 0 0,3 1 0 0 0,-7 1 0 0 0,-18-1 0 0 0,-17-3 0 0 0,-16-3 0 0 0,-10-3 0 0 0,-3-3 0 0 0,6 1 0 0 0,12 3 0 0 0,15 2 0 0 0,17 4 0 0 0,14 1 0 0 0,12 2 0 0 0,10 1 0 0 0,6 0 0 0 0,7 0 0 0 0,4 0 0 0 0,3-1 0 0 0,1-4 0 0 0,1-2 0 0 0,0-2 0 0 0,0-1 0 0 0,0 1 0 0 0,-1 0 0 0 0,2 3 0 0 0,0 2 0 0 0,2 2 0 0 0,0 3 0 0 0,0 2 0 0 0,0 1 0 0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24:53.475"/>
    </inkml:context>
    <inkml:brush xml:id="br0">
      <inkml:brushProperty name="width" value="0.1" units="cm"/>
      <inkml:brushProperty name="height" value="0.1" units="cm"/>
    </inkml:brush>
  </inkml:definitions>
  <inkml:trace contextRef="#ctx0" brushRef="#br0">16027 11774 16383 0 0,'-4'0'0'0'0,"-18"0"0"0"0,-50 0 0 0 0,-94 0 0 0 0,-136 0 0 0 0,-174 0 0 0 0,-185 0 0 0 0,-167 0 0 0 0,-99 0 0 0 0,-26 0 0 0 0,17-2 0 0 0,47-13 0 0 0,67-23 0 0 0,88-23 0 0 0,93-20 0 0 0,95-11 0 0 0,93 0 0 0 0,81 9 0 0 0,66 9 0 0 0,51 11 0 0 0,39 12 0 0 0,26 10 0 0 0,19 7 0 0 0,15 5 0 0 0,15 4 0 0 0,18 3 0 0 0,22 4 0 0 0,22 5 0 0 0,19 3 0 0 0,18 4 0 0 0,15 2 0 0 0,13 2 0 0 0,13 1 0 0 0,6 1 0 0 0</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60693E-6207-961A-27D3-BA5572E63F6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6B8784A3-B07D-CB07-0193-9C45816AA30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990879BE-22E6-124E-17FA-86A37A9C2208}"/>
              </a:ext>
            </a:extLst>
          </p:cNvPr>
          <p:cNvSpPr>
            <a:spLocks noGrp="1"/>
          </p:cNvSpPr>
          <p:nvPr>
            <p:ph type="dt" sz="half" idx="10"/>
          </p:nvPr>
        </p:nvSpPr>
        <p:spPr/>
        <p:txBody>
          <a:bodyPr/>
          <a:lstStyle/>
          <a:p>
            <a:fld id="{585BAAA6-0493-4262-AD30-4183B33F0543}" type="datetimeFigureOut">
              <a:rPr lang="en-AU" smtClean="0"/>
              <a:t>15/09/2026</a:t>
            </a:fld>
            <a:endParaRPr lang="en-AU"/>
          </a:p>
        </p:txBody>
      </p:sp>
      <p:sp>
        <p:nvSpPr>
          <p:cNvPr id="5" name="Footer Placeholder 4">
            <a:extLst>
              <a:ext uri="{FF2B5EF4-FFF2-40B4-BE49-F238E27FC236}">
                <a16:creationId xmlns:a16="http://schemas.microsoft.com/office/drawing/2014/main" id="{F1380A8E-7415-76F6-A78A-C62AE9BAA008}"/>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EEE6339C-B0C4-1E62-89DB-C58D8D1EB672}"/>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14903471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96D790-479E-FB2C-B09D-93E7C5825A86}"/>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670E0CD6-F134-7BDE-ABF1-79CF398953B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006FB849-8FCB-70AF-BDA1-61AE7574B25B}"/>
              </a:ext>
            </a:extLst>
          </p:cNvPr>
          <p:cNvSpPr>
            <a:spLocks noGrp="1"/>
          </p:cNvSpPr>
          <p:nvPr>
            <p:ph type="dt" sz="half" idx="10"/>
          </p:nvPr>
        </p:nvSpPr>
        <p:spPr/>
        <p:txBody>
          <a:bodyPr/>
          <a:lstStyle/>
          <a:p>
            <a:fld id="{585BAAA6-0493-4262-AD30-4183B33F0543}" type="datetimeFigureOut">
              <a:rPr lang="en-AU" smtClean="0"/>
              <a:t>15/09/2026</a:t>
            </a:fld>
            <a:endParaRPr lang="en-AU"/>
          </a:p>
        </p:txBody>
      </p:sp>
      <p:sp>
        <p:nvSpPr>
          <p:cNvPr id="5" name="Footer Placeholder 4">
            <a:extLst>
              <a:ext uri="{FF2B5EF4-FFF2-40B4-BE49-F238E27FC236}">
                <a16:creationId xmlns:a16="http://schemas.microsoft.com/office/drawing/2014/main" id="{5E752926-502E-8742-25E3-EE4872D664D1}"/>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A435BE01-3EAE-A0D6-DC32-3C4EF127E1A1}"/>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30560725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0B9CE4-966E-F69D-882C-2F66D5406B2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B9B822C8-53C5-A403-A41F-C15978F7875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36AB16C-512C-E5D4-8458-8DAEC2D5FEE0}"/>
              </a:ext>
            </a:extLst>
          </p:cNvPr>
          <p:cNvSpPr>
            <a:spLocks noGrp="1"/>
          </p:cNvSpPr>
          <p:nvPr>
            <p:ph type="dt" sz="half" idx="10"/>
          </p:nvPr>
        </p:nvSpPr>
        <p:spPr/>
        <p:txBody>
          <a:bodyPr/>
          <a:lstStyle/>
          <a:p>
            <a:fld id="{585BAAA6-0493-4262-AD30-4183B33F0543}" type="datetimeFigureOut">
              <a:rPr lang="en-AU" smtClean="0"/>
              <a:t>15/09/2026</a:t>
            </a:fld>
            <a:endParaRPr lang="en-AU"/>
          </a:p>
        </p:txBody>
      </p:sp>
      <p:sp>
        <p:nvSpPr>
          <p:cNvPr id="5" name="Footer Placeholder 4">
            <a:extLst>
              <a:ext uri="{FF2B5EF4-FFF2-40B4-BE49-F238E27FC236}">
                <a16:creationId xmlns:a16="http://schemas.microsoft.com/office/drawing/2014/main" id="{9ACD149A-CCC9-316B-F5B2-1D9721A25812}"/>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9659795F-932C-6C24-440F-27251F43EA74}"/>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3805666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81E770-3378-75BE-1EED-C98F3011EB88}"/>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8FBC8922-0AEF-D31B-3E1B-5C3944744FA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053D5E35-1C38-219D-6253-23D7052584D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2D4AC897-CD7E-BD66-F55B-7304A8D792B3}"/>
              </a:ext>
            </a:extLst>
          </p:cNvPr>
          <p:cNvSpPr>
            <a:spLocks noGrp="1"/>
          </p:cNvSpPr>
          <p:nvPr>
            <p:ph type="dt" sz="half" idx="10"/>
          </p:nvPr>
        </p:nvSpPr>
        <p:spPr/>
        <p:txBody>
          <a:bodyPr/>
          <a:lstStyle/>
          <a:p>
            <a:fld id="{585BAAA6-0493-4262-AD30-4183B33F0543}" type="datetimeFigureOut">
              <a:rPr lang="en-AU" smtClean="0"/>
              <a:t>15/09/2026</a:t>
            </a:fld>
            <a:endParaRPr lang="en-AU"/>
          </a:p>
        </p:txBody>
      </p:sp>
      <p:sp>
        <p:nvSpPr>
          <p:cNvPr id="6" name="Footer Placeholder 5">
            <a:extLst>
              <a:ext uri="{FF2B5EF4-FFF2-40B4-BE49-F238E27FC236}">
                <a16:creationId xmlns:a16="http://schemas.microsoft.com/office/drawing/2014/main" id="{1468B5C9-48C3-0090-95B9-A140A602E574}"/>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44DFC3AC-52E8-8F23-DAB5-345FE57EF01C}"/>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3921821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418B90-C596-DD37-58D8-BF8F44C23554}"/>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468267A7-7218-A6C8-2229-33D4F35698B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224471F-74EA-6723-E1C0-B2F6D72DF62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C106054E-CF8F-4E20-E08D-F9940E7706C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A24052C-89F2-D8FB-2E02-AE25B5012B9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CB779723-618B-EB71-ED91-02FB31A33867}"/>
              </a:ext>
            </a:extLst>
          </p:cNvPr>
          <p:cNvSpPr>
            <a:spLocks noGrp="1"/>
          </p:cNvSpPr>
          <p:nvPr>
            <p:ph type="dt" sz="half" idx="10"/>
          </p:nvPr>
        </p:nvSpPr>
        <p:spPr/>
        <p:txBody>
          <a:bodyPr/>
          <a:lstStyle/>
          <a:p>
            <a:fld id="{585BAAA6-0493-4262-AD30-4183B33F0543}" type="datetimeFigureOut">
              <a:rPr lang="en-AU" smtClean="0"/>
              <a:t>15/09/2026</a:t>
            </a:fld>
            <a:endParaRPr lang="en-AU"/>
          </a:p>
        </p:txBody>
      </p:sp>
      <p:sp>
        <p:nvSpPr>
          <p:cNvPr id="8" name="Footer Placeholder 7">
            <a:extLst>
              <a:ext uri="{FF2B5EF4-FFF2-40B4-BE49-F238E27FC236}">
                <a16:creationId xmlns:a16="http://schemas.microsoft.com/office/drawing/2014/main" id="{A38B54C0-35B4-121B-EEF8-544FDED5D565}"/>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8479A6F5-5FBF-7482-2E69-6E374E7669E8}"/>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21461290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830472-AC8A-60B9-1798-830C55CA5F37}"/>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35170EFE-84C9-B124-7676-BD3F647FBD48}"/>
              </a:ext>
            </a:extLst>
          </p:cNvPr>
          <p:cNvSpPr>
            <a:spLocks noGrp="1"/>
          </p:cNvSpPr>
          <p:nvPr>
            <p:ph type="dt" sz="half" idx="10"/>
          </p:nvPr>
        </p:nvSpPr>
        <p:spPr/>
        <p:txBody>
          <a:bodyPr/>
          <a:lstStyle/>
          <a:p>
            <a:fld id="{585BAAA6-0493-4262-AD30-4183B33F0543}" type="datetimeFigureOut">
              <a:rPr lang="en-AU" smtClean="0"/>
              <a:t>15/09/2026</a:t>
            </a:fld>
            <a:endParaRPr lang="en-AU"/>
          </a:p>
        </p:txBody>
      </p:sp>
      <p:sp>
        <p:nvSpPr>
          <p:cNvPr id="4" name="Footer Placeholder 3">
            <a:extLst>
              <a:ext uri="{FF2B5EF4-FFF2-40B4-BE49-F238E27FC236}">
                <a16:creationId xmlns:a16="http://schemas.microsoft.com/office/drawing/2014/main" id="{514FD78E-942F-0252-E54E-EB0A6A1A7D78}"/>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A73EC701-C906-71AE-8E7B-08B722152C8C}"/>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29940459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C8D4999-70E4-430C-679C-B6C1BD8CF70A}"/>
              </a:ext>
            </a:extLst>
          </p:cNvPr>
          <p:cNvSpPr>
            <a:spLocks noGrp="1"/>
          </p:cNvSpPr>
          <p:nvPr>
            <p:ph type="dt" sz="half" idx="10"/>
          </p:nvPr>
        </p:nvSpPr>
        <p:spPr/>
        <p:txBody>
          <a:bodyPr/>
          <a:lstStyle/>
          <a:p>
            <a:fld id="{585BAAA6-0493-4262-AD30-4183B33F0543}" type="datetimeFigureOut">
              <a:rPr lang="en-AU" smtClean="0"/>
              <a:t>15/09/2026</a:t>
            </a:fld>
            <a:endParaRPr lang="en-AU"/>
          </a:p>
        </p:txBody>
      </p:sp>
      <p:sp>
        <p:nvSpPr>
          <p:cNvPr id="3" name="Footer Placeholder 2">
            <a:extLst>
              <a:ext uri="{FF2B5EF4-FFF2-40B4-BE49-F238E27FC236}">
                <a16:creationId xmlns:a16="http://schemas.microsoft.com/office/drawing/2014/main" id="{B092EBBF-DC05-8F92-66DF-E389C28FB090}"/>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E8C7A34E-848E-6CB5-2037-8E2686F7F234}"/>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21604778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C9FEB8-D44A-A94C-6D96-A10D560859A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13F6F3F1-1949-2ECE-337C-75DA3DD9251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DD27F68C-D483-206F-86F0-B8AD1A3764B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394533C-26BE-85A3-1578-C1FD486B8BE4}"/>
              </a:ext>
            </a:extLst>
          </p:cNvPr>
          <p:cNvSpPr>
            <a:spLocks noGrp="1"/>
          </p:cNvSpPr>
          <p:nvPr>
            <p:ph type="dt" sz="half" idx="10"/>
          </p:nvPr>
        </p:nvSpPr>
        <p:spPr/>
        <p:txBody>
          <a:bodyPr/>
          <a:lstStyle/>
          <a:p>
            <a:fld id="{585BAAA6-0493-4262-AD30-4183B33F0543}" type="datetimeFigureOut">
              <a:rPr lang="en-AU" smtClean="0"/>
              <a:t>15/09/2026</a:t>
            </a:fld>
            <a:endParaRPr lang="en-AU"/>
          </a:p>
        </p:txBody>
      </p:sp>
      <p:sp>
        <p:nvSpPr>
          <p:cNvPr id="6" name="Footer Placeholder 5">
            <a:extLst>
              <a:ext uri="{FF2B5EF4-FFF2-40B4-BE49-F238E27FC236}">
                <a16:creationId xmlns:a16="http://schemas.microsoft.com/office/drawing/2014/main" id="{448C9B39-1905-0C9D-5976-8D4EE9340713}"/>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B9D38069-9681-3D3C-8922-C1DF3413C34B}"/>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12827884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8051B2-C676-0BB3-41BF-2DC2EA6A952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A9063321-2C7A-9FB7-7C89-0B9A4ECB5DB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B8F928BF-DAB0-5C67-AFE5-33708C6B74C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AF9F807-CAF2-70A3-754E-3B06461B2244}"/>
              </a:ext>
            </a:extLst>
          </p:cNvPr>
          <p:cNvSpPr>
            <a:spLocks noGrp="1"/>
          </p:cNvSpPr>
          <p:nvPr>
            <p:ph type="dt" sz="half" idx="10"/>
          </p:nvPr>
        </p:nvSpPr>
        <p:spPr/>
        <p:txBody>
          <a:bodyPr/>
          <a:lstStyle/>
          <a:p>
            <a:fld id="{585BAAA6-0493-4262-AD30-4183B33F0543}" type="datetimeFigureOut">
              <a:rPr lang="en-AU" smtClean="0"/>
              <a:t>15/09/2026</a:t>
            </a:fld>
            <a:endParaRPr lang="en-AU"/>
          </a:p>
        </p:txBody>
      </p:sp>
      <p:sp>
        <p:nvSpPr>
          <p:cNvPr id="6" name="Footer Placeholder 5">
            <a:extLst>
              <a:ext uri="{FF2B5EF4-FFF2-40B4-BE49-F238E27FC236}">
                <a16:creationId xmlns:a16="http://schemas.microsoft.com/office/drawing/2014/main" id="{4A60D4B2-4340-E180-201D-4A8AA3ABF7D8}"/>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6DE566EE-6EDB-DC85-2C59-6C744BF2DFCB}"/>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287285180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2DCD60-2C57-3579-D6AD-36F7CB47E9A1}"/>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0EFAD4E8-5659-906A-40B6-DC79F74A0AC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FC9FFD11-A090-9ABF-599E-BF8634B9C090}"/>
              </a:ext>
            </a:extLst>
          </p:cNvPr>
          <p:cNvSpPr>
            <a:spLocks noGrp="1"/>
          </p:cNvSpPr>
          <p:nvPr>
            <p:ph type="dt" sz="half" idx="10"/>
          </p:nvPr>
        </p:nvSpPr>
        <p:spPr/>
        <p:txBody>
          <a:bodyPr/>
          <a:lstStyle/>
          <a:p>
            <a:fld id="{585BAAA6-0493-4262-AD30-4183B33F0543}" type="datetimeFigureOut">
              <a:rPr lang="en-AU" smtClean="0"/>
              <a:t>15/09/2026</a:t>
            </a:fld>
            <a:endParaRPr lang="en-AU"/>
          </a:p>
        </p:txBody>
      </p:sp>
      <p:sp>
        <p:nvSpPr>
          <p:cNvPr id="5" name="Footer Placeholder 4">
            <a:extLst>
              <a:ext uri="{FF2B5EF4-FFF2-40B4-BE49-F238E27FC236}">
                <a16:creationId xmlns:a16="http://schemas.microsoft.com/office/drawing/2014/main" id="{C0F70FFD-B070-4F30-7B33-8AC9A090BB78}"/>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D075ACB5-2F99-C176-180F-7D9565F42736}"/>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3951132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924EDC-270A-132D-A94C-6D49162B401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DC1CBA7E-C267-07A8-38F7-A93C5196FBE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2986E541-6571-F42A-FEA2-E468A663ACCA}"/>
              </a:ext>
            </a:extLst>
          </p:cNvPr>
          <p:cNvSpPr>
            <a:spLocks noGrp="1"/>
          </p:cNvSpPr>
          <p:nvPr>
            <p:ph type="dt" sz="half" idx="10"/>
          </p:nvPr>
        </p:nvSpPr>
        <p:spPr/>
        <p:txBody>
          <a:bodyPr/>
          <a:lstStyle/>
          <a:p>
            <a:fld id="{585BAAA6-0493-4262-AD30-4183B33F0543}" type="datetimeFigureOut">
              <a:rPr lang="en-AU" smtClean="0"/>
              <a:t>15/09/2026</a:t>
            </a:fld>
            <a:endParaRPr lang="en-AU"/>
          </a:p>
        </p:txBody>
      </p:sp>
      <p:sp>
        <p:nvSpPr>
          <p:cNvPr id="5" name="Footer Placeholder 4">
            <a:extLst>
              <a:ext uri="{FF2B5EF4-FFF2-40B4-BE49-F238E27FC236}">
                <a16:creationId xmlns:a16="http://schemas.microsoft.com/office/drawing/2014/main" id="{FA47B1E3-EE60-551E-0D89-F36C5460CE10}"/>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B6D1882C-5837-8AF3-5255-E41DDF52474D}"/>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39274401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5E06D12-988D-81D2-D483-332B117343A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1A4164DD-ED81-6B02-869C-3054B695F36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EBFF7907-3E26-9080-94DE-DC7DA9A441D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85BAAA6-0493-4262-AD30-4183B33F0543}" type="datetimeFigureOut">
              <a:rPr lang="en-AU" smtClean="0"/>
              <a:t>15/09/2026</a:t>
            </a:fld>
            <a:endParaRPr lang="en-AU"/>
          </a:p>
        </p:txBody>
      </p:sp>
      <p:sp>
        <p:nvSpPr>
          <p:cNvPr id="5" name="Footer Placeholder 4">
            <a:extLst>
              <a:ext uri="{FF2B5EF4-FFF2-40B4-BE49-F238E27FC236}">
                <a16:creationId xmlns:a16="http://schemas.microsoft.com/office/drawing/2014/main" id="{5DE280BE-9C64-374D-A2F1-C89F733594A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U"/>
          </a:p>
        </p:txBody>
      </p:sp>
      <p:sp>
        <p:nvSpPr>
          <p:cNvPr id="6" name="Slide Number Placeholder 5">
            <a:extLst>
              <a:ext uri="{FF2B5EF4-FFF2-40B4-BE49-F238E27FC236}">
                <a16:creationId xmlns:a16="http://schemas.microsoft.com/office/drawing/2014/main" id="{EAB3139C-D90D-6EC2-2594-C68100770C3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85786F8-FF83-4303-AD71-92C0C8C6DD44}" type="slidenum">
              <a:rPr lang="en-AU" smtClean="0"/>
              <a:t>‹#›</a:t>
            </a:fld>
            <a:endParaRPr lang="en-AU"/>
          </a:p>
        </p:txBody>
      </p:sp>
    </p:spTree>
    <p:extLst>
      <p:ext uri="{BB962C8B-B14F-4D97-AF65-F5344CB8AC3E}">
        <p14:creationId xmlns:p14="http://schemas.microsoft.com/office/powerpoint/2010/main" val="30073896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17" Type="http://schemas.openxmlformats.org/officeDocument/2006/relationships/customXml" Target="../ink/ink58.xml"/><Relationship Id="rId21" Type="http://schemas.openxmlformats.org/officeDocument/2006/relationships/customXml" Target="../ink/ink10.xml"/><Relationship Id="rId42" Type="http://schemas.openxmlformats.org/officeDocument/2006/relationships/image" Target="../media/image27.png"/><Relationship Id="rId63" Type="http://schemas.openxmlformats.org/officeDocument/2006/relationships/customXml" Target="../ink/ink31.xml"/><Relationship Id="rId84" Type="http://schemas.openxmlformats.org/officeDocument/2006/relationships/image" Target="../media/image48.png"/><Relationship Id="rId138" Type="http://schemas.openxmlformats.org/officeDocument/2006/relationships/image" Target="../media/image75.png"/><Relationship Id="rId159" Type="http://schemas.openxmlformats.org/officeDocument/2006/relationships/customXml" Target="../ink/ink79.xml"/><Relationship Id="rId170" Type="http://schemas.openxmlformats.org/officeDocument/2006/relationships/image" Target="../media/image91.png"/><Relationship Id="rId191" Type="http://schemas.openxmlformats.org/officeDocument/2006/relationships/customXml" Target="../ink/ink95.xml"/><Relationship Id="rId107" Type="http://schemas.openxmlformats.org/officeDocument/2006/relationships/customXml" Target="../ink/ink53.xml"/><Relationship Id="rId11" Type="http://schemas.openxmlformats.org/officeDocument/2006/relationships/customXml" Target="../ink/ink5.xml"/><Relationship Id="rId32" Type="http://schemas.openxmlformats.org/officeDocument/2006/relationships/image" Target="../media/image22.png"/><Relationship Id="rId53" Type="http://schemas.openxmlformats.org/officeDocument/2006/relationships/customXml" Target="../ink/ink26.xml"/><Relationship Id="rId74" Type="http://schemas.openxmlformats.org/officeDocument/2006/relationships/image" Target="../media/image43.png"/><Relationship Id="rId128" Type="http://schemas.openxmlformats.org/officeDocument/2006/relationships/image" Target="../media/image70.png"/><Relationship Id="rId149" Type="http://schemas.openxmlformats.org/officeDocument/2006/relationships/customXml" Target="../ink/ink74.xml"/><Relationship Id="rId5" Type="http://schemas.openxmlformats.org/officeDocument/2006/relationships/customXml" Target="../ink/ink2.xml"/><Relationship Id="rId95" Type="http://schemas.openxmlformats.org/officeDocument/2006/relationships/customXml" Target="../ink/ink47.xml"/><Relationship Id="rId160" Type="http://schemas.openxmlformats.org/officeDocument/2006/relationships/image" Target="../media/image86.png"/><Relationship Id="rId181" Type="http://schemas.openxmlformats.org/officeDocument/2006/relationships/customXml" Target="../ink/ink90.xml"/><Relationship Id="rId22" Type="http://schemas.openxmlformats.org/officeDocument/2006/relationships/image" Target="../media/image17.png"/><Relationship Id="rId43" Type="http://schemas.openxmlformats.org/officeDocument/2006/relationships/customXml" Target="../ink/ink21.xml"/><Relationship Id="rId64" Type="http://schemas.openxmlformats.org/officeDocument/2006/relationships/image" Target="../media/image38.png"/><Relationship Id="rId118" Type="http://schemas.openxmlformats.org/officeDocument/2006/relationships/image" Target="../media/image65.png"/><Relationship Id="rId139" Type="http://schemas.openxmlformats.org/officeDocument/2006/relationships/customXml" Target="../ink/ink69.xml"/><Relationship Id="rId85" Type="http://schemas.openxmlformats.org/officeDocument/2006/relationships/customXml" Target="../ink/ink42.xml"/><Relationship Id="rId150" Type="http://schemas.openxmlformats.org/officeDocument/2006/relationships/image" Target="../media/image81.png"/><Relationship Id="rId171" Type="http://schemas.openxmlformats.org/officeDocument/2006/relationships/customXml" Target="../ink/ink85.xml"/><Relationship Id="rId192" Type="http://schemas.openxmlformats.org/officeDocument/2006/relationships/image" Target="../media/image102.png"/><Relationship Id="rId12" Type="http://schemas.openxmlformats.org/officeDocument/2006/relationships/image" Target="../media/image12.png"/><Relationship Id="rId33" Type="http://schemas.openxmlformats.org/officeDocument/2006/relationships/customXml" Target="../ink/ink16.xml"/><Relationship Id="rId108" Type="http://schemas.openxmlformats.org/officeDocument/2006/relationships/image" Target="../media/image60.png"/><Relationship Id="rId129" Type="http://schemas.openxmlformats.org/officeDocument/2006/relationships/customXml" Target="../ink/ink64.xml"/><Relationship Id="rId54" Type="http://schemas.openxmlformats.org/officeDocument/2006/relationships/image" Target="../media/image33.png"/><Relationship Id="rId75" Type="http://schemas.openxmlformats.org/officeDocument/2006/relationships/customXml" Target="../ink/ink37.xml"/><Relationship Id="rId96" Type="http://schemas.openxmlformats.org/officeDocument/2006/relationships/image" Target="../media/image54.png"/><Relationship Id="rId140" Type="http://schemas.openxmlformats.org/officeDocument/2006/relationships/image" Target="../media/image76.png"/><Relationship Id="rId161" Type="http://schemas.openxmlformats.org/officeDocument/2006/relationships/customXml" Target="../ink/ink80.xml"/><Relationship Id="rId182" Type="http://schemas.openxmlformats.org/officeDocument/2006/relationships/image" Target="../media/image97.png"/><Relationship Id="rId6" Type="http://schemas.openxmlformats.org/officeDocument/2006/relationships/image" Target="../media/image9.png"/><Relationship Id="rId23" Type="http://schemas.openxmlformats.org/officeDocument/2006/relationships/customXml" Target="../ink/ink11.xml"/><Relationship Id="rId119" Type="http://schemas.openxmlformats.org/officeDocument/2006/relationships/customXml" Target="../ink/ink59.xml"/><Relationship Id="rId44" Type="http://schemas.openxmlformats.org/officeDocument/2006/relationships/image" Target="../media/image28.png"/><Relationship Id="rId65" Type="http://schemas.openxmlformats.org/officeDocument/2006/relationships/customXml" Target="../ink/ink32.xml"/><Relationship Id="rId86" Type="http://schemas.openxmlformats.org/officeDocument/2006/relationships/image" Target="../media/image49.png"/><Relationship Id="rId130" Type="http://schemas.openxmlformats.org/officeDocument/2006/relationships/image" Target="../media/image71.png"/><Relationship Id="rId151" Type="http://schemas.openxmlformats.org/officeDocument/2006/relationships/customXml" Target="../ink/ink75.xml"/><Relationship Id="rId172" Type="http://schemas.openxmlformats.org/officeDocument/2006/relationships/image" Target="../media/image92.png"/><Relationship Id="rId193" Type="http://schemas.openxmlformats.org/officeDocument/2006/relationships/customXml" Target="../ink/ink96.xml"/><Relationship Id="rId13" Type="http://schemas.openxmlformats.org/officeDocument/2006/relationships/customXml" Target="../ink/ink6.xml"/><Relationship Id="rId109" Type="http://schemas.openxmlformats.org/officeDocument/2006/relationships/customXml" Target="../ink/ink54.xml"/><Relationship Id="rId34" Type="http://schemas.openxmlformats.org/officeDocument/2006/relationships/image" Target="../media/image23.png"/><Relationship Id="rId50" Type="http://schemas.openxmlformats.org/officeDocument/2006/relationships/image" Target="../media/image31.png"/><Relationship Id="rId55" Type="http://schemas.openxmlformats.org/officeDocument/2006/relationships/customXml" Target="../ink/ink27.xml"/><Relationship Id="rId76" Type="http://schemas.openxmlformats.org/officeDocument/2006/relationships/image" Target="../media/image44.png"/><Relationship Id="rId97" Type="http://schemas.openxmlformats.org/officeDocument/2006/relationships/customXml" Target="../ink/ink48.xml"/><Relationship Id="rId104" Type="http://schemas.openxmlformats.org/officeDocument/2006/relationships/image" Target="../media/image58.png"/><Relationship Id="rId120" Type="http://schemas.openxmlformats.org/officeDocument/2006/relationships/image" Target="../media/image66.png"/><Relationship Id="rId125" Type="http://schemas.openxmlformats.org/officeDocument/2006/relationships/customXml" Target="../ink/ink62.xml"/><Relationship Id="rId141" Type="http://schemas.openxmlformats.org/officeDocument/2006/relationships/customXml" Target="../ink/ink70.xml"/><Relationship Id="rId146" Type="http://schemas.openxmlformats.org/officeDocument/2006/relationships/image" Target="../media/image79.png"/><Relationship Id="rId167" Type="http://schemas.openxmlformats.org/officeDocument/2006/relationships/customXml" Target="../ink/ink83.xml"/><Relationship Id="rId188" Type="http://schemas.openxmlformats.org/officeDocument/2006/relationships/image" Target="../media/image100.png"/><Relationship Id="rId7" Type="http://schemas.openxmlformats.org/officeDocument/2006/relationships/customXml" Target="../ink/ink3.xml"/><Relationship Id="rId71" Type="http://schemas.openxmlformats.org/officeDocument/2006/relationships/customXml" Target="../ink/ink35.xml"/><Relationship Id="rId92" Type="http://schemas.openxmlformats.org/officeDocument/2006/relationships/image" Target="../media/image52.png"/><Relationship Id="rId162" Type="http://schemas.openxmlformats.org/officeDocument/2006/relationships/image" Target="../media/image87.png"/><Relationship Id="rId183" Type="http://schemas.openxmlformats.org/officeDocument/2006/relationships/customXml" Target="../ink/ink91.xml"/><Relationship Id="rId2" Type="http://schemas.openxmlformats.org/officeDocument/2006/relationships/image" Target="../media/image7.png"/><Relationship Id="rId29" Type="http://schemas.openxmlformats.org/officeDocument/2006/relationships/customXml" Target="../ink/ink14.xml"/><Relationship Id="rId24" Type="http://schemas.openxmlformats.org/officeDocument/2006/relationships/image" Target="../media/image18.png"/><Relationship Id="rId40" Type="http://schemas.openxmlformats.org/officeDocument/2006/relationships/image" Target="../media/image26.png"/><Relationship Id="rId45" Type="http://schemas.openxmlformats.org/officeDocument/2006/relationships/customXml" Target="../ink/ink22.xml"/><Relationship Id="rId66" Type="http://schemas.openxmlformats.org/officeDocument/2006/relationships/image" Target="../media/image39.png"/><Relationship Id="rId87" Type="http://schemas.openxmlformats.org/officeDocument/2006/relationships/customXml" Target="../ink/ink43.xml"/><Relationship Id="rId110" Type="http://schemas.openxmlformats.org/officeDocument/2006/relationships/image" Target="../media/image61.png"/><Relationship Id="rId115" Type="http://schemas.openxmlformats.org/officeDocument/2006/relationships/customXml" Target="../ink/ink57.xml"/><Relationship Id="rId131" Type="http://schemas.openxmlformats.org/officeDocument/2006/relationships/customXml" Target="../ink/ink65.xml"/><Relationship Id="rId136" Type="http://schemas.openxmlformats.org/officeDocument/2006/relationships/image" Target="../media/image74.png"/><Relationship Id="rId157" Type="http://schemas.openxmlformats.org/officeDocument/2006/relationships/customXml" Target="../ink/ink78.xml"/><Relationship Id="rId178" Type="http://schemas.openxmlformats.org/officeDocument/2006/relationships/image" Target="../media/image95.png"/><Relationship Id="rId61" Type="http://schemas.openxmlformats.org/officeDocument/2006/relationships/customXml" Target="../ink/ink30.xml"/><Relationship Id="rId82" Type="http://schemas.openxmlformats.org/officeDocument/2006/relationships/image" Target="../media/image47.png"/><Relationship Id="rId152" Type="http://schemas.openxmlformats.org/officeDocument/2006/relationships/image" Target="../media/image82.png"/><Relationship Id="rId173" Type="http://schemas.openxmlformats.org/officeDocument/2006/relationships/customXml" Target="../ink/ink86.xml"/><Relationship Id="rId194" Type="http://schemas.openxmlformats.org/officeDocument/2006/relationships/image" Target="../media/image103.png"/><Relationship Id="rId19" Type="http://schemas.openxmlformats.org/officeDocument/2006/relationships/customXml" Target="../ink/ink9.xml"/><Relationship Id="rId14" Type="http://schemas.openxmlformats.org/officeDocument/2006/relationships/image" Target="../media/image13.png"/><Relationship Id="rId30" Type="http://schemas.openxmlformats.org/officeDocument/2006/relationships/image" Target="../media/image21.png"/><Relationship Id="rId35" Type="http://schemas.openxmlformats.org/officeDocument/2006/relationships/customXml" Target="../ink/ink17.xml"/><Relationship Id="rId56" Type="http://schemas.openxmlformats.org/officeDocument/2006/relationships/image" Target="../media/image34.png"/><Relationship Id="rId77" Type="http://schemas.openxmlformats.org/officeDocument/2006/relationships/customXml" Target="../ink/ink38.xml"/><Relationship Id="rId100" Type="http://schemas.openxmlformats.org/officeDocument/2006/relationships/image" Target="../media/image56.png"/><Relationship Id="rId105" Type="http://schemas.openxmlformats.org/officeDocument/2006/relationships/customXml" Target="../ink/ink52.xml"/><Relationship Id="rId126" Type="http://schemas.openxmlformats.org/officeDocument/2006/relationships/image" Target="../media/image69.png"/><Relationship Id="rId147" Type="http://schemas.openxmlformats.org/officeDocument/2006/relationships/customXml" Target="../ink/ink73.xml"/><Relationship Id="rId168" Type="http://schemas.openxmlformats.org/officeDocument/2006/relationships/image" Target="../media/image90.png"/><Relationship Id="rId8" Type="http://schemas.openxmlformats.org/officeDocument/2006/relationships/image" Target="../media/image10.png"/><Relationship Id="rId51" Type="http://schemas.openxmlformats.org/officeDocument/2006/relationships/customXml" Target="../ink/ink25.xml"/><Relationship Id="rId72" Type="http://schemas.openxmlformats.org/officeDocument/2006/relationships/image" Target="../media/image42.png"/><Relationship Id="rId93" Type="http://schemas.openxmlformats.org/officeDocument/2006/relationships/customXml" Target="../ink/ink46.xml"/><Relationship Id="rId98" Type="http://schemas.openxmlformats.org/officeDocument/2006/relationships/image" Target="../media/image55.png"/><Relationship Id="rId121" Type="http://schemas.openxmlformats.org/officeDocument/2006/relationships/customXml" Target="../ink/ink60.xml"/><Relationship Id="rId142" Type="http://schemas.openxmlformats.org/officeDocument/2006/relationships/image" Target="../media/image77.png"/><Relationship Id="rId163" Type="http://schemas.openxmlformats.org/officeDocument/2006/relationships/customXml" Target="../ink/ink81.xml"/><Relationship Id="rId184" Type="http://schemas.openxmlformats.org/officeDocument/2006/relationships/image" Target="../media/image98.png"/><Relationship Id="rId189" Type="http://schemas.openxmlformats.org/officeDocument/2006/relationships/customXml" Target="../ink/ink94.xml"/><Relationship Id="rId3" Type="http://schemas.openxmlformats.org/officeDocument/2006/relationships/customXml" Target="../ink/ink1.xml"/><Relationship Id="rId25" Type="http://schemas.openxmlformats.org/officeDocument/2006/relationships/customXml" Target="../ink/ink12.xml"/><Relationship Id="rId46" Type="http://schemas.openxmlformats.org/officeDocument/2006/relationships/image" Target="../media/image29.png"/><Relationship Id="rId67" Type="http://schemas.openxmlformats.org/officeDocument/2006/relationships/customXml" Target="../ink/ink33.xml"/><Relationship Id="rId116" Type="http://schemas.openxmlformats.org/officeDocument/2006/relationships/image" Target="../media/image64.png"/><Relationship Id="rId137" Type="http://schemas.openxmlformats.org/officeDocument/2006/relationships/customXml" Target="../ink/ink68.xml"/><Relationship Id="rId158" Type="http://schemas.openxmlformats.org/officeDocument/2006/relationships/image" Target="../media/image85.png"/><Relationship Id="rId20" Type="http://schemas.openxmlformats.org/officeDocument/2006/relationships/image" Target="../media/image16.png"/><Relationship Id="rId41" Type="http://schemas.openxmlformats.org/officeDocument/2006/relationships/customXml" Target="../ink/ink20.xml"/><Relationship Id="rId62" Type="http://schemas.openxmlformats.org/officeDocument/2006/relationships/image" Target="../media/image37.png"/><Relationship Id="rId83" Type="http://schemas.openxmlformats.org/officeDocument/2006/relationships/customXml" Target="../ink/ink41.xml"/><Relationship Id="rId88" Type="http://schemas.openxmlformats.org/officeDocument/2006/relationships/image" Target="../media/image50.png"/><Relationship Id="rId111" Type="http://schemas.openxmlformats.org/officeDocument/2006/relationships/customXml" Target="../ink/ink55.xml"/><Relationship Id="rId132" Type="http://schemas.openxmlformats.org/officeDocument/2006/relationships/image" Target="../media/image72.png"/><Relationship Id="rId153" Type="http://schemas.openxmlformats.org/officeDocument/2006/relationships/customXml" Target="../ink/ink76.xml"/><Relationship Id="rId174" Type="http://schemas.openxmlformats.org/officeDocument/2006/relationships/image" Target="../media/image93.png"/><Relationship Id="rId179" Type="http://schemas.openxmlformats.org/officeDocument/2006/relationships/customXml" Target="../ink/ink89.xml"/><Relationship Id="rId195" Type="http://schemas.openxmlformats.org/officeDocument/2006/relationships/customXml" Target="../ink/ink97.xml"/><Relationship Id="rId190" Type="http://schemas.openxmlformats.org/officeDocument/2006/relationships/image" Target="../media/image101.png"/><Relationship Id="rId15" Type="http://schemas.openxmlformats.org/officeDocument/2006/relationships/customXml" Target="../ink/ink7.xml"/><Relationship Id="rId36" Type="http://schemas.openxmlformats.org/officeDocument/2006/relationships/image" Target="../media/image24.png"/><Relationship Id="rId57" Type="http://schemas.openxmlformats.org/officeDocument/2006/relationships/customXml" Target="../ink/ink28.xml"/><Relationship Id="rId106" Type="http://schemas.openxmlformats.org/officeDocument/2006/relationships/image" Target="../media/image59.png"/><Relationship Id="rId127" Type="http://schemas.openxmlformats.org/officeDocument/2006/relationships/customXml" Target="../ink/ink63.xml"/><Relationship Id="rId10" Type="http://schemas.openxmlformats.org/officeDocument/2006/relationships/image" Target="../media/image11.png"/><Relationship Id="rId31" Type="http://schemas.openxmlformats.org/officeDocument/2006/relationships/customXml" Target="../ink/ink15.xml"/><Relationship Id="rId52" Type="http://schemas.openxmlformats.org/officeDocument/2006/relationships/image" Target="../media/image32.png"/><Relationship Id="rId73" Type="http://schemas.openxmlformats.org/officeDocument/2006/relationships/customXml" Target="../ink/ink36.xml"/><Relationship Id="rId78" Type="http://schemas.openxmlformats.org/officeDocument/2006/relationships/image" Target="../media/image45.png"/><Relationship Id="rId94" Type="http://schemas.openxmlformats.org/officeDocument/2006/relationships/image" Target="../media/image53.png"/><Relationship Id="rId99" Type="http://schemas.openxmlformats.org/officeDocument/2006/relationships/customXml" Target="../ink/ink49.xml"/><Relationship Id="rId101" Type="http://schemas.openxmlformats.org/officeDocument/2006/relationships/customXml" Target="../ink/ink50.xml"/><Relationship Id="rId122" Type="http://schemas.openxmlformats.org/officeDocument/2006/relationships/image" Target="../media/image67.png"/><Relationship Id="rId143" Type="http://schemas.openxmlformats.org/officeDocument/2006/relationships/customXml" Target="../ink/ink71.xml"/><Relationship Id="rId148" Type="http://schemas.openxmlformats.org/officeDocument/2006/relationships/image" Target="../media/image80.png"/><Relationship Id="rId164" Type="http://schemas.openxmlformats.org/officeDocument/2006/relationships/image" Target="../media/image88.png"/><Relationship Id="rId169" Type="http://schemas.openxmlformats.org/officeDocument/2006/relationships/customXml" Target="../ink/ink84.xml"/><Relationship Id="rId185" Type="http://schemas.openxmlformats.org/officeDocument/2006/relationships/customXml" Target="../ink/ink92.xml"/><Relationship Id="rId4" Type="http://schemas.openxmlformats.org/officeDocument/2006/relationships/image" Target="../media/image8.png"/><Relationship Id="rId9" Type="http://schemas.openxmlformats.org/officeDocument/2006/relationships/customXml" Target="../ink/ink4.xml"/><Relationship Id="rId180" Type="http://schemas.openxmlformats.org/officeDocument/2006/relationships/image" Target="../media/image96.png"/><Relationship Id="rId26" Type="http://schemas.openxmlformats.org/officeDocument/2006/relationships/image" Target="../media/image19.png"/><Relationship Id="rId47" Type="http://schemas.openxmlformats.org/officeDocument/2006/relationships/customXml" Target="../ink/ink23.xml"/><Relationship Id="rId68" Type="http://schemas.openxmlformats.org/officeDocument/2006/relationships/image" Target="../media/image40.png"/><Relationship Id="rId89" Type="http://schemas.openxmlformats.org/officeDocument/2006/relationships/customXml" Target="../ink/ink44.xml"/><Relationship Id="rId112" Type="http://schemas.openxmlformats.org/officeDocument/2006/relationships/image" Target="../media/image62.png"/><Relationship Id="rId133" Type="http://schemas.openxmlformats.org/officeDocument/2006/relationships/customXml" Target="../ink/ink66.xml"/><Relationship Id="rId154" Type="http://schemas.openxmlformats.org/officeDocument/2006/relationships/image" Target="../media/image83.png"/><Relationship Id="rId175" Type="http://schemas.openxmlformats.org/officeDocument/2006/relationships/customXml" Target="../ink/ink87.xml"/><Relationship Id="rId196" Type="http://schemas.openxmlformats.org/officeDocument/2006/relationships/image" Target="../media/image104.png"/><Relationship Id="rId16" Type="http://schemas.openxmlformats.org/officeDocument/2006/relationships/image" Target="../media/image14.png"/><Relationship Id="rId37" Type="http://schemas.openxmlformats.org/officeDocument/2006/relationships/customXml" Target="../ink/ink18.xml"/><Relationship Id="rId58" Type="http://schemas.openxmlformats.org/officeDocument/2006/relationships/image" Target="../media/image35.png"/><Relationship Id="rId79" Type="http://schemas.openxmlformats.org/officeDocument/2006/relationships/customXml" Target="../ink/ink39.xml"/><Relationship Id="rId102" Type="http://schemas.openxmlformats.org/officeDocument/2006/relationships/image" Target="../media/image57.png"/><Relationship Id="rId123" Type="http://schemas.openxmlformats.org/officeDocument/2006/relationships/customXml" Target="../ink/ink61.xml"/><Relationship Id="rId144" Type="http://schemas.openxmlformats.org/officeDocument/2006/relationships/image" Target="../media/image78.png"/><Relationship Id="rId90" Type="http://schemas.openxmlformats.org/officeDocument/2006/relationships/image" Target="../media/image51.png"/><Relationship Id="rId165" Type="http://schemas.openxmlformats.org/officeDocument/2006/relationships/customXml" Target="../ink/ink82.xml"/><Relationship Id="rId186" Type="http://schemas.openxmlformats.org/officeDocument/2006/relationships/image" Target="../media/image99.png"/><Relationship Id="rId27" Type="http://schemas.openxmlformats.org/officeDocument/2006/relationships/customXml" Target="../ink/ink13.xml"/><Relationship Id="rId48" Type="http://schemas.openxmlformats.org/officeDocument/2006/relationships/image" Target="../media/image30.png"/><Relationship Id="rId69" Type="http://schemas.openxmlformats.org/officeDocument/2006/relationships/customXml" Target="../ink/ink34.xml"/><Relationship Id="rId113" Type="http://schemas.openxmlformats.org/officeDocument/2006/relationships/customXml" Target="../ink/ink56.xml"/><Relationship Id="rId134" Type="http://schemas.openxmlformats.org/officeDocument/2006/relationships/image" Target="../media/image73.png"/><Relationship Id="rId80" Type="http://schemas.openxmlformats.org/officeDocument/2006/relationships/image" Target="../media/image46.png"/><Relationship Id="rId155" Type="http://schemas.openxmlformats.org/officeDocument/2006/relationships/customXml" Target="../ink/ink77.xml"/><Relationship Id="rId176" Type="http://schemas.openxmlformats.org/officeDocument/2006/relationships/image" Target="../media/image94.png"/><Relationship Id="rId17" Type="http://schemas.openxmlformats.org/officeDocument/2006/relationships/customXml" Target="../ink/ink8.xml"/><Relationship Id="rId38" Type="http://schemas.openxmlformats.org/officeDocument/2006/relationships/image" Target="../media/image25.png"/><Relationship Id="rId59" Type="http://schemas.openxmlformats.org/officeDocument/2006/relationships/customXml" Target="../ink/ink29.xml"/><Relationship Id="rId103" Type="http://schemas.openxmlformats.org/officeDocument/2006/relationships/customXml" Target="../ink/ink51.xml"/><Relationship Id="rId124" Type="http://schemas.openxmlformats.org/officeDocument/2006/relationships/image" Target="../media/image68.png"/><Relationship Id="rId70" Type="http://schemas.openxmlformats.org/officeDocument/2006/relationships/image" Target="../media/image41.png"/><Relationship Id="rId91" Type="http://schemas.openxmlformats.org/officeDocument/2006/relationships/customXml" Target="../ink/ink45.xml"/><Relationship Id="rId145" Type="http://schemas.openxmlformats.org/officeDocument/2006/relationships/customXml" Target="../ink/ink72.xml"/><Relationship Id="rId166" Type="http://schemas.openxmlformats.org/officeDocument/2006/relationships/image" Target="../media/image89.png"/><Relationship Id="rId187" Type="http://schemas.openxmlformats.org/officeDocument/2006/relationships/customXml" Target="../ink/ink93.xml"/><Relationship Id="rId1" Type="http://schemas.openxmlformats.org/officeDocument/2006/relationships/slideLayout" Target="../slideLayouts/slideLayout2.xml"/><Relationship Id="rId28" Type="http://schemas.openxmlformats.org/officeDocument/2006/relationships/image" Target="../media/image20.png"/><Relationship Id="rId49" Type="http://schemas.openxmlformats.org/officeDocument/2006/relationships/customXml" Target="../ink/ink24.xml"/><Relationship Id="rId114" Type="http://schemas.openxmlformats.org/officeDocument/2006/relationships/image" Target="../media/image63.png"/><Relationship Id="rId60" Type="http://schemas.openxmlformats.org/officeDocument/2006/relationships/image" Target="../media/image36.png"/><Relationship Id="rId81" Type="http://schemas.openxmlformats.org/officeDocument/2006/relationships/customXml" Target="../ink/ink40.xml"/><Relationship Id="rId135" Type="http://schemas.openxmlformats.org/officeDocument/2006/relationships/customXml" Target="../ink/ink67.xml"/><Relationship Id="rId156" Type="http://schemas.openxmlformats.org/officeDocument/2006/relationships/image" Target="../media/image84.png"/><Relationship Id="rId177" Type="http://schemas.openxmlformats.org/officeDocument/2006/relationships/customXml" Target="../ink/ink88.xml"/><Relationship Id="rId18" Type="http://schemas.openxmlformats.org/officeDocument/2006/relationships/image" Target="../media/image15.png"/><Relationship Id="rId39" Type="http://schemas.openxmlformats.org/officeDocument/2006/relationships/customXml" Target="../ink/ink19.xml"/></Relationships>
</file>

<file path=ppt/slides/_rels/slide11.xml.rels><?xml version="1.0" encoding="UTF-8" standalone="yes"?>
<Relationships xmlns="http://schemas.openxmlformats.org/package/2006/relationships"><Relationship Id="rId8" Type="http://schemas.openxmlformats.org/officeDocument/2006/relationships/image" Target="../media/image108.png"/><Relationship Id="rId13" Type="http://schemas.openxmlformats.org/officeDocument/2006/relationships/customXml" Target="../ink/ink103.xml"/><Relationship Id="rId18" Type="http://schemas.openxmlformats.org/officeDocument/2006/relationships/image" Target="../media/image113.png"/><Relationship Id="rId26" Type="http://schemas.openxmlformats.org/officeDocument/2006/relationships/image" Target="../media/image117.png"/><Relationship Id="rId3" Type="http://schemas.openxmlformats.org/officeDocument/2006/relationships/customXml" Target="../ink/ink98.xml"/><Relationship Id="rId21" Type="http://schemas.openxmlformats.org/officeDocument/2006/relationships/customXml" Target="../ink/ink107.xml"/><Relationship Id="rId7" Type="http://schemas.openxmlformats.org/officeDocument/2006/relationships/customXml" Target="../ink/ink100.xml"/><Relationship Id="rId12" Type="http://schemas.openxmlformats.org/officeDocument/2006/relationships/image" Target="../media/image110.png"/><Relationship Id="rId17" Type="http://schemas.openxmlformats.org/officeDocument/2006/relationships/customXml" Target="../ink/ink105.xml"/><Relationship Id="rId25" Type="http://schemas.openxmlformats.org/officeDocument/2006/relationships/customXml" Target="../ink/ink109.xml"/><Relationship Id="rId2" Type="http://schemas.openxmlformats.org/officeDocument/2006/relationships/image" Target="../media/image105.png"/><Relationship Id="rId16" Type="http://schemas.openxmlformats.org/officeDocument/2006/relationships/image" Target="../media/image112.png"/><Relationship Id="rId20" Type="http://schemas.openxmlformats.org/officeDocument/2006/relationships/image" Target="../media/image114.png"/><Relationship Id="rId1" Type="http://schemas.openxmlformats.org/officeDocument/2006/relationships/slideLayout" Target="../slideLayouts/slideLayout2.xml"/><Relationship Id="rId6" Type="http://schemas.openxmlformats.org/officeDocument/2006/relationships/image" Target="../media/image107.png"/><Relationship Id="rId11" Type="http://schemas.openxmlformats.org/officeDocument/2006/relationships/customXml" Target="../ink/ink102.xml"/><Relationship Id="rId24" Type="http://schemas.openxmlformats.org/officeDocument/2006/relationships/image" Target="../media/image116.png"/><Relationship Id="rId5" Type="http://schemas.openxmlformats.org/officeDocument/2006/relationships/customXml" Target="../ink/ink99.xml"/><Relationship Id="rId15" Type="http://schemas.openxmlformats.org/officeDocument/2006/relationships/customXml" Target="../ink/ink104.xml"/><Relationship Id="rId23" Type="http://schemas.openxmlformats.org/officeDocument/2006/relationships/customXml" Target="../ink/ink108.xml"/><Relationship Id="rId10" Type="http://schemas.openxmlformats.org/officeDocument/2006/relationships/image" Target="../media/image109.png"/><Relationship Id="rId19" Type="http://schemas.openxmlformats.org/officeDocument/2006/relationships/customXml" Target="../ink/ink106.xml"/><Relationship Id="rId4" Type="http://schemas.openxmlformats.org/officeDocument/2006/relationships/image" Target="../media/image106.png"/><Relationship Id="rId9" Type="http://schemas.openxmlformats.org/officeDocument/2006/relationships/customXml" Target="../ink/ink101.xml"/><Relationship Id="rId14" Type="http://schemas.openxmlformats.org/officeDocument/2006/relationships/image" Target="../media/image111.png"/><Relationship Id="rId22" Type="http://schemas.openxmlformats.org/officeDocument/2006/relationships/image" Target="../media/image115.png"/></Relationships>
</file>

<file path=ppt/slides/_rels/slide12.xml.rels><?xml version="1.0" encoding="UTF-8" standalone="yes"?>
<Relationships xmlns="http://schemas.openxmlformats.org/package/2006/relationships"><Relationship Id="rId8" Type="http://schemas.openxmlformats.org/officeDocument/2006/relationships/customXml" Target="../ink/ink113.xml"/><Relationship Id="rId13" Type="http://schemas.openxmlformats.org/officeDocument/2006/relationships/image" Target="../media/image122.png"/><Relationship Id="rId3" Type="http://schemas.openxmlformats.org/officeDocument/2006/relationships/image" Target="../media/image61.png"/><Relationship Id="rId7" Type="http://schemas.openxmlformats.org/officeDocument/2006/relationships/image" Target="../media/image119.png"/><Relationship Id="rId12" Type="http://schemas.openxmlformats.org/officeDocument/2006/relationships/customXml" Target="../ink/ink115.xml"/><Relationship Id="rId2" Type="http://schemas.openxmlformats.org/officeDocument/2006/relationships/customXml" Target="../ink/ink110.xml"/><Relationship Id="rId1" Type="http://schemas.openxmlformats.org/officeDocument/2006/relationships/slideLayout" Target="../slideLayouts/slideLayout2.xml"/><Relationship Id="rId6" Type="http://schemas.openxmlformats.org/officeDocument/2006/relationships/image" Target="../media/image118.png"/><Relationship Id="rId11" Type="http://schemas.openxmlformats.org/officeDocument/2006/relationships/image" Target="../media/image121.png"/><Relationship Id="rId5" Type="http://schemas.openxmlformats.org/officeDocument/2006/relationships/customXml" Target="../ink/ink112.xml"/><Relationship Id="rId15" Type="http://schemas.openxmlformats.org/officeDocument/2006/relationships/image" Target="../media/image123.png"/><Relationship Id="rId10" Type="http://schemas.openxmlformats.org/officeDocument/2006/relationships/customXml" Target="../ink/ink114.xml"/><Relationship Id="rId4" Type="http://schemas.openxmlformats.org/officeDocument/2006/relationships/customXml" Target="../ink/ink111.xml"/><Relationship Id="rId9" Type="http://schemas.openxmlformats.org/officeDocument/2006/relationships/image" Target="../media/image120.png"/><Relationship Id="rId14" Type="http://schemas.openxmlformats.org/officeDocument/2006/relationships/customXml" Target="../ink/ink116.xml"/></Relationships>
</file>

<file path=ppt/slides/_rels/slide13.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image" Target="../media/image129.png"/><Relationship Id="rId13" Type="http://schemas.openxmlformats.org/officeDocument/2006/relationships/customXml" Target="../ink/ink122.xml"/><Relationship Id="rId3" Type="http://schemas.openxmlformats.org/officeDocument/2006/relationships/customXml" Target="../ink/ink117.xml"/><Relationship Id="rId7" Type="http://schemas.openxmlformats.org/officeDocument/2006/relationships/customXml" Target="../ink/ink119.xml"/><Relationship Id="rId12" Type="http://schemas.openxmlformats.org/officeDocument/2006/relationships/image" Target="../media/image131.png"/><Relationship Id="rId2" Type="http://schemas.openxmlformats.org/officeDocument/2006/relationships/image" Target="../media/image126.png"/><Relationship Id="rId1" Type="http://schemas.openxmlformats.org/officeDocument/2006/relationships/slideLayout" Target="../slideLayouts/slideLayout2.xml"/><Relationship Id="rId6" Type="http://schemas.openxmlformats.org/officeDocument/2006/relationships/image" Target="../media/image128.png"/><Relationship Id="rId11" Type="http://schemas.openxmlformats.org/officeDocument/2006/relationships/customXml" Target="../ink/ink121.xml"/><Relationship Id="rId5" Type="http://schemas.openxmlformats.org/officeDocument/2006/relationships/customXml" Target="../ink/ink118.xml"/><Relationship Id="rId10" Type="http://schemas.openxmlformats.org/officeDocument/2006/relationships/image" Target="../media/image130.png"/><Relationship Id="rId4" Type="http://schemas.openxmlformats.org/officeDocument/2006/relationships/image" Target="../media/image127.png"/><Relationship Id="rId9" Type="http://schemas.openxmlformats.org/officeDocument/2006/relationships/customXml" Target="../ink/ink120.xml"/><Relationship Id="rId14" Type="http://schemas.openxmlformats.org/officeDocument/2006/relationships/image" Target="../media/image132.png"/></Relationships>
</file>

<file path=ppt/slides/_rels/slide16.xml.rels><?xml version="1.0" encoding="UTF-8" standalone="yes"?>
<Relationships xmlns="http://schemas.openxmlformats.org/package/2006/relationships"><Relationship Id="rId2" Type="http://schemas.openxmlformats.org/officeDocument/2006/relationships/image" Target="../media/image13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34.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3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36.jpe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38.jpeg"/><Relationship Id="rId2" Type="http://schemas.openxmlformats.org/officeDocument/2006/relationships/image" Target="../media/image137.jpe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39.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40.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21" name="Rectangle 320">
            <a:extLst>
              <a:ext uri="{FF2B5EF4-FFF2-40B4-BE49-F238E27FC236}">
                <a16:creationId xmlns:a16="http://schemas.microsoft.com/office/drawing/2014/main" id="{5A292AEA-2528-46C0-B426-95822B6141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2" name="Rectangle 321">
            <a:extLst>
              <a:ext uri="{FF2B5EF4-FFF2-40B4-BE49-F238E27FC236}">
                <a16:creationId xmlns:a16="http://schemas.microsoft.com/office/drawing/2014/main" id="{D8B7B198-E4DF-43CD-AD8C-1998843237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94" name="Freeform: Shape 293">
            <a:extLst>
              <a:ext uri="{FF2B5EF4-FFF2-40B4-BE49-F238E27FC236}">
                <a16:creationId xmlns:a16="http://schemas.microsoft.com/office/drawing/2014/main" id="{2BE67753-EA0E-4819-8D22-0B6600CF72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96934" y="3984"/>
            <a:ext cx="9376632" cy="6858000"/>
          </a:xfrm>
          <a:custGeom>
            <a:avLst/>
            <a:gdLst>
              <a:gd name="connsiteX0" fmla="*/ 1691615 w 9376632"/>
              <a:gd name="connsiteY0" fmla="*/ 0 h 6858000"/>
              <a:gd name="connsiteX1" fmla="*/ 7685017 w 9376632"/>
              <a:gd name="connsiteY1" fmla="*/ 0 h 6858000"/>
              <a:gd name="connsiteX2" fmla="*/ 7840634 w 9376632"/>
              <a:gd name="connsiteY2" fmla="*/ 134799 h 6858000"/>
              <a:gd name="connsiteX3" fmla="*/ 9376632 w 9376632"/>
              <a:gd name="connsiteY3" fmla="*/ 3605175 h 6858000"/>
              <a:gd name="connsiteX4" fmla="*/ 8158692 w 9376632"/>
              <a:gd name="connsiteY4" fmla="*/ 6757493 h 6858000"/>
              <a:gd name="connsiteX5" fmla="*/ 8062868 w 9376632"/>
              <a:gd name="connsiteY5" fmla="*/ 6858000 h 6858000"/>
              <a:gd name="connsiteX6" fmla="*/ 1313765 w 9376632"/>
              <a:gd name="connsiteY6" fmla="*/ 6858000 h 6858000"/>
              <a:gd name="connsiteX7" fmla="*/ 1217940 w 9376632"/>
              <a:gd name="connsiteY7" fmla="*/ 6757493 h 6858000"/>
              <a:gd name="connsiteX8" fmla="*/ 0 w 9376632"/>
              <a:gd name="connsiteY8" fmla="*/ 3605175 h 6858000"/>
              <a:gd name="connsiteX9" fmla="*/ 1535999 w 9376632"/>
              <a:gd name="connsiteY9" fmla="*/ 134799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376632" h="6858000">
                <a:moveTo>
                  <a:pt x="1691615" y="0"/>
                </a:moveTo>
                <a:lnTo>
                  <a:pt x="7685017" y="0"/>
                </a:lnTo>
                <a:lnTo>
                  <a:pt x="7840634" y="134799"/>
                </a:lnTo>
                <a:cubicBezTo>
                  <a:pt x="8784230" y="992423"/>
                  <a:pt x="9376632" y="2229618"/>
                  <a:pt x="9376632" y="3605175"/>
                </a:cubicBezTo>
                <a:cubicBezTo>
                  <a:pt x="9376632" y="4818903"/>
                  <a:pt x="8915419" y="5924908"/>
                  <a:pt x="8158692" y="6757493"/>
                </a:cubicBezTo>
                <a:lnTo>
                  <a:pt x="8062868" y="6858000"/>
                </a:lnTo>
                <a:lnTo>
                  <a:pt x="1313765" y="6858000"/>
                </a:lnTo>
                <a:lnTo>
                  <a:pt x="1217940" y="6757493"/>
                </a:lnTo>
                <a:cubicBezTo>
                  <a:pt x="461213" y="5924908"/>
                  <a:pt x="0" y="4818903"/>
                  <a:pt x="0" y="3605175"/>
                </a:cubicBezTo>
                <a:cubicBezTo>
                  <a:pt x="0" y="2229618"/>
                  <a:pt x="592403" y="992423"/>
                  <a:pt x="1535999" y="134799"/>
                </a:cubicBezTo>
                <a:close/>
              </a:path>
            </a:pathLst>
          </a:cu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23" name="Group 322">
            <a:extLst>
              <a:ext uri="{FF2B5EF4-FFF2-40B4-BE49-F238E27FC236}">
                <a16:creationId xmlns:a16="http://schemas.microsoft.com/office/drawing/2014/main" id="{D76D63AC-0421-45EC-B383-E79A61A78C6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6937"/>
            <a:chExt cx="9772765" cy="6858000"/>
          </a:xfrm>
          <a:solidFill>
            <a:schemeClr val="bg1">
              <a:alpha val="30000"/>
            </a:schemeClr>
          </a:solidFill>
        </p:grpSpPr>
        <p:sp>
          <p:nvSpPr>
            <p:cNvPr id="297" name="Freeform: Shape 296">
              <a:extLst>
                <a:ext uri="{FF2B5EF4-FFF2-40B4-BE49-F238E27FC236}">
                  <a16:creationId xmlns:a16="http://schemas.microsoft.com/office/drawing/2014/main" id="{B997A32E-7032-4107-9C8B-99DB59EDD5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6937"/>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24" name="Freeform: Shape 323">
              <a:extLst>
                <a:ext uri="{FF2B5EF4-FFF2-40B4-BE49-F238E27FC236}">
                  <a16:creationId xmlns:a16="http://schemas.microsoft.com/office/drawing/2014/main" id="{943BB27F-1470-42CA-91FF-D94BC691C8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6937"/>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99" name="Freeform: Shape 298">
              <a:extLst>
                <a:ext uri="{FF2B5EF4-FFF2-40B4-BE49-F238E27FC236}">
                  <a16:creationId xmlns:a16="http://schemas.microsoft.com/office/drawing/2014/main" id="{E997B002-17FD-47B3-A06A-76802FE15C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6937"/>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25" name="Freeform: Shape 324">
              <a:extLst>
                <a:ext uri="{FF2B5EF4-FFF2-40B4-BE49-F238E27FC236}">
                  <a16:creationId xmlns:a16="http://schemas.microsoft.com/office/drawing/2014/main" id="{E401EA35-9D2E-43B7-860F-EBB8A6C3E08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6937"/>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01" name="Freeform: Shape 300">
              <a:extLst>
                <a:ext uri="{FF2B5EF4-FFF2-40B4-BE49-F238E27FC236}">
                  <a16:creationId xmlns:a16="http://schemas.microsoft.com/office/drawing/2014/main" id="{F8C44827-3D81-4FF9-B4A5-5650D1B20A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6937"/>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26" name="Freeform: Shape 325">
              <a:extLst>
                <a:ext uri="{FF2B5EF4-FFF2-40B4-BE49-F238E27FC236}">
                  <a16:creationId xmlns:a16="http://schemas.microsoft.com/office/drawing/2014/main" id="{F613D97F-F6DF-4D32-AD91-209A80E7A2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6937"/>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03" name="Freeform: Shape 302">
              <a:extLst>
                <a:ext uri="{FF2B5EF4-FFF2-40B4-BE49-F238E27FC236}">
                  <a16:creationId xmlns:a16="http://schemas.microsoft.com/office/drawing/2014/main" id="{82B0ED5C-927D-4C5F-8F27-1B403820B97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6937"/>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lt1"/>
                </a:solidFill>
              </a:endParaRPr>
            </a:p>
          </p:txBody>
        </p:sp>
      </p:grpSp>
      <p:sp>
        <p:nvSpPr>
          <p:cNvPr id="2" name="Title 1">
            <a:extLst>
              <a:ext uri="{FF2B5EF4-FFF2-40B4-BE49-F238E27FC236}">
                <a16:creationId xmlns:a16="http://schemas.microsoft.com/office/drawing/2014/main" id="{6DB75583-8F97-757A-3D9C-B459F698BB0E}"/>
              </a:ext>
            </a:extLst>
          </p:cNvPr>
          <p:cNvSpPr>
            <a:spLocks noGrp="1"/>
          </p:cNvSpPr>
          <p:nvPr>
            <p:ph type="ctrTitle"/>
          </p:nvPr>
        </p:nvSpPr>
        <p:spPr>
          <a:xfrm>
            <a:off x="3502731" y="1542402"/>
            <a:ext cx="5186842" cy="2387918"/>
          </a:xfrm>
        </p:spPr>
        <p:txBody>
          <a:bodyPr anchor="b">
            <a:normAutofit/>
          </a:bodyPr>
          <a:lstStyle/>
          <a:p>
            <a:r>
              <a:rPr lang="en-AU" sz="5200">
                <a:solidFill>
                  <a:schemeClr val="tx2"/>
                </a:solidFill>
              </a:rPr>
              <a:t>S.W.Q.S.</a:t>
            </a:r>
          </a:p>
        </p:txBody>
      </p:sp>
      <p:sp>
        <p:nvSpPr>
          <p:cNvPr id="3" name="Subtitle 2">
            <a:extLst>
              <a:ext uri="{FF2B5EF4-FFF2-40B4-BE49-F238E27FC236}">
                <a16:creationId xmlns:a16="http://schemas.microsoft.com/office/drawing/2014/main" id="{D6761061-F77B-C890-18C0-41105821CB02}"/>
              </a:ext>
            </a:extLst>
          </p:cNvPr>
          <p:cNvSpPr>
            <a:spLocks noGrp="1"/>
          </p:cNvSpPr>
          <p:nvPr>
            <p:ph type="subTitle" idx="1"/>
          </p:nvPr>
        </p:nvSpPr>
        <p:spPr>
          <a:xfrm>
            <a:off x="3502135" y="4001587"/>
            <a:ext cx="5188034" cy="682079"/>
          </a:xfrm>
        </p:spPr>
        <p:txBody>
          <a:bodyPr anchor="t">
            <a:normAutofit/>
          </a:bodyPr>
          <a:lstStyle/>
          <a:p>
            <a:r>
              <a:rPr lang="en-AU">
                <a:solidFill>
                  <a:schemeClr val="tx2"/>
                </a:solidFill>
              </a:rPr>
              <a:t>Zef, Taliah, and Oscar</a:t>
            </a:r>
          </a:p>
        </p:txBody>
      </p:sp>
      <p:grpSp>
        <p:nvGrpSpPr>
          <p:cNvPr id="305" name="Group 304">
            <a:extLst>
              <a:ext uri="{FF2B5EF4-FFF2-40B4-BE49-F238E27FC236}">
                <a16:creationId xmlns:a16="http://schemas.microsoft.com/office/drawing/2014/main" id="{87F87F1B-42BA-4AC7-A4E2-41544DDB2CE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05" y="-4155"/>
            <a:ext cx="2514948" cy="2174333"/>
            <a:chOff x="-305" y="-4155"/>
            <a:chExt cx="2514948" cy="2174333"/>
          </a:xfrm>
        </p:grpSpPr>
        <p:sp>
          <p:nvSpPr>
            <p:cNvPr id="327" name="Freeform: Shape 326">
              <a:extLst>
                <a:ext uri="{FF2B5EF4-FFF2-40B4-BE49-F238E27FC236}">
                  <a16:creationId xmlns:a16="http://schemas.microsoft.com/office/drawing/2014/main" id="{68B53067-4E48-4E71-A6A9-A8CAABAFBF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7" name="Freeform: Shape 306">
              <a:extLst>
                <a:ext uri="{FF2B5EF4-FFF2-40B4-BE49-F238E27FC236}">
                  <a16:creationId xmlns:a16="http://schemas.microsoft.com/office/drawing/2014/main" id="{06D1A0D3-4BB8-41D9-9CE7-2884C83F44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 name="Freeform: Shape 307">
              <a:extLst>
                <a:ext uri="{FF2B5EF4-FFF2-40B4-BE49-F238E27FC236}">
                  <a16:creationId xmlns:a16="http://schemas.microsoft.com/office/drawing/2014/main" id="{81E20F06-3B09-4B89-A36B-AB8BFBCCA5D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309" name="Freeform: Shape 308">
              <a:extLst>
                <a:ext uri="{FF2B5EF4-FFF2-40B4-BE49-F238E27FC236}">
                  <a16:creationId xmlns:a16="http://schemas.microsoft.com/office/drawing/2014/main" id="{DAE6C3D7-7D5B-4926-877D-45F117BB6B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11" name="Group 310">
            <a:extLst>
              <a:ext uri="{FF2B5EF4-FFF2-40B4-BE49-F238E27FC236}">
                <a16:creationId xmlns:a16="http://schemas.microsoft.com/office/drawing/2014/main" id="{967346A5-7569-4F15-AB5D-BE3DADF192C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685727" y="4683666"/>
            <a:ext cx="2514948" cy="2174333"/>
            <a:chOff x="-305" y="-4155"/>
            <a:chExt cx="2514948" cy="2174333"/>
          </a:xfrm>
        </p:grpSpPr>
        <p:sp>
          <p:nvSpPr>
            <p:cNvPr id="312" name="Freeform: Shape 311">
              <a:extLst>
                <a:ext uri="{FF2B5EF4-FFF2-40B4-BE49-F238E27FC236}">
                  <a16:creationId xmlns:a16="http://schemas.microsoft.com/office/drawing/2014/main" id="{E1951533-A568-4765-AB1F-F71D9AFDEA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8" name="Freeform: Shape 327">
              <a:extLst>
                <a:ext uri="{FF2B5EF4-FFF2-40B4-BE49-F238E27FC236}">
                  <a16:creationId xmlns:a16="http://schemas.microsoft.com/office/drawing/2014/main" id="{A7214F52-4F3F-4C96-A62E-F1401D6C04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4" name="Freeform: Shape 313">
              <a:extLst>
                <a:ext uri="{FF2B5EF4-FFF2-40B4-BE49-F238E27FC236}">
                  <a16:creationId xmlns:a16="http://schemas.microsoft.com/office/drawing/2014/main" id="{023146A1-291C-4FA0-AB5B-EB04D42398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329" name="Freeform: Shape 328">
              <a:extLst>
                <a:ext uri="{FF2B5EF4-FFF2-40B4-BE49-F238E27FC236}">
                  <a16:creationId xmlns:a16="http://schemas.microsoft.com/office/drawing/2014/main" id="{62977932-2B03-4899-8306-5002CEE68E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3882501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A53D7D-ED4C-390F-5BA5-4CEA121C8C16}"/>
              </a:ext>
            </a:extLst>
          </p:cNvPr>
          <p:cNvSpPr>
            <a:spLocks noGrp="1"/>
          </p:cNvSpPr>
          <p:nvPr>
            <p:ph type="title"/>
          </p:nvPr>
        </p:nvSpPr>
        <p:spPr/>
        <p:txBody>
          <a:bodyPr/>
          <a:lstStyle/>
          <a:p>
            <a:r>
              <a:rPr lang="en-US"/>
              <a:t>Introduction</a:t>
            </a:r>
          </a:p>
        </p:txBody>
      </p:sp>
      <p:sp>
        <p:nvSpPr>
          <p:cNvPr id="3" name="Content Placeholder 2">
            <a:extLst>
              <a:ext uri="{FF2B5EF4-FFF2-40B4-BE49-F238E27FC236}">
                <a16:creationId xmlns:a16="http://schemas.microsoft.com/office/drawing/2014/main" id="{D8AFA487-6881-4C4A-B3AF-C81F2FF4FCBA}"/>
              </a:ext>
            </a:extLst>
          </p:cNvPr>
          <p:cNvSpPr>
            <a:spLocks noGrp="1"/>
          </p:cNvSpPr>
          <p:nvPr>
            <p:ph idx="1"/>
          </p:nvPr>
        </p:nvSpPr>
        <p:spPr/>
        <p:txBody>
          <a:bodyPr>
            <a:normAutofit fontScale="92500" lnSpcReduction="20000"/>
          </a:bodyPr>
          <a:lstStyle/>
          <a:p>
            <a:r>
              <a:rPr lang="en-AU"/>
              <a:t>We chose to make a portable water quality probe because it connects to SDG goal 6 (clean water and sanitation). This probe is aimed to help people who are camping, hiking, travelling, or living in remote areas. Water often looks clean but can still contain harmful things that can make people sick.</a:t>
            </a:r>
          </a:p>
          <a:p>
            <a:r>
              <a:rPr lang="en-AU"/>
              <a:t>Our probe will test the water and give users quick results. It will measure water purity and temperature and show the results on a dashboard. It will also give the water a safety ranking to help people understand if the water is safe. The data will be saved to an SD card so it can be checked later.</a:t>
            </a:r>
          </a:p>
          <a:p>
            <a:r>
              <a:rPr lang="en-AU"/>
              <a:t>The probe will be waterproof and designed to work in remote areas. Our goal is to help people stay safe, make better decisions about water, and feel more confident when using water from unfamiliar sources.</a:t>
            </a:r>
            <a:endParaRPr lang="en-US"/>
          </a:p>
        </p:txBody>
      </p:sp>
    </p:spTree>
    <p:extLst>
      <p:ext uri="{BB962C8B-B14F-4D97-AF65-F5344CB8AC3E}">
        <p14:creationId xmlns:p14="http://schemas.microsoft.com/office/powerpoint/2010/main" val="7885531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3" name="Rectangle 42">
            <a:extLst>
              <a:ext uri="{FF2B5EF4-FFF2-40B4-BE49-F238E27FC236}">
                <a16:creationId xmlns:a16="http://schemas.microsoft.com/office/drawing/2014/main" id="{4522B21E-B2B9-4C72-9A71-C87EFD1374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5EB7D2A2-F448-44D4-938C-DC84CBCB3B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
            <a:ext cx="12192000" cy="4412583"/>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871AEA07-1E14-44B4-8E55-64EF049CD6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551962"/>
            <a:ext cx="10999072" cy="4618549"/>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21F26B0-D3C6-35B1-EC55-6D3A318B5E22}"/>
              </a:ext>
            </a:extLst>
          </p:cNvPr>
          <p:cNvSpPr>
            <a:spLocks noGrp="1"/>
          </p:cNvSpPr>
          <p:nvPr>
            <p:ph type="ctrTitle"/>
          </p:nvPr>
        </p:nvSpPr>
        <p:spPr>
          <a:xfrm>
            <a:off x="1524000" y="1293338"/>
            <a:ext cx="9144000" cy="3274592"/>
          </a:xfrm>
        </p:spPr>
        <p:txBody>
          <a:bodyPr anchor="ctr">
            <a:normAutofit/>
          </a:bodyPr>
          <a:lstStyle/>
          <a:p>
            <a:r>
              <a:rPr lang="en-US" sz="7200"/>
              <a:t>Analysis stage</a:t>
            </a:r>
          </a:p>
        </p:txBody>
      </p:sp>
      <p:cxnSp>
        <p:nvCxnSpPr>
          <p:cNvPr id="49" name="Straight Connector 48">
            <a:extLst>
              <a:ext uri="{FF2B5EF4-FFF2-40B4-BE49-F238E27FC236}">
                <a16:creationId xmlns:a16="http://schemas.microsoft.com/office/drawing/2014/main" id="{F7C8EA93-3210-4C62-99E9-153C275E3A8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96464" y="6354708"/>
            <a:ext cx="11000232" cy="0"/>
          </a:xfrm>
          <a:prstGeom prst="line">
            <a:avLst/>
          </a:prstGeom>
          <a:ln w="10160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216279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11E262-2B78-88C3-3C75-C61CEDC479B1}"/>
              </a:ext>
            </a:extLst>
          </p:cNvPr>
          <p:cNvSpPr>
            <a:spLocks noGrp="1"/>
          </p:cNvSpPr>
          <p:nvPr>
            <p:ph type="title"/>
          </p:nvPr>
        </p:nvSpPr>
        <p:spPr/>
        <p:txBody>
          <a:bodyPr/>
          <a:lstStyle/>
          <a:p>
            <a:endParaRPr lang="en-AU"/>
          </a:p>
        </p:txBody>
      </p:sp>
      <p:sp>
        <p:nvSpPr>
          <p:cNvPr id="3" name="Content Placeholder 2">
            <a:extLst>
              <a:ext uri="{FF2B5EF4-FFF2-40B4-BE49-F238E27FC236}">
                <a16:creationId xmlns:a16="http://schemas.microsoft.com/office/drawing/2014/main" id="{383DDC9F-1579-C653-8C31-8B2ECB417330}"/>
              </a:ext>
            </a:extLst>
          </p:cNvPr>
          <p:cNvSpPr>
            <a:spLocks noGrp="1"/>
          </p:cNvSpPr>
          <p:nvPr>
            <p:ph idx="1"/>
          </p:nvPr>
        </p:nvSpPr>
        <p:spPr/>
        <p:txBody>
          <a:bodyPr/>
          <a:lstStyle/>
          <a:p>
            <a:endParaRPr lang="en-AU"/>
          </a:p>
        </p:txBody>
      </p:sp>
      <p:pic>
        <p:nvPicPr>
          <p:cNvPr id="5" name="Picture 4">
            <a:extLst>
              <a:ext uri="{FF2B5EF4-FFF2-40B4-BE49-F238E27FC236}">
                <a16:creationId xmlns:a16="http://schemas.microsoft.com/office/drawing/2014/main" id="{57BB0D99-9E73-C9D5-3FD5-4FA8AC90B72E}"/>
              </a:ext>
            </a:extLst>
          </p:cNvPr>
          <p:cNvPicPr>
            <a:picLocks noChangeAspect="1"/>
          </p:cNvPicPr>
          <p:nvPr/>
        </p:nvPicPr>
        <p:blipFill>
          <a:blip r:embed="rId2"/>
          <a:stretch>
            <a:fillRect/>
          </a:stretch>
        </p:blipFill>
        <p:spPr>
          <a:xfrm>
            <a:off x="742455" y="0"/>
            <a:ext cx="4614406" cy="3391369"/>
          </a:xfrm>
          <a:prstGeom prst="rect">
            <a:avLst/>
          </a:prstGeom>
        </p:spPr>
      </p:pic>
      <p:pic>
        <p:nvPicPr>
          <p:cNvPr id="7" name="Picture 6">
            <a:extLst>
              <a:ext uri="{FF2B5EF4-FFF2-40B4-BE49-F238E27FC236}">
                <a16:creationId xmlns:a16="http://schemas.microsoft.com/office/drawing/2014/main" id="{8E89D743-F0E4-7FBB-26BC-C7B42514F77D}"/>
              </a:ext>
            </a:extLst>
          </p:cNvPr>
          <p:cNvPicPr>
            <a:picLocks noChangeAspect="1"/>
          </p:cNvPicPr>
          <p:nvPr/>
        </p:nvPicPr>
        <p:blipFill>
          <a:blip r:embed="rId3"/>
          <a:stretch>
            <a:fillRect/>
          </a:stretch>
        </p:blipFill>
        <p:spPr>
          <a:xfrm>
            <a:off x="6739394" y="-50648"/>
            <a:ext cx="4614406" cy="3296704"/>
          </a:xfrm>
          <a:prstGeom prst="rect">
            <a:avLst/>
          </a:prstGeom>
        </p:spPr>
      </p:pic>
      <p:pic>
        <p:nvPicPr>
          <p:cNvPr id="9" name="Picture 8">
            <a:extLst>
              <a:ext uri="{FF2B5EF4-FFF2-40B4-BE49-F238E27FC236}">
                <a16:creationId xmlns:a16="http://schemas.microsoft.com/office/drawing/2014/main" id="{FBA5F512-73E9-4F5F-ABBA-E708720C7486}"/>
              </a:ext>
            </a:extLst>
          </p:cNvPr>
          <p:cNvPicPr>
            <a:picLocks noChangeAspect="1"/>
          </p:cNvPicPr>
          <p:nvPr/>
        </p:nvPicPr>
        <p:blipFill>
          <a:blip r:embed="rId4"/>
          <a:stretch>
            <a:fillRect/>
          </a:stretch>
        </p:blipFill>
        <p:spPr>
          <a:xfrm>
            <a:off x="419101" y="3301921"/>
            <a:ext cx="4937760" cy="3541963"/>
          </a:xfrm>
          <a:prstGeom prst="rect">
            <a:avLst/>
          </a:prstGeom>
        </p:spPr>
      </p:pic>
      <p:pic>
        <p:nvPicPr>
          <p:cNvPr id="11" name="Picture 10">
            <a:extLst>
              <a:ext uri="{FF2B5EF4-FFF2-40B4-BE49-F238E27FC236}">
                <a16:creationId xmlns:a16="http://schemas.microsoft.com/office/drawing/2014/main" id="{BB9D6FBB-0E1A-43CA-E310-6AD3CA3DD585}"/>
              </a:ext>
            </a:extLst>
          </p:cNvPr>
          <p:cNvPicPr>
            <a:picLocks noChangeAspect="1"/>
          </p:cNvPicPr>
          <p:nvPr/>
        </p:nvPicPr>
        <p:blipFill>
          <a:blip r:embed="rId5"/>
          <a:stretch>
            <a:fillRect/>
          </a:stretch>
        </p:blipFill>
        <p:spPr>
          <a:xfrm>
            <a:off x="7204534" y="3188472"/>
            <a:ext cx="4973661" cy="3669527"/>
          </a:xfrm>
          <a:prstGeom prst="rect">
            <a:avLst/>
          </a:prstGeom>
        </p:spPr>
      </p:pic>
    </p:spTree>
    <p:extLst>
      <p:ext uri="{BB962C8B-B14F-4D97-AF65-F5344CB8AC3E}">
        <p14:creationId xmlns:p14="http://schemas.microsoft.com/office/powerpoint/2010/main" val="301546980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7AA57E7-68CC-80F7-B972-7F8686A3B3B1}"/>
              </a:ext>
            </a:extLst>
          </p:cNvPr>
          <p:cNvSpPr>
            <a:spLocks noGrp="1"/>
          </p:cNvSpPr>
          <p:nvPr>
            <p:ph type="title"/>
          </p:nvPr>
        </p:nvSpPr>
        <p:spPr>
          <a:xfrm>
            <a:off x="1043631" y="809898"/>
            <a:ext cx="9942716" cy="1554480"/>
          </a:xfrm>
        </p:spPr>
        <p:txBody>
          <a:bodyPr anchor="ctr">
            <a:normAutofit/>
          </a:bodyPr>
          <a:lstStyle/>
          <a:p>
            <a:r>
              <a:rPr lang="en-US" sz="4800"/>
              <a:t>Empathy map</a:t>
            </a:r>
            <a:endParaRPr lang="en-US"/>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59" name="Content Placeholder 58">
            <a:extLst>
              <a:ext uri="{FF2B5EF4-FFF2-40B4-BE49-F238E27FC236}">
                <a16:creationId xmlns:a16="http://schemas.microsoft.com/office/drawing/2014/main" id="{C04AA241-D4D8-4ED3-7A44-1CA89225DA6F}"/>
              </a:ext>
            </a:extLst>
          </p:cNvPr>
          <p:cNvGraphicFramePr>
            <a:graphicFrameLocks noGrp="1"/>
          </p:cNvGraphicFramePr>
          <p:nvPr>
            <p:ph idx="1"/>
            <p:extLst>
              <p:ext uri="{D42A27DB-BD31-4B8C-83A1-F6EECF244321}">
                <p14:modId xmlns:p14="http://schemas.microsoft.com/office/powerpoint/2010/main" val="2773700345"/>
              </p:ext>
            </p:extLst>
          </p:nvPr>
        </p:nvGraphicFramePr>
        <p:xfrm>
          <a:off x="848590" y="2580409"/>
          <a:ext cx="10494730" cy="1702264"/>
        </p:xfrm>
        <a:graphic>
          <a:graphicData uri="http://schemas.openxmlformats.org/drawingml/2006/table">
            <a:tbl>
              <a:tblPr bandRow="1">
                <a:tableStyleId>{5C22544A-7EE6-4342-B048-85BDC9FD1C3A}</a:tableStyleId>
              </a:tblPr>
              <a:tblGrid>
                <a:gridCol w="5247365">
                  <a:extLst>
                    <a:ext uri="{9D8B030D-6E8A-4147-A177-3AD203B41FA5}">
                      <a16:colId xmlns:a16="http://schemas.microsoft.com/office/drawing/2014/main" val="3307508896"/>
                    </a:ext>
                  </a:extLst>
                </a:gridCol>
                <a:gridCol w="5247365">
                  <a:extLst>
                    <a:ext uri="{9D8B030D-6E8A-4147-A177-3AD203B41FA5}">
                      <a16:colId xmlns:a16="http://schemas.microsoft.com/office/drawing/2014/main" val="2832495967"/>
                    </a:ext>
                  </a:extLst>
                </a:gridCol>
              </a:tblGrid>
              <a:tr h="243228">
                <a:tc>
                  <a:txBody>
                    <a:bodyPr/>
                    <a:lstStyle/>
                    <a:p>
                      <a:pPr marL="0" marR="0" indent="0" algn="l" rtl="0" fontAlgn="base">
                        <a:buNone/>
                      </a:pPr>
                      <a:r>
                        <a:rPr lang="en-AU" sz="1400" b="1" i="0">
                          <a:solidFill>
                            <a:srgbClr val="000000"/>
                          </a:solidFill>
                          <a:effectLst/>
                          <a:latin typeface="Aptos"/>
                        </a:rPr>
                        <a:t>SAYS</a:t>
                      </a:r>
                      <a:endParaRPr lang="en-AU" sz="1400" b="0" i="0">
                        <a:solidFill>
                          <a:srgbClr val="000000"/>
                        </a:solidFill>
                        <a:effectLst/>
                        <a:latin typeface="Aptos"/>
                      </a:endParaRPr>
                    </a:p>
                  </a:txBody>
                  <a:tcPr marL="70295" marR="70295" marT="35147" marB="35147"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0" marR="0" indent="0" algn="l" rtl="0" fontAlgn="base">
                        <a:buNone/>
                      </a:pPr>
                      <a:r>
                        <a:rPr lang="en-AU" sz="1400" b="1" i="0">
                          <a:solidFill>
                            <a:srgbClr val="000000"/>
                          </a:solidFill>
                          <a:effectLst/>
                          <a:latin typeface="Aptos"/>
                        </a:rPr>
                        <a:t>THINKS</a:t>
                      </a:r>
                      <a:endParaRPr lang="en-AU" sz="1400" b="0" i="0">
                        <a:solidFill>
                          <a:srgbClr val="000000"/>
                        </a:solidFill>
                        <a:effectLst/>
                        <a:latin typeface="Aptos"/>
                      </a:endParaRPr>
                    </a:p>
                  </a:txBody>
                  <a:tcPr marL="70295" marR="70295" marT="35147" marB="35147"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565098070"/>
                  </a:ext>
                </a:extLst>
              </a:tr>
              <a:tr h="243228">
                <a:tc>
                  <a:txBody>
                    <a:bodyPr/>
                    <a:lstStyle/>
                    <a:p>
                      <a:pPr marL="0" marR="0" indent="0" algn="l" rtl="0" fontAlgn="base">
                        <a:buNone/>
                      </a:pPr>
                      <a:r>
                        <a:rPr lang="en-AU" sz="1400" b="0" i="0">
                          <a:solidFill>
                            <a:srgbClr val="000000"/>
                          </a:solidFill>
                          <a:effectLst/>
                          <a:latin typeface="Aptos"/>
                        </a:rPr>
                        <a:t>"Is this tap water actually safe?"</a:t>
                      </a:r>
                      <a:endParaRPr lang="en-US" sz="1400" b="0" i="0">
                        <a:solidFill>
                          <a:srgbClr val="000000"/>
                        </a:solidFill>
                        <a:effectLst/>
                        <a:latin typeface="Aptos"/>
                      </a:endParaRPr>
                    </a:p>
                  </a:txBody>
                  <a:tcPr marL="70295" marR="70295" marT="35147" marB="35147"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0" marR="0" indent="0" algn="l" rtl="0" fontAlgn="base">
                        <a:buNone/>
                      </a:pPr>
                      <a:r>
                        <a:rPr lang="en-AU" sz="1400" b="0" i="0">
                          <a:solidFill>
                            <a:srgbClr val="000000"/>
                          </a:solidFill>
                          <a:effectLst/>
                          <a:latin typeface="Aptos"/>
                        </a:rPr>
                        <a:t>"I don't want to ruin my trip by getting sick."</a:t>
                      </a:r>
                      <a:endParaRPr lang="en-US" sz="1400" b="0" i="0">
                        <a:solidFill>
                          <a:srgbClr val="000000"/>
                        </a:solidFill>
                        <a:effectLst/>
                        <a:latin typeface="Aptos"/>
                      </a:endParaRPr>
                    </a:p>
                  </a:txBody>
                  <a:tcPr marL="70295" marR="70295" marT="35147" marB="35147"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25176399"/>
                  </a:ext>
                </a:extLst>
              </a:tr>
              <a:tr h="425651">
                <a:tc>
                  <a:txBody>
                    <a:bodyPr/>
                    <a:lstStyle/>
                    <a:p>
                      <a:pPr marL="0" marR="0" indent="0" algn="l" rtl="0" fontAlgn="base">
                        <a:buNone/>
                      </a:pPr>
                      <a:r>
                        <a:rPr lang="en-AU" sz="1400" b="0" i="0">
                          <a:solidFill>
                            <a:srgbClr val="000000"/>
                          </a:solidFill>
                          <a:effectLst/>
                          <a:latin typeface="Aptos"/>
                        </a:rPr>
                        <a:t>"Should I buy bottled water instead?"</a:t>
                      </a:r>
                      <a:endParaRPr lang="en-US" sz="1400" b="0" i="0">
                        <a:solidFill>
                          <a:srgbClr val="000000"/>
                        </a:solidFill>
                        <a:effectLst/>
                        <a:latin typeface="Aptos"/>
                      </a:endParaRPr>
                    </a:p>
                  </a:txBody>
                  <a:tcPr marL="70295" marR="70295" marT="35147" marB="35147"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0" marR="0" indent="0" algn="l" rtl="0" fontAlgn="base">
                        <a:buNone/>
                      </a:pPr>
                      <a:r>
                        <a:rPr lang="en-AU" sz="1400" b="0" i="0">
                          <a:solidFill>
                            <a:srgbClr val="000000"/>
                          </a:solidFill>
                          <a:effectLst/>
                          <a:latin typeface="Aptos"/>
                        </a:rPr>
                        <a:t>"I wish there was an easy way to know if this water is clean."</a:t>
                      </a:r>
                      <a:endParaRPr lang="en-US" sz="1400" b="0" i="0">
                        <a:solidFill>
                          <a:srgbClr val="000000"/>
                        </a:solidFill>
                        <a:effectLst/>
                        <a:latin typeface="Aptos"/>
                      </a:endParaRPr>
                    </a:p>
                  </a:txBody>
                  <a:tcPr marL="70295" marR="70295" marT="35147" marB="35147"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88727269"/>
                  </a:ext>
                </a:extLst>
              </a:tr>
              <a:tr h="243228">
                <a:tc>
                  <a:txBody>
                    <a:bodyPr/>
                    <a:lstStyle/>
                    <a:p>
                      <a:pPr marL="0" marR="0" indent="0" algn="l" rtl="0" fontAlgn="base">
                        <a:buNone/>
                      </a:pPr>
                      <a:r>
                        <a:rPr lang="en-AU" sz="1400" b="0" i="0">
                          <a:solidFill>
                            <a:srgbClr val="000000"/>
                          </a:solidFill>
                          <a:effectLst/>
                          <a:latin typeface="Aptos"/>
                        </a:rPr>
                        <a:t>"The locals drink it, but can I?"</a:t>
                      </a:r>
                      <a:endParaRPr lang="en-US" sz="1400" b="0" i="0">
                        <a:solidFill>
                          <a:srgbClr val="000000"/>
                        </a:solidFill>
                        <a:effectLst/>
                        <a:latin typeface="Aptos"/>
                      </a:endParaRPr>
                    </a:p>
                  </a:txBody>
                  <a:tcPr marL="70295" marR="70295" marT="35147" marB="35147"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0" marR="0" indent="0" algn="l" rtl="0" fontAlgn="base">
                        <a:buNone/>
                      </a:pPr>
                      <a:r>
                        <a:rPr lang="en-AU" sz="1400" b="0" i="0">
                          <a:solidFill>
                            <a:srgbClr val="000000"/>
                          </a:solidFill>
                          <a:effectLst/>
                          <a:latin typeface="Aptos"/>
                        </a:rPr>
                        <a:t>"Can I trust what people are telling me?"</a:t>
                      </a:r>
                      <a:endParaRPr lang="en-US" sz="1400" b="0" i="0">
                        <a:solidFill>
                          <a:srgbClr val="000000"/>
                        </a:solidFill>
                        <a:effectLst/>
                        <a:latin typeface="Aptos"/>
                      </a:endParaRPr>
                    </a:p>
                  </a:txBody>
                  <a:tcPr marL="70295" marR="70295" marT="35147" marB="35147"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378615523"/>
                  </a:ext>
                </a:extLst>
              </a:tr>
              <a:tr h="425651">
                <a:tc>
                  <a:txBody>
                    <a:bodyPr/>
                    <a:lstStyle/>
                    <a:p>
                      <a:pPr marL="0" marR="0" indent="0" algn="l" rtl="0" fontAlgn="base">
                        <a:buNone/>
                      </a:pPr>
                      <a:r>
                        <a:rPr lang="en-AU" sz="1400" b="0" i="0">
                          <a:solidFill>
                            <a:srgbClr val="000000"/>
                          </a:solidFill>
                          <a:effectLst/>
                          <a:latin typeface="Aptos"/>
                        </a:rPr>
                        <a:t>"I don't want to waste money on bottled water if I don't have to."</a:t>
                      </a:r>
                      <a:endParaRPr lang="en-US" sz="1400" b="0" i="0">
                        <a:solidFill>
                          <a:srgbClr val="000000"/>
                        </a:solidFill>
                        <a:effectLst/>
                        <a:latin typeface="Aptos"/>
                      </a:endParaRPr>
                    </a:p>
                  </a:txBody>
                  <a:tcPr marL="70295" marR="70295" marT="35147" marB="35147"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0" marR="0" indent="0" algn="l" rtl="0" fontAlgn="base">
                        <a:buNone/>
                      </a:pPr>
                      <a:r>
                        <a:rPr lang="en-AU" sz="1400" b="0" i="0">
                          <a:solidFill>
                            <a:srgbClr val="000000"/>
                          </a:solidFill>
                          <a:effectLst/>
                          <a:latin typeface="Aptos"/>
                        </a:rPr>
                        <a:t>"What if the water looks clean but still has harmful bacteria?"</a:t>
                      </a:r>
                      <a:endParaRPr lang="en-US" sz="1400" b="0" i="0">
                        <a:solidFill>
                          <a:srgbClr val="000000"/>
                        </a:solidFill>
                        <a:effectLst/>
                        <a:latin typeface="Aptos"/>
                      </a:endParaRPr>
                    </a:p>
                  </a:txBody>
                  <a:tcPr marL="70295" marR="70295" marT="35147" marB="35147"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357275389"/>
                  </a:ext>
                </a:extLst>
              </a:tr>
            </a:tbl>
          </a:graphicData>
        </a:graphic>
      </p:graphicFrame>
      <p:graphicFrame>
        <p:nvGraphicFramePr>
          <p:cNvPr id="61" name="Table 60">
            <a:extLst>
              <a:ext uri="{FF2B5EF4-FFF2-40B4-BE49-F238E27FC236}">
                <a16:creationId xmlns:a16="http://schemas.microsoft.com/office/drawing/2014/main" id="{A43B6AB0-3DA1-1C0B-3C5F-DBA82F8DBD83}"/>
              </a:ext>
            </a:extLst>
          </p:cNvPr>
          <p:cNvGraphicFramePr>
            <a:graphicFrameLocks noGrp="1"/>
          </p:cNvGraphicFramePr>
          <p:nvPr>
            <p:extLst>
              <p:ext uri="{D42A27DB-BD31-4B8C-83A1-F6EECF244321}">
                <p14:modId xmlns:p14="http://schemas.microsoft.com/office/powerpoint/2010/main" val="974319584"/>
              </p:ext>
            </p:extLst>
          </p:nvPr>
        </p:nvGraphicFramePr>
        <p:xfrm>
          <a:off x="838200" y="4501797"/>
          <a:ext cx="10515600" cy="1937291"/>
        </p:xfrm>
        <a:graphic>
          <a:graphicData uri="http://schemas.openxmlformats.org/drawingml/2006/table">
            <a:tbl>
              <a:tblPr bandRow="1">
                <a:tableStyleId>{5C22544A-7EE6-4342-B048-85BDC9FD1C3A}</a:tableStyleId>
              </a:tblPr>
              <a:tblGrid>
                <a:gridCol w="5257800">
                  <a:extLst>
                    <a:ext uri="{9D8B030D-6E8A-4147-A177-3AD203B41FA5}">
                      <a16:colId xmlns:a16="http://schemas.microsoft.com/office/drawing/2014/main" val="715813763"/>
                    </a:ext>
                  </a:extLst>
                </a:gridCol>
                <a:gridCol w="5257800">
                  <a:extLst>
                    <a:ext uri="{9D8B030D-6E8A-4147-A177-3AD203B41FA5}">
                      <a16:colId xmlns:a16="http://schemas.microsoft.com/office/drawing/2014/main" val="441424277"/>
                    </a:ext>
                  </a:extLst>
                </a:gridCol>
              </a:tblGrid>
              <a:tr h="325507">
                <a:tc>
                  <a:txBody>
                    <a:bodyPr/>
                    <a:lstStyle/>
                    <a:p>
                      <a:pPr marL="0" marR="0" indent="0" algn="l" rtl="0" fontAlgn="base">
                        <a:buNone/>
                      </a:pPr>
                      <a:r>
                        <a:rPr lang="en-AU" sz="1400" b="1" i="0">
                          <a:solidFill>
                            <a:srgbClr val="000000"/>
                          </a:solidFill>
                          <a:effectLst/>
                          <a:latin typeface="Aptos"/>
                        </a:rPr>
                        <a:t>DOES</a:t>
                      </a:r>
                      <a:endParaRPr lang="en-AU"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0" marR="0" indent="0" algn="l" rtl="0" fontAlgn="base">
                        <a:buNone/>
                      </a:pPr>
                      <a:r>
                        <a:rPr lang="en-AU" sz="1400" b="1" i="0">
                          <a:solidFill>
                            <a:srgbClr val="000000"/>
                          </a:solidFill>
                          <a:effectLst/>
                          <a:latin typeface="Aptos"/>
                        </a:rPr>
                        <a:t>FEELS</a:t>
                      </a:r>
                      <a:endParaRPr lang="en-AU"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802277166"/>
                  </a:ext>
                </a:extLst>
              </a:tr>
              <a:tr h="325507">
                <a:tc>
                  <a:txBody>
                    <a:bodyPr/>
                    <a:lstStyle/>
                    <a:p>
                      <a:pPr marL="0" marR="0" indent="0" algn="l" rtl="0" fontAlgn="base">
                        <a:buNone/>
                      </a:pPr>
                      <a:r>
                        <a:rPr lang="en-AU" sz="1400" b="0" i="0">
                          <a:solidFill>
                            <a:srgbClr val="000000"/>
                          </a:solidFill>
                          <a:effectLst/>
                          <a:latin typeface="Aptos"/>
                        </a:rPr>
                        <a:t>Buys bottled water whenever possible.</a:t>
                      </a:r>
                      <a:endParaRPr lang="en-US"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0" marR="0" indent="0" algn="l" rtl="0" fontAlgn="base">
                        <a:buNone/>
                      </a:pPr>
                      <a:r>
                        <a:rPr lang="en-AU" sz="1400" b="0" i="0">
                          <a:solidFill>
                            <a:srgbClr val="000000"/>
                          </a:solidFill>
                          <a:effectLst/>
                          <a:latin typeface="Aptos"/>
                        </a:rPr>
                        <a:t>Anxious about drinking unfamiliar water.</a:t>
                      </a:r>
                      <a:endParaRPr lang="en-US"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971608796"/>
                  </a:ext>
                </a:extLst>
              </a:tr>
              <a:tr h="325507">
                <a:tc>
                  <a:txBody>
                    <a:bodyPr/>
                    <a:lstStyle/>
                    <a:p>
                      <a:pPr marL="0" marR="0" indent="0" algn="l" rtl="0" fontAlgn="base">
                        <a:buNone/>
                      </a:pPr>
                      <a:r>
                        <a:rPr lang="en-AU" sz="1400" b="0" i="0">
                          <a:solidFill>
                            <a:srgbClr val="000000"/>
                          </a:solidFill>
                          <a:effectLst/>
                          <a:latin typeface="Aptos"/>
                        </a:rPr>
                        <a:t>Asks locals or hotel staff if the water is safe.</a:t>
                      </a:r>
                      <a:endParaRPr lang="en-US"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0" marR="0" indent="0" algn="l" rtl="0" fontAlgn="base">
                        <a:buNone/>
                      </a:pPr>
                      <a:r>
                        <a:rPr lang="en-AU" sz="1400" b="0" i="0">
                          <a:solidFill>
                            <a:srgbClr val="000000"/>
                          </a:solidFill>
                          <a:effectLst/>
                          <a:latin typeface="Aptos"/>
                        </a:rPr>
                        <a:t>Uncertain because there is no clear evidence.</a:t>
                      </a:r>
                      <a:endParaRPr lang="en-US"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259026087"/>
                  </a:ext>
                </a:extLst>
              </a:tr>
              <a:tr h="325507">
                <a:tc>
                  <a:txBody>
                    <a:bodyPr/>
                    <a:lstStyle/>
                    <a:p>
                      <a:pPr marL="0" marR="0" indent="0" algn="l" rtl="0" fontAlgn="base">
                        <a:buNone/>
                      </a:pPr>
                      <a:r>
                        <a:rPr lang="en-AU" sz="1400" b="0" i="0">
                          <a:solidFill>
                            <a:srgbClr val="000000"/>
                          </a:solidFill>
                          <a:effectLst/>
                          <a:latin typeface="Aptos"/>
                        </a:rPr>
                        <a:t>Boils water before drinking when possible.</a:t>
                      </a:r>
                      <a:endParaRPr lang="en-US"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0" marR="0" indent="0" algn="l" rtl="0" fontAlgn="base">
                        <a:buNone/>
                      </a:pPr>
                      <a:r>
                        <a:rPr lang="en-AU" sz="1400" b="0" i="0">
                          <a:solidFill>
                            <a:srgbClr val="000000"/>
                          </a:solidFill>
                          <a:effectLst/>
                          <a:latin typeface="Aptos"/>
                        </a:rPr>
                        <a:t>Frustrated by conflicting advice.</a:t>
                      </a:r>
                      <a:endParaRPr lang="en-US"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150254733"/>
                  </a:ext>
                </a:extLst>
              </a:tr>
              <a:tr h="325507">
                <a:tc>
                  <a:txBody>
                    <a:bodyPr/>
                    <a:lstStyle/>
                    <a:p>
                      <a:pPr marL="0" marR="0" indent="0" algn="l" rtl="0" fontAlgn="base">
                        <a:buNone/>
                      </a:pPr>
                      <a:r>
                        <a:rPr lang="en-AU" sz="1400" b="0" i="0">
                          <a:solidFill>
                            <a:srgbClr val="000000"/>
                          </a:solidFill>
                          <a:effectLst/>
                          <a:latin typeface="Aptos"/>
                        </a:rPr>
                        <a:t>Avoids drinking as much water as possible.</a:t>
                      </a:r>
                      <a:endParaRPr lang="en-US"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0" marR="0" indent="0" algn="l" rtl="0" fontAlgn="base">
                        <a:buNone/>
                      </a:pPr>
                      <a:r>
                        <a:rPr lang="en-AU" sz="1400" b="0" i="0">
                          <a:solidFill>
                            <a:srgbClr val="000000"/>
                          </a:solidFill>
                          <a:effectLst/>
                          <a:latin typeface="Aptos"/>
                        </a:rPr>
                        <a:t>Relieved when they know the water is safe.</a:t>
                      </a:r>
                      <a:endParaRPr lang="en-US"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129127730"/>
                  </a:ext>
                </a:extLst>
              </a:tr>
              <a:tr h="309756">
                <a:tc>
                  <a:txBody>
                    <a:bodyPr/>
                    <a:lstStyle/>
                    <a:p>
                      <a:pPr marL="0" marR="0" indent="0" algn="l" rtl="0" fontAlgn="base">
                        <a:buNone/>
                      </a:pPr>
                      <a:r>
                        <a:rPr lang="en-AU" sz="1400" b="0" i="0">
                          <a:solidFill>
                            <a:srgbClr val="000000"/>
                          </a:solidFill>
                          <a:effectLst/>
                          <a:latin typeface="Aptos"/>
                        </a:rPr>
                        <a:t>Avoids drinking tap water in unfamiliar places.</a:t>
                      </a:r>
                      <a:endParaRPr lang="en-US"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0" marR="0" indent="0" algn="l" rtl="0" fontAlgn="base">
                        <a:buNone/>
                      </a:pPr>
                      <a:r>
                        <a:rPr lang="en-AU" sz="1400" b="0" i="0">
                          <a:solidFill>
                            <a:srgbClr val="000000"/>
                          </a:solidFill>
                          <a:effectLst/>
                          <a:latin typeface="Aptos"/>
                        </a:rPr>
                        <a:t>Worried about food poisoning or stomach illnesses.</a:t>
                      </a:r>
                      <a:endParaRPr lang="en-US"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436095359"/>
                  </a:ext>
                </a:extLst>
              </a:tr>
            </a:tbl>
          </a:graphicData>
        </a:graphic>
      </p:graphicFrame>
    </p:spTree>
    <p:extLst>
      <p:ext uri="{BB962C8B-B14F-4D97-AF65-F5344CB8AC3E}">
        <p14:creationId xmlns:p14="http://schemas.microsoft.com/office/powerpoint/2010/main" val="30228937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0" name="Rectangle 79">
            <a:extLst>
              <a:ext uri="{FF2B5EF4-FFF2-40B4-BE49-F238E27FC236}">
                <a16:creationId xmlns:a16="http://schemas.microsoft.com/office/drawing/2014/main" id="{19D32F93-50AC-4C46-A5DB-291C60DDB7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a:extLst>
              <a:ext uri="{FF2B5EF4-FFF2-40B4-BE49-F238E27FC236}">
                <a16:creationId xmlns:a16="http://schemas.microsoft.com/office/drawing/2014/main" id="{659EA95B-100E-0446-4B7D-481A03839FB3}"/>
              </a:ex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1289303" y="1119116"/>
            <a:ext cx="9419723" cy="2213635"/>
          </a:xfrm>
          <a:prstGeom prst="rect">
            <a:avLst/>
          </a:prstGeom>
        </p:spPr>
      </p:pic>
      <p:sp>
        <p:nvSpPr>
          <p:cNvPr id="82" name="Right Triangle 81">
            <a:extLst>
              <a:ext uri="{FF2B5EF4-FFF2-40B4-BE49-F238E27FC236}">
                <a16:creationId xmlns:a16="http://schemas.microsoft.com/office/drawing/2014/main" id="{827DC2C4-B485-428A-BF4A-472D2967F4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Rectangle 83">
            <a:extLst>
              <a:ext uri="{FF2B5EF4-FFF2-40B4-BE49-F238E27FC236}">
                <a16:creationId xmlns:a16="http://schemas.microsoft.com/office/drawing/2014/main" id="{EE04B5EB-F158-4507-90DD-BD23620C7C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1C16963-ECB7-19CB-C33A-B083B7563E37}"/>
              </a:ext>
            </a:extLst>
          </p:cNvPr>
          <p:cNvSpPr>
            <a:spLocks noGrp="1"/>
          </p:cNvSpPr>
          <p:nvPr>
            <p:ph type="title"/>
          </p:nvPr>
        </p:nvSpPr>
        <p:spPr>
          <a:xfrm>
            <a:off x="1289304" y="3429000"/>
            <a:ext cx="8921672" cy="1713305"/>
          </a:xfrm>
        </p:spPr>
        <p:txBody>
          <a:bodyPr vert="horz" lIns="91440" tIns="45720" rIns="91440" bIns="45720" rtlCol="0" anchor="b">
            <a:normAutofit/>
          </a:bodyPr>
          <a:lstStyle/>
          <a:p>
            <a:r>
              <a:rPr lang="en-US" sz="8000" b="0" i="0" kern="1200">
                <a:solidFill>
                  <a:schemeClr val="tx1"/>
                </a:solidFill>
                <a:latin typeface="+mj-lt"/>
                <a:ea typeface="+mj-ea"/>
                <a:cs typeface="+mj-cs"/>
              </a:rPr>
              <a:t>Ideate</a:t>
            </a:r>
          </a:p>
        </p:txBody>
      </p:sp>
    </p:spTree>
    <p:extLst>
      <p:ext uri="{BB962C8B-B14F-4D97-AF65-F5344CB8AC3E}">
        <p14:creationId xmlns:p14="http://schemas.microsoft.com/office/powerpoint/2010/main" val="289735955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F9214ED-179A-0B65-50E5-204EF28F27F1}"/>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C1CC761-0608-0088-EDB1-3591810F82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C5DCDA4-8137-72F0-C48F-0B99171FA71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9E844A47-622E-3571-BF3E-E77AF497F40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84C60AC4-1235-EB7C-C499-37C2E21DF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56ECEDF1-A563-2E5B-5F94-3D22F801B9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E9CE562D-2ECB-8BB7-ACB8-2D3C066B04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FB5C6FE-A736-5FCE-CD39-0C1663242E4A}"/>
              </a:ext>
            </a:extLst>
          </p:cNvPr>
          <p:cNvSpPr>
            <a:spLocks noGrp="1"/>
          </p:cNvSpPr>
          <p:nvPr>
            <p:ph type="title"/>
          </p:nvPr>
        </p:nvSpPr>
        <p:spPr>
          <a:xfrm>
            <a:off x="1043631" y="809898"/>
            <a:ext cx="9942716" cy="1554480"/>
          </a:xfrm>
        </p:spPr>
        <p:txBody>
          <a:bodyPr anchor="ctr">
            <a:normAutofit/>
          </a:bodyPr>
          <a:lstStyle/>
          <a:p>
            <a:r>
              <a:rPr lang="en-US" sz="4800"/>
              <a:t>Filter </a:t>
            </a:r>
          </a:p>
        </p:txBody>
      </p:sp>
      <p:sp>
        <p:nvSpPr>
          <p:cNvPr id="7" name="Content Placeholder 2">
            <a:extLst>
              <a:ext uri="{FF2B5EF4-FFF2-40B4-BE49-F238E27FC236}">
                <a16:creationId xmlns:a16="http://schemas.microsoft.com/office/drawing/2014/main" id="{6AC99089-EC87-66ED-706B-80DF1158A821}"/>
              </a:ext>
            </a:extLst>
          </p:cNvPr>
          <p:cNvSpPr>
            <a:spLocks noGrp="1"/>
          </p:cNvSpPr>
          <p:nvPr>
            <p:ph idx="1"/>
          </p:nvPr>
        </p:nvSpPr>
        <p:spPr>
          <a:xfrm>
            <a:off x="1045028" y="3017522"/>
            <a:ext cx="9941319" cy="3124658"/>
          </a:xfrm>
        </p:spPr>
        <p:txBody>
          <a:bodyPr anchor="ctr">
            <a:normAutofit/>
          </a:bodyPr>
          <a:lstStyle/>
          <a:p>
            <a:r>
              <a:rPr lang="en-US" sz="1300" b="1"/>
              <a:t>Our choices </a:t>
            </a:r>
          </a:p>
          <a:p>
            <a:r>
              <a:rPr lang="en-US" sz="1300" b="1"/>
              <a:t>Creating a device that detects the cleanliness of bodies of water </a:t>
            </a:r>
          </a:p>
          <a:p>
            <a:pPr>
              <a:buFontTx/>
              <a:buChar char="-"/>
            </a:pPr>
            <a:r>
              <a:rPr lang="en-AU" sz="1300"/>
              <a:t>It directly addresses the concerns people have about water  safety.</a:t>
            </a:r>
          </a:p>
          <a:p>
            <a:pPr>
              <a:buFontTx/>
              <a:buChar char="-"/>
            </a:pPr>
            <a:r>
              <a:rPr lang="en-AU" sz="1300"/>
              <a:t>It helps reduce the risk of drinking contaminated water.</a:t>
            </a:r>
          </a:p>
          <a:p>
            <a:pPr>
              <a:buFontTx/>
              <a:buChar char="-"/>
            </a:pPr>
            <a:r>
              <a:rPr lang="en-AU" sz="1300"/>
              <a:t>The device can detect contamination that cannot be seen with the naked eye.</a:t>
            </a:r>
            <a:endParaRPr lang="en-US" sz="1300"/>
          </a:p>
          <a:p>
            <a:r>
              <a:rPr lang="en-US" sz="1300" b="1"/>
              <a:t>Creating a portable </a:t>
            </a:r>
            <a:r>
              <a:rPr lang="en-AU" sz="1300" b="1"/>
              <a:t>submersible water quality surveyance probe.</a:t>
            </a:r>
          </a:p>
          <a:p>
            <a:pPr>
              <a:buFontTx/>
              <a:buChar char="-"/>
            </a:pPr>
            <a:r>
              <a:rPr lang="en-AU" sz="1300"/>
              <a:t>It allows people to test water quickly and accurately wherever they are.</a:t>
            </a:r>
          </a:p>
          <a:p>
            <a:pPr>
              <a:buFontTx/>
              <a:buChar char="-"/>
            </a:pPr>
            <a:r>
              <a:rPr lang="en-AU" sz="1300"/>
              <a:t>Because it is portable, it is ideal for travellers, campers, hikers, emergency workers, and people living in areas where water quality is uncertain.</a:t>
            </a:r>
          </a:p>
          <a:p>
            <a:pPr>
              <a:buFontTx/>
              <a:buChar char="-"/>
            </a:pPr>
            <a:r>
              <a:rPr lang="en-AU" sz="1300"/>
              <a:t>Overall, the probe improves health and safety, provides reliable information, and helps people make informed decisions about the water they use.</a:t>
            </a:r>
          </a:p>
          <a:p>
            <a:pPr marL="0" indent="0">
              <a:buNone/>
            </a:pPr>
            <a:endParaRPr lang="en-US" sz="1300"/>
          </a:p>
        </p:txBody>
      </p:sp>
      <p:cxnSp>
        <p:nvCxnSpPr>
          <p:cNvPr id="17" name="Straight Connector 16">
            <a:extLst>
              <a:ext uri="{FF2B5EF4-FFF2-40B4-BE49-F238E27FC236}">
                <a16:creationId xmlns:a16="http://schemas.microsoft.com/office/drawing/2014/main" id="{58A58955-D980-431A-6EA6-B864B8A6BCB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8608853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a:p>
            <a:pPr algn="ctr"/>
            <a:endParaRPr lang="en-US"/>
          </a:p>
        </p:txBody>
      </p:sp>
      <p:sp>
        <p:nvSpPr>
          <p:cNvPr id="2" name="Title 1">
            <a:extLst>
              <a:ext uri="{FF2B5EF4-FFF2-40B4-BE49-F238E27FC236}">
                <a16:creationId xmlns:a16="http://schemas.microsoft.com/office/drawing/2014/main" id="{5BD4AA40-355A-C02C-B9AC-365B969BF878}"/>
              </a:ext>
            </a:extLst>
          </p:cNvPr>
          <p:cNvSpPr>
            <a:spLocks noGrp="1"/>
          </p:cNvSpPr>
          <p:nvPr>
            <p:ph type="title"/>
          </p:nvPr>
        </p:nvSpPr>
        <p:spPr>
          <a:xfrm>
            <a:off x="645064" y="525982"/>
            <a:ext cx="4282983" cy="1200361"/>
          </a:xfrm>
        </p:spPr>
        <p:txBody>
          <a:bodyPr vert="horz" lIns="91440" tIns="45720" rIns="91440" bIns="45720" rtlCol="0" anchor="b">
            <a:normAutofit/>
          </a:bodyPr>
          <a:lstStyle/>
          <a:p>
            <a:r>
              <a:rPr lang="en-US" sz="3600" b="0" i="0" kern="1200">
                <a:solidFill>
                  <a:schemeClr val="tx1"/>
                </a:solidFill>
                <a:latin typeface="+mj-lt"/>
                <a:ea typeface="+mj-ea"/>
                <a:cs typeface="+mj-cs"/>
              </a:rPr>
              <a:t>Final decision </a:t>
            </a:r>
          </a:p>
        </p:txBody>
      </p:sp>
      <p:sp>
        <p:nvSpPr>
          <p:cNvPr id="15" name="Rectangle 14">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E5BE8265-4C5F-67BB-6A15-D068CDB22A3C}"/>
              </a:ext>
            </a:extLst>
          </p:cNvPr>
          <p:cNvSpPr txBox="1"/>
          <p:nvPr/>
        </p:nvSpPr>
        <p:spPr>
          <a:xfrm>
            <a:off x="486721" y="2111008"/>
            <a:ext cx="4282984" cy="3511943"/>
          </a:xfrm>
          <a:prstGeom prst="rect">
            <a:avLst/>
          </a:prstGeom>
        </p:spPr>
        <p:txBody>
          <a:bodyPr vert="horz" lIns="91440" tIns="45720" rIns="91440" bIns="45720" rtlCol="0" anchor="ctr">
            <a:noAutofit/>
          </a:bodyPr>
          <a:lstStyle/>
          <a:p>
            <a:pPr indent="-228600">
              <a:lnSpc>
                <a:spcPct val="90000"/>
              </a:lnSpc>
              <a:spcBef>
                <a:spcPts val="1000"/>
              </a:spcBef>
              <a:buClr>
                <a:schemeClr val="accent1"/>
              </a:buClr>
              <a:buSzPct val="80000"/>
              <a:buFont typeface="Arial" panose="020B0604020202020204" pitchFamily="34" charset="0"/>
              <a:buChar char="•"/>
            </a:pPr>
            <a:r>
              <a:rPr lang="en-US" sz="950"/>
              <a:t>We chose to create a portable submersible water quality surveillance probe because many people are unsure whether the water around them is safe to drink or use. Travelers, campers, hikers, and people in remote areas often worry about getting sick from contaminated water and cannot always trust what they are told or judge the water by its appearance.</a:t>
            </a:r>
          </a:p>
          <a:p>
            <a:pPr indent="-228600">
              <a:lnSpc>
                <a:spcPct val="90000"/>
              </a:lnSpc>
              <a:spcBef>
                <a:spcPts val="1000"/>
              </a:spcBef>
              <a:buClr>
                <a:schemeClr val="accent1"/>
              </a:buClr>
              <a:buSzPct val="80000"/>
              <a:buFont typeface="Arial" panose="020B0604020202020204" pitchFamily="34" charset="0"/>
              <a:buChar char="•"/>
            </a:pPr>
            <a:r>
              <a:rPr lang="en-US" sz="950"/>
              <a:t>Our probe provides a quick and reliable way to test water quality on the spot. It helps users make informed decisions, reduces the risk of waterborne illness, and can save money by avoiding unnecessary purchases of bottled water. We believe this solution will improve health and safety while giving people confidence and peace of mind wherever they are.</a:t>
            </a:r>
          </a:p>
          <a:p>
            <a:pPr indent="-228600">
              <a:lnSpc>
                <a:spcPct val="90000"/>
              </a:lnSpc>
              <a:spcBef>
                <a:spcPts val="1000"/>
              </a:spcBef>
              <a:buClr>
                <a:schemeClr val="accent1"/>
              </a:buClr>
              <a:buSzPct val="80000"/>
              <a:buFont typeface="Arial" panose="020B0604020202020204" pitchFamily="34" charset="0"/>
              <a:buChar char="•"/>
            </a:pPr>
            <a:r>
              <a:rPr lang="en-US" sz="950" b="1"/>
              <a:t>Functional Requirements:</a:t>
            </a:r>
          </a:p>
          <a:p>
            <a:pPr marL="171450" indent="-228600">
              <a:lnSpc>
                <a:spcPct val="90000"/>
              </a:lnSpc>
              <a:spcBef>
                <a:spcPts val="1000"/>
              </a:spcBef>
              <a:buClr>
                <a:schemeClr val="accent1"/>
              </a:buClr>
              <a:buSzPct val="80000"/>
              <a:buFont typeface="Arial" panose="020B0604020202020204" pitchFamily="34" charset="0"/>
              <a:buChar char="•"/>
            </a:pPr>
            <a:r>
              <a:rPr lang="en-US" sz="950"/>
              <a:t>Detect Water Purity </a:t>
            </a:r>
          </a:p>
          <a:p>
            <a:pPr marL="171450" indent="-228600">
              <a:lnSpc>
                <a:spcPct val="90000"/>
              </a:lnSpc>
              <a:spcBef>
                <a:spcPts val="1000"/>
              </a:spcBef>
              <a:buClr>
                <a:schemeClr val="accent1"/>
              </a:buClr>
              <a:buSzPct val="80000"/>
              <a:buFont typeface="Arial" panose="020B0604020202020204" pitchFamily="34" charset="0"/>
              <a:buChar char="•"/>
            </a:pPr>
            <a:r>
              <a:rPr lang="en-US" sz="950"/>
              <a:t>Detect Water Temperature</a:t>
            </a:r>
          </a:p>
          <a:p>
            <a:pPr marL="171450" indent="-228600">
              <a:lnSpc>
                <a:spcPct val="90000"/>
              </a:lnSpc>
              <a:spcBef>
                <a:spcPts val="1000"/>
              </a:spcBef>
              <a:buClr>
                <a:schemeClr val="accent1"/>
              </a:buClr>
              <a:buSzPct val="80000"/>
              <a:buFont typeface="Arial" panose="020B0604020202020204" pitchFamily="34" charset="0"/>
              <a:buChar char="•"/>
            </a:pPr>
            <a:r>
              <a:rPr lang="en-US" sz="950"/>
              <a:t>Dashboard</a:t>
            </a:r>
          </a:p>
          <a:p>
            <a:pPr marL="171450" indent="-228600">
              <a:lnSpc>
                <a:spcPct val="90000"/>
              </a:lnSpc>
              <a:spcBef>
                <a:spcPts val="1000"/>
              </a:spcBef>
              <a:buClr>
                <a:schemeClr val="accent1"/>
              </a:buClr>
              <a:buSzPct val="80000"/>
              <a:buFont typeface="Arial" panose="020B0604020202020204" pitchFamily="34" charset="0"/>
              <a:buChar char="•"/>
            </a:pPr>
            <a:r>
              <a:rPr lang="en-US" sz="950"/>
              <a:t>Be able to function in remote communities</a:t>
            </a:r>
          </a:p>
          <a:p>
            <a:pPr marL="171450" indent="-228600">
              <a:lnSpc>
                <a:spcPct val="90000"/>
              </a:lnSpc>
              <a:spcBef>
                <a:spcPts val="1000"/>
              </a:spcBef>
              <a:buClr>
                <a:schemeClr val="accent1"/>
              </a:buClr>
              <a:buSzPct val="80000"/>
              <a:buFont typeface="Arial" panose="020B0604020202020204" pitchFamily="34" charset="0"/>
              <a:buChar char="•"/>
            </a:pPr>
            <a:r>
              <a:rPr lang="en-US" sz="950"/>
              <a:t>Waterproof</a:t>
            </a:r>
          </a:p>
          <a:p>
            <a:pPr marL="171450" indent="-228600">
              <a:lnSpc>
                <a:spcPct val="90000"/>
              </a:lnSpc>
              <a:spcBef>
                <a:spcPts val="1000"/>
              </a:spcBef>
              <a:buClr>
                <a:schemeClr val="accent1"/>
              </a:buClr>
              <a:buSzPct val="80000"/>
              <a:buFont typeface="Arial" panose="020B0604020202020204" pitchFamily="34" charset="0"/>
              <a:buChar char="•"/>
            </a:pPr>
            <a:r>
              <a:rPr lang="en-US" sz="950"/>
              <a:t>Must record all data to a SD card</a:t>
            </a:r>
          </a:p>
          <a:p>
            <a:pPr marL="171450" indent="-228600">
              <a:lnSpc>
                <a:spcPct val="90000"/>
              </a:lnSpc>
              <a:spcBef>
                <a:spcPts val="1000"/>
              </a:spcBef>
              <a:buClr>
                <a:schemeClr val="accent1"/>
              </a:buClr>
              <a:buSzPct val="80000"/>
              <a:buFont typeface="Arial" panose="020B0604020202020204" pitchFamily="34" charset="0"/>
              <a:buChar char="•"/>
            </a:pPr>
            <a:r>
              <a:rPr lang="en-US" sz="950"/>
              <a:t>Water safety ranking system</a:t>
            </a:r>
          </a:p>
        </p:txBody>
      </p:sp>
      <p:sp>
        <p:nvSpPr>
          <p:cNvPr id="17" name="Rectangle 16">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a:extLst>
              <a:ext uri="{FF2B5EF4-FFF2-40B4-BE49-F238E27FC236}">
                <a16:creationId xmlns:a16="http://schemas.microsoft.com/office/drawing/2014/main" id="{3BDD952C-E95A-AFD5-E3D3-F39F40925992}"/>
              </a:ext>
            </a:extLst>
          </p:cNvPr>
          <p:cNvPicPr>
            <a:picLocks noGrp="1" noChangeAspect="1"/>
          </p:cNvPicPr>
          <p:nvPr>
            <p:ph idx="1"/>
          </p:nvPr>
        </p:nvPicPr>
        <p:blipFill>
          <a:blip r:embed="rId2"/>
          <a:stretch>
            <a:fillRect/>
          </a:stretch>
        </p:blipFill>
        <p:spPr>
          <a:xfrm>
            <a:off x="5987738" y="1652300"/>
            <a:ext cx="5628018" cy="3320529"/>
          </a:xfrm>
          <a:prstGeom prst="rect">
            <a:avLst/>
          </a:prstGeom>
        </p:spPr>
      </p:pic>
      <p:sp>
        <p:nvSpPr>
          <p:cNvPr id="3" name="TextBox 2">
            <a:extLst>
              <a:ext uri="{FF2B5EF4-FFF2-40B4-BE49-F238E27FC236}">
                <a16:creationId xmlns:a16="http://schemas.microsoft.com/office/drawing/2014/main" id="{69689C90-6221-A1FF-3431-0941A890942C}"/>
              </a:ext>
            </a:extLst>
          </p:cNvPr>
          <p:cNvSpPr txBox="1"/>
          <p:nvPr/>
        </p:nvSpPr>
        <p:spPr>
          <a:xfrm>
            <a:off x="3083464" y="3632131"/>
            <a:ext cx="6096000" cy="103246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28600" indent="-228600">
              <a:lnSpc>
                <a:spcPct val="80000"/>
              </a:lnSpc>
              <a:buClr>
                <a:schemeClr val="accent1"/>
              </a:buClr>
              <a:buSzPct val="80000"/>
              <a:buFont typeface="Arial,Sans-Serif"/>
              <a:buChar char="•"/>
            </a:pPr>
            <a:r>
              <a:rPr lang="en-US" sz="950" b="1" i="0" u="none" strike="noStrike" baseline="0">
                <a:solidFill>
                  <a:srgbClr val="000000"/>
                </a:solidFill>
                <a:latin typeface="Aptos"/>
                <a:ea typeface="Arial"/>
                <a:cs typeface="Arial"/>
              </a:rPr>
              <a:t>Non-Functional Requirements:</a:t>
            </a:r>
            <a:r>
              <a:rPr lang="en-US" sz="950" b="0" i="0">
                <a:solidFill>
                  <a:srgbClr val="000000"/>
                </a:solidFill>
                <a:latin typeface="Aptos"/>
                <a:ea typeface="Arial"/>
                <a:cs typeface="Arial"/>
              </a:rPr>
              <a:t>​</a:t>
            </a:r>
          </a:p>
          <a:p>
            <a:pPr>
              <a:lnSpc>
                <a:spcPct val="80000"/>
              </a:lnSpc>
            </a:pPr>
            <a:endParaRPr lang="en-US" sz="950">
              <a:solidFill>
                <a:srgbClr val="000000"/>
              </a:solidFill>
              <a:latin typeface="Aptos"/>
              <a:ea typeface="Arial"/>
              <a:cs typeface="Arial"/>
            </a:endParaRPr>
          </a:p>
          <a:p>
            <a:pPr marL="171450" lvl="0" indent="-228600" algn="l" rtl="0">
              <a:lnSpc>
                <a:spcPct val="80000"/>
              </a:lnSpc>
              <a:buClr>
                <a:schemeClr val="accent1"/>
              </a:buClr>
              <a:buSzPct val="80000"/>
              <a:buFont typeface="Arial,Sans-Serif"/>
              <a:buChar char="•"/>
            </a:pPr>
            <a:r>
              <a:rPr lang="en-US" sz="950" b="0" i="0" u="none" strike="noStrike" baseline="0">
                <a:solidFill>
                  <a:srgbClr val="000000"/>
                </a:solidFill>
                <a:latin typeface="Aptos"/>
                <a:ea typeface="Arial"/>
                <a:cs typeface="Arial"/>
              </a:rPr>
              <a:t>Work Online and Offline</a:t>
            </a:r>
            <a:r>
              <a:rPr lang="en-US" sz="950" b="0" i="0">
                <a:solidFill>
                  <a:srgbClr val="000000"/>
                </a:solidFill>
                <a:latin typeface="Aptos"/>
                <a:ea typeface="Arial"/>
                <a:cs typeface="Arial"/>
              </a:rPr>
              <a:t>​</a:t>
            </a:r>
          </a:p>
          <a:p>
            <a:pPr>
              <a:lnSpc>
                <a:spcPct val="80000"/>
              </a:lnSpc>
            </a:pPr>
            <a:endParaRPr lang="en-US" sz="950">
              <a:solidFill>
                <a:srgbClr val="000000"/>
              </a:solidFill>
              <a:latin typeface="Aptos"/>
              <a:ea typeface="Arial"/>
              <a:cs typeface="Arial"/>
            </a:endParaRPr>
          </a:p>
          <a:p>
            <a:pPr marL="171450" lvl="0" indent="-228600" algn="l" rtl="0">
              <a:lnSpc>
                <a:spcPct val="80000"/>
              </a:lnSpc>
              <a:buClr>
                <a:schemeClr val="accent1"/>
              </a:buClr>
              <a:buSzPct val="80000"/>
              <a:buFont typeface="Arial,Sans-Serif"/>
              <a:buChar char="•"/>
            </a:pPr>
            <a:r>
              <a:rPr lang="en-US" sz="950" b="0" i="0" u="none" strike="noStrike" baseline="0">
                <a:solidFill>
                  <a:srgbClr val="000000"/>
                </a:solidFill>
                <a:latin typeface="Aptos"/>
                <a:ea typeface="Arial"/>
                <a:cs typeface="Arial"/>
              </a:rPr>
              <a:t>Wireless Communication</a:t>
            </a:r>
            <a:r>
              <a:rPr lang="en-US" sz="950" b="0" i="0">
                <a:solidFill>
                  <a:srgbClr val="000000"/>
                </a:solidFill>
                <a:latin typeface="Aptos"/>
                <a:ea typeface="Arial"/>
                <a:cs typeface="Arial"/>
              </a:rPr>
              <a:t>​</a:t>
            </a:r>
          </a:p>
          <a:p>
            <a:pPr>
              <a:lnSpc>
                <a:spcPct val="80000"/>
              </a:lnSpc>
            </a:pPr>
            <a:endParaRPr lang="en-US" sz="950">
              <a:solidFill>
                <a:srgbClr val="000000"/>
              </a:solidFill>
              <a:latin typeface="Aptos"/>
              <a:ea typeface="Arial"/>
              <a:cs typeface="Arial"/>
            </a:endParaRPr>
          </a:p>
          <a:p>
            <a:pPr marL="171450" lvl="0" indent="-228600" algn="l" rtl="0">
              <a:lnSpc>
                <a:spcPct val="80000"/>
              </a:lnSpc>
              <a:buClr>
                <a:schemeClr val="accent1"/>
              </a:buClr>
              <a:buSzPct val="80000"/>
              <a:buFont typeface="Arial,Sans-Serif"/>
              <a:buChar char="•"/>
            </a:pPr>
            <a:r>
              <a:rPr lang="en-US" sz="950" b="0" i="0" u="none" strike="noStrike" baseline="0">
                <a:solidFill>
                  <a:srgbClr val="000000"/>
                </a:solidFill>
                <a:latin typeface="Aptos"/>
                <a:ea typeface="Arial"/>
                <a:cs typeface="Arial"/>
              </a:rPr>
              <a:t>Long battery life</a:t>
            </a:r>
            <a:r>
              <a:rPr lang="en-US" sz="950" b="0" i="0">
                <a:solidFill>
                  <a:srgbClr val="000000"/>
                </a:solidFill>
                <a:latin typeface="Aptos"/>
                <a:ea typeface="Arial"/>
                <a:cs typeface="Arial"/>
              </a:rPr>
              <a:t>​</a:t>
            </a:r>
          </a:p>
          <a:p>
            <a:pPr algn="ctr">
              <a:lnSpc>
                <a:spcPct val="80000"/>
              </a:lnSpc>
            </a:pPr>
            <a:endParaRPr lang="en-US" sz="950"/>
          </a:p>
        </p:txBody>
      </p:sp>
    </p:spTree>
    <p:extLst>
      <p:ext uri="{BB962C8B-B14F-4D97-AF65-F5344CB8AC3E}">
        <p14:creationId xmlns:p14="http://schemas.microsoft.com/office/powerpoint/2010/main" val="40945925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6" name="Slide Background Fill">
            <a:extLst>
              <a:ext uri="{FF2B5EF4-FFF2-40B4-BE49-F238E27FC236}">
                <a16:creationId xmlns:a16="http://schemas.microsoft.com/office/drawing/2014/main" id="{C7D023E4-8DE1-436E-9847-ED6A4B4B04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1"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8" name="Group 57">
            <a:extLst>
              <a:ext uri="{FF2B5EF4-FFF2-40B4-BE49-F238E27FC236}">
                <a16:creationId xmlns:a16="http://schemas.microsoft.com/office/drawing/2014/main" id="{1FEC590B-3306-47E9-BD67-97F3F76169A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8862" y="0"/>
            <a:ext cx="12223587" cy="6858000"/>
            <a:chOff x="625494" y="598259"/>
            <a:chExt cx="10920384" cy="5680742"/>
          </a:xfrm>
        </p:grpSpPr>
        <p:sp>
          <p:nvSpPr>
            <p:cNvPr id="59" name="Color">
              <a:extLst>
                <a:ext uri="{FF2B5EF4-FFF2-40B4-BE49-F238E27FC236}">
                  <a16:creationId xmlns:a16="http://schemas.microsoft.com/office/drawing/2014/main" id="{54F87DBC-E43C-4CE4-A8C5-61E3D68194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6436"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Color">
              <a:extLst>
                <a:ext uri="{FF2B5EF4-FFF2-40B4-BE49-F238E27FC236}">
                  <a16:creationId xmlns:a16="http://schemas.microsoft.com/office/drawing/2014/main" id="{CD39A88A-7F84-4ACA-877B-E28BC26CD8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5494"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2" name="Group 61">
            <a:extLst>
              <a:ext uri="{FF2B5EF4-FFF2-40B4-BE49-F238E27FC236}">
                <a16:creationId xmlns:a16="http://schemas.microsoft.com/office/drawing/2014/main" id="{A47AAF5E-1692-48C9-98FB-6432BF0BC4F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63" name="Freeform: Shape 62">
              <a:extLst>
                <a:ext uri="{FF2B5EF4-FFF2-40B4-BE49-F238E27FC236}">
                  <a16:creationId xmlns:a16="http://schemas.microsoft.com/office/drawing/2014/main" id="{5F36A26D-E71D-4663-B197-8B7BFA37AD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64" name="Freeform: Shape 63">
              <a:extLst>
                <a:ext uri="{FF2B5EF4-FFF2-40B4-BE49-F238E27FC236}">
                  <a16:creationId xmlns:a16="http://schemas.microsoft.com/office/drawing/2014/main" id="{8A821CEB-DA96-4952-93B9-81F9C42BAD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65" name="Freeform: Shape 64">
              <a:extLst>
                <a:ext uri="{FF2B5EF4-FFF2-40B4-BE49-F238E27FC236}">
                  <a16:creationId xmlns:a16="http://schemas.microsoft.com/office/drawing/2014/main" id="{18C8EDE0-D69B-4F65-9AB7-DDE7EAD78EE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66" name="Freeform: Shape 65">
              <a:extLst>
                <a:ext uri="{FF2B5EF4-FFF2-40B4-BE49-F238E27FC236}">
                  <a16:creationId xmlns:a16="http://schemas.microsoft.com/office/drawing/2014/main" id="{546F0982-BF10-4BF6-842A-F631654FFDA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67" name="Freeform: Shape 66">
              <a:extLst>
                <a:ext uri="{FF2B5EF4-FFF2-40B4-BE49-F238E27FC236}">
                  <a16:creationId xmlns:a16="http://schemas.microsoft.com/office/drawing/2014/main" id="{2B313509-2128-42CA-81B6-C9EC23E44C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68" name="Freeform: Shape 67">
              <a:extLst>
                <a:ext uri="{FF2B5EF4-FFF2-40B4-BE49-F238E27FC236}">
                  <a16:creationId xmlns:a16="http://schemas.microsoft.com/office/drawing/2014/main" id="{1589188C-E06E-4F8A-BDD1-02ADF1408F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69" name="Freeform: Shape 68">
              <a:extLst>
                <a:ext uri="{FF2B5EF4-FFF2-40B4-BE49-F238E27FC236}">
                  <a16:creationId xmlns:a16="http://schemas.microsoft.com/office/drawing/2014/main" id="{6B4E610F-FCD0-483F-B9F2-6DF2C28FE8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itle 1">
            <a:extLst>
              <a:ext uri="{FF2B5EF4-FFF2-40B4-BE49-F238E27FC236}">
                <a16:creationId xmlns:a16="http://schemas.microsoft.com/office/drawing/2014/main" id="{5334C21F-1E61-5A28-E4F1-49A38C083C82}"/>
              </a:ext>
            </a:extLst>
          </p:cNvPr>
          <p:cNvSpPr>
            <a:spLocks noGrp="1"/>
          </p:cNvSpPr>
          <p:nvPr>
            <p:ph type="ctrTitle"/>
          </p:nvPr>
        </p:nvSpPr>
        <p:spPr>
          <a:xfrm>
            <a:off x="789708" y="666351"/>
            <a:ext cx="10558405" cy="3044335"/>
          </a:xfrm>
        </p:spPr>
        <p:txBody>
          <a:bodyPr anchor="b">
            <a:normAutofit/>
          </a:bodyPr>
          <a:lstStyle/>
          <a:p>
            <a:r>
              <a:rPr lang="en-US" sz="4800">
                <a:solidFill>
                  <a:schemeClr val="bg1"/>
                </a:solidFill>
              </a:rPr>
              <a:t>Design Stage</a:t>
            </a:r>
          </a:p>
        </p:txBody>
      </p:sp>
    </p:spTree>
    <p:extLst>
      <p:ext uri="{BB962C8B-B14F-4D97-AF65-F5344CB8AC3E}">
        <p14:creationId xmlns:p14="http://schemas.microsoft.com/office/powerpoint/2010/main" val="5912325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6FB784F4-19E0-6371-C2EC-F604C4DF27A8}"/>
              </a:ext>
            </a:extLst>
          </p:cNvPr>
          <p:cNvPicPr>
            <a:picLocks noGrp="1" noChangeAspect="1"/>
          </p:cNvPicPr>
          <p:nvPr>
            <p:ph idx="1"/>
          </p:nvPr>
        </p:nvPicPr>
        <p:blipFill>
          <a:blip r:embed="rId2"/>
          <a:stretch>
            <a:fillRect/>
          </a:stretch>
        </p:blipFill>
        <p:spPr>
          <a:xfrm>
            <a:off x="3560048" y="2691848"/>
            <a:ext cx="5075646" cy="3416300"/>
          </a:xfrm>
          <a:prstGeom prst="rect">
            <a:avLst/>
          </a:prstGeom>
        </p:spPr>
      </p:pic>
      <mc:AlternateContent xmlns:mc="http://schemas.openxmlformats.org/markup-compatibility/2006">
        <mc:Choice xmlns:p14="http://schemas.microsoft.com/office/powerpoint/2010/main" Requires="p14">
          <p:contentPart p14:bwMode="auto" r:id="rId3">
            <p14:nvContentPartPr>
              <p14:cNvPr id="3" name="Ink 2">
                <a:extLst>
                  <a:ext uri="{FF2B5EF4-FFF2-40B4-BE49-F238E27FC236}">
                    <a16:creationId xmlns:a16="http://schemas.microsoft.com/office/drawing/2014/main" id="{50F8B406-358F-1196-6AE5-865EE1CD42AF}"/>
                  </a:ext>
                </a:extLst>
              </p14:cNvPr>
              <p14:cNvContentPartPr/>
              <p14:nvPr/>
            </p14:nvContentPartPr>
            <p14:xfrm>
              <a:off x="8000620" y="2876550"/>
              <a:ext cx="362329" cy="408127"/>
            </p14:xfrm>
          </p:contentPart>
        </mc:Choice>
        <mc:Fallback>
          <p:pic>
            <p:nvPicPr>
              <p:cNvPr id="3" name="Ink 2">
                <a:extLst>
                  <a:ext uri="{FF2B5EF4-FFF2-40B4-BE49-F238E27FC236}">
                    <a16:creationId xmlns:a16="http://schemas.microsoft.com/office/drawing/2014/main" id="{50F8B406-358F-1196-6AE5-865EE1CD42AF}"/>
                  </a:ext>
                </a:extLst>
              </p:cNvPr>
              <p:cNvPicPr/>
              <p:nvPr/>
            </p:nvPicPr>
            <p:blipFill>
              <a:blip r:embed="rId4"/>
              <a:stretch>
                <a:fillRect/>
              </a:stretch>
            </p:blipFill>
            <p:spPr>
              <a:xfrm>
                <a:off x="7982647" y="2858571"/>
                <a:ext cx="397915" cy="443726"/>
              </a:xfrm>
              <a:prstGeom prst="rect">
                <a:avLst/>
              </a:prstGeom>
            </p:spPr>
          </p:pic>
        </mc:Fallback>
      </mc:AlternateContent>
      <mc:AlternateContent xmlns:mc="http://schemas.openxmlformats.org/markup-compatibility/2006">
        <mc:Choice xmlns:p14="http://schemas.microsoft.com/office/powerpoint/2010/main" Requires="p14">
          <p:contentPart p14:bwMode="auto" r:id="rId5">
            <p14:nvContentPartPr>
              <p14:cNvPr id="5" name="Ink 4">
                <a:extLst>
                  <a:ext uri="{FF2B5EF4-FFF2-40B4-BE49-F238E27FC236}">
                    <a16:creationId xmlns:a16="http://schemas.microsoft.com/office/drawing/2014/main" id="{BD14DB4F-83B9-BDAD-7CE1-B0ADD41823AA}"/>
                  </a:ext>
                </a:extLst>
              </p14:cNvPr>
              <p14:cNvContentPartPr/>
              <p14:nvPr/>
            </p14:nvContentPartPr>
            <p14:xfrm>
              <a:off x="7857224" y="3219449"/>
              <a:ext cx="170533" cy="130010"/>
            </p14:xfrm>
          </p:contentPart>
        </mc:Choice>
        <mc:Fallback>
          <p:pic>
            <p:nvPicPr>
              <p:cNvPr id="5" name="Ink 4">
                <a:extLst>
                  <a:ext uri="{FF2B5EF4-FFF2-40B4-BE49-F238E27FC236}">
                    <a16:creationId xmlns:a16="http://schemas.microsoft.com/office/drawing/2014/main" id="{BD14DB4F-83B9-BDAD-7CE1-B0ADD41823AA}"/>
                  </a:ext>
                </a:extLst>
              </p:cNvPr>
              <p:cNvPicPr/>
              <p:nvPr/>
            </p:nvPicPr>
            <p:blipFill>
              <a:blip r:embed="rId6"/>
              <a:stretch>
                <a:fillRect/>
              </a:stretch>
            </p:blipFill>
            <p:spPr>
              <a:xfrm>
                <a:off x="7839273" y="3201492"/>
                <a:ext cx="206076" cy="165565"/>
              </a:xfrm>
              <a:prstGeom prst="rect">
                <a:avLst/>
              </a:prstGeom>
            </p:spPr>
          </p:pic>
        </mc:Fallback>
      </mc:AlternateContent>
      <mc:AlternateContent xmlns:mc="http://schemas.openxmlformats.org/markup-compatibility/2006">
        <mc:Choice xmlns:p14="http://schemas.microsoft.com/office/powerpoint/2010/main" Requires="p14">
          <p:contentPart p14:bwMode="auto" r:id="rId7">
            <p14:nvContentPartPr>
              <p14:cNvPr id="6" name="Ink 5">
                <a:extLst>
                  <a:ext uri="{FF2B5EF4-FFF2-40B4-BE49-F238E27FC236}">
                    <a16:creationId xmlns:a16="http://schemas.microsoft.com/office/drawing/2014/main" id="{6FC25B3F-AD97-2B5E-E624-789B46BC3723}"/>
                  </a:ext>
                </a:extLst>
              </p14:cNvPr>
              <p14:cNvContentPartPr/>
              <p14:nvPr/>
            </p14:nvContentPartPr>
            <p14:xfrm>
              <a:off x="8467331" y="2537927"/>
              <a:ext cx="277679" cy="243995"/>
            </p14:xfrm>
          </p:contentPart>
        </mc:Choice>
        <mc:Fallback>
          <p:pic>
            <p:nvPicPr>
              <p:cNvPr id="6" name="Ink 5">
                <a:extLst>
                  <a:ext uri="{FF2B5EF4-FFF2-40B4-BE49-F238E27FC236}">
                    <a16:creationId xmlns:a16="http://schemas.microsoft.com/office/drawing/2014/main" id="{6FC25B3F-AD97-2B5E-E624-789B46BC3723}"/>
                  </a:ext>
                </a:extLst>
              </p:cNvPr>
              <p:cNvPicPr/>
              <p:nvPr/>
            </p:nvPicPr>
            <p:blipFill>
              <a:blip r:embed="rId8"/>
              <a:stretch>
                <a:fillRect/>
              </a:stretch>
            </p:blipFill>
            <p:spPr>
              <a:xfrm>
                <a:off x="8449370" y="2519960"/>
                <a:ext cx="313242" cy="279570"/>
              </a:xfrm>
              <a:prstGeom prst="rect">
                <a:avLst/>
              </a:prstGeom>
            </p:spPr>
          </p:pic>
        </mc:Fallback>
      </mc:AlternateContent>
      <mc:AlternateContent xmlns:mc="http://schemas.openxmlformats.org/markup-compatibility/2006">
        <mc:Choice xmlns:p14="http://schemas.microsoft.com/office/powerpoint/2010/main" Requires="p14">
          <p:contentPart p14:bwMode="auto" r:id="rId9">
            <p14:nvContentPartPr>
              <p14:cNvPr id="8" name="Ink 7">
                <a:extLst>
                  <a:ext uri="{FF2B5EF4-FFF2-40B4-BE49-F238E27FC236}">
                    <a16:creationId xmlns:a16="http://schemas.microsoft.com/office/drawing/2014/main" id="{3ADC25D5-892F-35EA-3CF9-6C5036922EA5}"/>
                  </a:ext>
                </a:extLst>
              </p14:cNvPr>
              <p14:cNvContentPartPr/>
              <p14:nvPr/>
            </p14:nvContentPartPr>
            <p14:xfrm>
              <a:off x="9323828" y="2600324"/>
              <a:ext cx="67821" cy="200788"/>
            </p14:xfrm>
          </p:contentPart>
        </mc:Choice>
        <mc:Fallback>
          <p:pic>
            <p:nvPicPr>
              <p:cNvPr id="8" name="Ink 7">
                <a:extLst>
                  <a:ext uri="{FF2B5EF4-FFF2-40B4-BE49-F238E27FC236}">
                    <a16:creationId xmlns:a16="http://schemas.microsoft.com/office/drawing/2014/main" id="{3ADC25D5-892F-35EA-3CF9-6C5036922EA5}"/>
                  </a:ext>
                </a:extLst>
              </p:cNvPr>
              <p:cNvPicPr/>
              <p:nvPr/>
            </p:nvPicPr>
            <p:blipFill>
              <a:blip r:embed="rId10"/>
              <a:stretch>
                <a:fillRect/>
              </a:stretch>
            </p:blipFill>
            <p:spPr>
              <a:xfrm>
                <a:off x="9305886" y="2582332"/>
                <a:ext cx="103346" cy="236412"/>
              </a:xfrm>
              <a:prstGeom prst="rect">
                <a:avLst/>
              </a:prstGeom>
            </p:spPr>
          </p:pic>
        </mc:Fallback>
      </mc:AlternateContent>
      <mc:AlternateContent xmlns:mc="http://schemas.openxmlformats.org/markup-compatibility/2006">
        <mc:Choice xmlns:p14="http://schemas.microsoft.com/office/powerpoint/2010/main" Requires="p14">
          <p:contentPart p14:bwMode="auto" r:id="rId11">
            <p14:nvContentPartPr>
              <p14:cNvPr id="9" name="Ink 8">
                <a:extLst>
                  <a:ext uri="{FF2B5EF4-FFF2-40B4-BE49-F238E27FC236}">
                    <a16:creationId xmlns:a16="http://schemas.microsoft.com/office/drawing/2014/main" id="{F82A0B1B-A76E-DA6C-895D-666EA80EE65F}"/>
                  </a:ext>
                </a:extLst>
              </p14:cNvPr>
              <p14:cNvContentPartPr/>
              <p14:nvPr/>
            </p14:nvContentPartPr>
            <p14:xfrm>
              <a:off x="9391650" y="2544048"/>
              <a:ext cx="151488" cy="52924"/>
            </p14:xfrm>
          </p:contentPart>
        </mc:Choice>
        <mc:Fallback>
          <p:pic>
            <p:nvPicPr>
              <p:cNvPr id="9" name="Ink 8">
                <a:extLst>
                  <a:ext uri="{FF2B5EF4-FFF2-40B4-BE49-F238E27FC236}">
                    <a16:creationId xmlns:a16="http://schemas.microsoft.com/office/drawing/2014/main" id="{F82A0B1B-A76E-DA6C-895D-666EA80EE65F}"/>
                  </a:ext>
                </a:extLst>
              </p:cNvPr>
              <p:cNvPicPr/>
              <p:nvPr/>
            </p:nvPicPr>
            <p:blipFill>
              <a:blip r:embed="rId12"/>
              <a:stretch>
                <a:fillRect/>
              </a:stretch>
            </p:blipFill>
            <p:spPr>
              <a:xfrm>
                <a:off x="9373701" y="2526168"/>
                <a:ext cx="187027" cy="88326"/>
              </a:xfrm>
              <a:prstGeom prst="rect">
                <a:avLst/>
              </a:prstGeom>
            </p:spPr>
          </p:pic>
        </mc:Fallback>
      </mc:AlternateContent>
      <mc:AlternateContent xmlns:mc="http://schemas.openxmlformats.org/markup-compatibility/2006">
        <mc:Choice xmlns:p14="http://schemas.microsoft.com/office/powerpoint/2010/main" Requires="p14">
          <p:contentPart p14:bwMode="auto" r:id="rId13">
            <p14:nvContentPartPr>
              <p14:cNvPr id="10" name="Ink 9">
                <a:extLst>
                  <a:ext uri="{FF2B5EF4-FFF2-40B4-BE49-F238E27FC236}">
                    <a16:creationId xmlns:a16="http://schemas.microsoft.com/office/drawing/2014/main" id="{6E2D3BBA-7EBF-744E-ADB7-792EAEB4AF25}"/>
                  </a:ext>
                </a:extLst>
              </p14:cNvPr>
              <p14:cNvContentPartPr/>
              <p14:nvPr/>
            </p14:nvContentPartPr>
            <p14:xfrm>
              <a:off x="9382124" y="2671051"/>
              <a:ext cx="112483" cy="34048"/>
            </p14:xfrm>
          </p:contentPart>
        </mc:Choice>
        <mc:Fallback>
          <p:pic>
            <p:nvPicPr>
              <p:cNvPr id="10" name="Ink 9">
                <a:extLst>
                  <a:ext uri="{FF2B5EF4-FFF2-40B4-BE49-F238E27FC236}">
                    <a16:creationId xmlns:a16="http://schemas.microsoft.com/office/drawing/2014/main" id="{6E2D3BBA-7EBF-744E-ADB7-792EAEB4AF25}"/>
                  </a:ext>
                </a:extLst>
              </p:cNvPr>
              <p:cNvPicPr/>
              <p:nvPr/>
            </p:nvPicPr>
            <p:blipFill>
              <a:blip r:embed="rId14"/>
              <a:stretch>
                <a:fillRect/>
              </a:stretch>
            </p:blipFill>
            <p:spPr>
              <a:xfrm>
                <a:off x="9364213" y="2653131"/>
                <a:ext cx="147947" cy="69530"/>
              </a:xfrm>
              <a:prstGeom prst="rect">
                <a:avLst/>
              </a:prstGeom>
            </p:spPr>
          </p:pic>
        </mc:Fallback>
      </mc:AlternateContent>
      <mc:AlternateContent xmlns:mc="http://schemas.openxmlformats.org/markup-compatibility/2006">
        <mc:Choice xmlns:p14="http://schemas.microsoft.com/office/powerpoint/2010/main" Requires="p14">
          <p:contentPart p14:bwMode="auto" r:id="rId15">
            <p14:nvContentPartPr>
              <p14:cNvPr id="11" name="Ink 10">
                <a:extLst>
                  <a:ext uri="{FF2B5EF4-FFF2-40B4-BE49-F238E27FC236}">
                    <a16:creationId xmlns:a16="http://schemas.microsoft.com/office/drawing/2014/main" id="{7A8DEFE5-1C25-1B54-36B3-F083C87F6828}"/>
                  </a:ext>
                </a:extLst>
              </p14:cNvPr>
              <p14:cNvContentPartPr/>
              <p14:nvPr/>
            </p14:nvContentPartPr>
            <p14:xfrm>
              <a:off x="9363075" y="2763750"/>
              <a:ext cx="122445" cy="36599"/>
            </p14:xfrm>
          </p:contentPart>
        </mc:Choice>
        <mc:Fallback>
          <p:pic>
            <p:nvPicPr>
              <p:cNvPr id="11" name="Ink 10">
                <a:extLst>
                  <a:ext uri="{FF2B5EF4-FFF2-40B4-BE49-F238E27FC236}">
                    <a16:creationId xmlns:a16="http://schemas.microsoft.com/office/drawing/2014/main" id="{7A8DEFE5-1C25-1B54-36B3-F083C87F6828}"/>
                  </a:ext>
                </a:extLst>
              </p:cNvPr>
              <p:cNvPicPr/>
              <p:nvPr/>
            </p:nvPicPr>
            <p:blipFill>
              <a:blip r:embed="rId16"/>
              <a:stretch>
                <a:fillRect/>
              </a:stretch>
            </p:blipFill>
            <p:spPr>
              <a:xfrm>
                <a:off x="9345121" y="2745809"/>
                <a:ext cx="157994" cy="72122"/>
              </a:xfrm>
              <a:prstGeom prst="rect">
                <a:avLst/>
              </a:prstGeom>
            </p:spPr>
          </p:pic>
        </mc:Fallback>
      </mc:AlternateContent>
      <mc:AlternateContent xmlns:mc="http://schemas.openxmlformats.org/markup-compatibility/2006">
        <mc:Choice xmlns:p14="http://schemas.microsoft.com/office/powerpoint/2010/main" Requires="p14">
          <p:contentPart p14:bwMode="auto" r:id="rId17">
            <p14:nvContentPartPr>
              <p14:cNvPr id="12" name="Ink 11">
                <a:extLst>
                  <a:ext uri="{FF2B5EF4-FFF2-40B4-BE49-F238E27FC236}">
                    <a16:creationId xmlns:a16="http://schemas.microsoft.com/office/drawing/2014/main" id="{E619E572-F0D1-84EF-FCAD-93F3A4836DDE}"/>
                  </a:ext>
                </a:extLst>
              </p14:cNvPr>
              <p14:cNvContentPartPr/>
              <p14:nvPr/>
            </p14:nvContentPartPr>
            <p14:xfrm>
              <a:off x="8792528" y="2500553"/>
              <a:ext cx="164797" cy="319218"/>
            </p14:xfrm>
          </p:contentPart>
        </mc:Choice>
        <mc:Fallback>
          <p:pic>
            <p:nvPicPr>
              <p:cNvPr id="12" name="Ink 11">
                <a:extLst>
                  <a:ext uri="{FF2B5EF4-FFF2-40B4-BE49-F238E27FC236}">
                    <a16:creationId xmlns:a16="http://schemas.microsoft.com/office/drawing/2014/main" id="{E619E572-F0D1-84EF-FCAD-93F3A4836DDE}"/>
                  </a:ext>
                </a:extLst>
              </p:cNvPr>
              <p:cNvPicPr/>
              <p:nvPr/>
            </p:nvPicPr>
            <p:blipFill>
              <a:blip r:embed="rId18"/>
              <a:stretch>
                <a:fillRect/>
              </a:stretch>
            </p:blipFill>
            <p:spPr>
              <a:xfrm>
                <a:off x="8774576" y="2482579"/>
                <a:ext cx="200341" cy="354806"/>
              </a:xfrm>
              <a:prstGeom prst="rect">
                <a:avLst/>
              </a:prstGeom>
            </p:spPr>
          </p:pic>
        </mc:Fallback>
      </mc:AlternateContent>
      <mc:AlternateContent xmlns:mc="http://schemas.openxmlformats.org/markup-compatibility/2006">
        <mc:Choice xmlns:p14="http://schemas.microsoft.com/office/powerpoint/2010/main" Requires="p14">
          <p:contentPart p14:bwMode="auto" r:id="rId19">
            <p14:nvContentPartPr>
              <p14:cNvPr id="13" name="Ink 12">
                <a:extLst>
                  <a:ext uri="{FF2B5EF4-FFF2-40B4-BE49-F238E27FC236}">
                    <a16:creationId xmlns:a16="http://schemas.microsoft.com/office/drawing/2014/main" id="{C603EEB5-DFAD-7724-543E-5E2BB117799D}"/>
                  </a:ext>
                </a:extLst>
              </p14:cNvPr>
              <p14:cNvContentPartPr/>
              <p14:nvPr/>
            </p14:nvContentPartPr>
            <p14:xfrm>
              <a:off x="9641690" y="2575011"/>
              <a:ext cx="203897" cy="189801"/>
            </p14:xfrm>
          </p:contentPart>
        </mc:Choice>
        <mc:Fallback>
          <p:pic>
            <p:nvPicPr>
              <p:cNvPr id="13" name="Ink 12">
                <a:extLst>
                  <a:ext uri="{FF2B5EF4-FFF2-40B4-BE49-F238E27FC236}">
                    <a16:creationId xmlns:a16="http://schemas.microsoft.com/office/drawing/2014/main" id="{C603EEB5-DFAD-7724-543E-5E2BB117799D}"/>
                  </a:ext>
                </a:extLst>
              </p:cNvPr>
              <p:cNvPicPr/>
              <p:nvPr/>
            </p:nvPicPr>
            <p:blipFill>
              <a:blip r:embed="rId20"/>
              <a:stretch>
                <a:fillRect/>
              </a:stretch>
            </p:blipFill>
            <p:spPr>
              <a:xfrm>
                <a:off x="9623710" y="2557037"/>
                <a:ext cx="239498" cy="225389"/>
              </a:xfrm>
              <a:prstGeom prst="rect">
                <a:avLst/>
              </a:prstGeom>
            </p:spPr>
          </p:pic>
        </mc:Fallback>
      </mc:AlternateContent>
      <mc:AlternateContent xmlns:mc="http://schemas.openxmlformats.org/markup-compatibility/2006">
        <mc:Choice xmlns:p14="http://schemas.microsoft.com/office/powerpoint/2010/main" Requires="p14">
          <p:contentPart p14:bwMode="auto" r:id="rId21">
            <p14:nvContentPartPr>
              <p14:cNvPr id="14" name="Ink 13">
                <a:extLst>
                  <a:ext uri="{FF2B5EF4-FFF2-40B4-BE49-F238E27FC236}">
                    <a16:creationId xmlns:a16="http://schemas.microsoft.com/office/drawing/2014/main" id="{3E0DE556-139C-9A55-B280-627DF9621762}"/>
                  </a:ext>
                </a:extLst>
              </p14:cNvPr>
              <p14:cNvContentPartPr/>
              <p14:nvPr/>
            </p14:nvContentPartPr>
            <p14:xfrm>
              <a:off x="9678095" y="2571750"/>
              <a:ext cx="132646" cy="50764"/>
            </p14:xfrm>
          </p:contentPart>
        </mc:Choice>
        <mc:Fallback>
          <p:pic>
            <p:nvPicPr>
              <p:cNvPr id="14" name="Ink 13">
                <a:extLst>
                  <a:ext uri="{FF2B5EF4-FFF2-40B4-BE49-F238E27FC236}">
                    <a16:creationId xmlns:a16="http://schemas.microsoft.com/office/drawing/2014/main" id="{3E0DE556-139C-9A55-B280-627DF9621762}"/>
                  </a:ext>
                </a:extLst>
              </p:cNvPr>
              <p:cNvPicPr/>
              <p:nvPr/>
            </p:nvPicPr>
            <p:blipFill>
              <a:blip r:embed="rId22"/>
              <a:stretch>
                <a:fillRect/>
              </a:stretch>
            </p:blipFill>
            <p:spPr>
              <a:xfrm>
                <a:off x="9660121" y="2553875"/>
                <a:ext cx="168234" cy="86156"/>
              </a:xfrm>
              <a:prstGeom prst="rect">
                <a:avLst/>
              </a:prstGeom>
            </p:spPr>
          </p:pic>
        </mc:Fallback>
      </mc:AlternateContent>
      <mc:AlternateContent xmlns:mc="http://schemas.openxmlformats.org/markup-compatibility/2006">
        <mc:Choice xmlns:p14="http://schemas.microsoft.com/office/powerpoint/2010/main" Requires="p14">
          <p:contentPart p14:bwMode="auto" r:id="rId23">
            <p14:nvContentPartPr>
              <p14:cNvPr id="15" name="Ink 14">
                <a:extLst>
                  <a:ext uri="{FF2B5EF4-FFF2-40B4-BE49-F238E27FC236}">
                    <a16:creationId xmlns:a16="http://schemas.microsoft.com/office/drawing/2014/main" id="{16303A8E-AE43-EC9E-66CB-D638A63BB5AB}"/>
                  </a:ext>
                </a:extLst>
              </p14:cNvPr>
              <p14:cNvContentPartPr/>
              <p14:nvPr/>
            </p14:nvContentPartPr>
            <p14:xfrm>
              <a:off x="9868858" y="2599092"/>
              <a:ext cx="131826" cy="174596"/>
            </p14:xfrm>
          </p:contentPart>
        </mc:Choice>
        <mc:Fallback>
          <p:pic>
            <p:nvPicPr>
              <p:cNvPr id="15" name="Ink 14">
                <a:extLst>
                  <a:ext uri="{FF2B5EF4-FFF2-40B4-BE49-F238E27FC236}">
                    <a16:creationId xmlns:a16="http://schemas.microsoft.com/office/drawing/2014/main" id="{16303A8E-AE43-EC9E-66CB-D638A63BB5AB}"/>
                  </a:ext>
                </a:extLst>
              </p:cNvPr>
              <p:cNvPicPr/>
              <p:nvPr/>
            </p:nvPicPr>
            <p:blipFill>
              <a:blip r:embed="rId24"/>
              <a:stretch>
                <a:fillRect/>
              </a:stretch>
            </p:blipFill>
            <p:spPr>
              <a:xfrm>
                <a:off x="9850898" y="2581129"/>
                <a:ext cx="167387" cy="210162"/>
              </a:xfrm>
              <a:prstGeom prst="rect">
                <a:avLst/>
              </a:prstGeom>
            </p:spPr>
          </p:pic>
        </mc:Fallback>
      </mc:AlternateContent>
      <mc:AlternateContent xmlns:mc="http://schemas.openxmlformats.org/markup-compatibility/2006">
        <mc:Choice xmlns:p14="http://schemas.microsoft.com/office/powerpoint/2010/main" Requires="p14">
          <p:contentPart p14:bwMode="auto" r:id="rId25">
            <p14:nvContentPartPr>
              <p14:cNvPr id="16" name="Ink 15">
                <a:extLst>
                  <a:ext uri="{FF2B5EF4-FFF2-40B4-BE49-F238E27FC236}">
                    <a16:creationId xmlns:a16="http://schemas.microsoft.com/office/drawing/2014/main" id="{0C8A04B1-571F-98D7-AC25-F9B51D2ABE73}"/>
                  </a:ext>
                </a:extLst>
              </p14:cNvPr>
              <p14:cNvContentPartPr/>
              <p14:nvPr/>
            </p14:nvContentPartPr>
            <p14:xfrm>
              <a:off x="10286708" y="2605641"/>
              <a:ext cx="65324" cy="213481"/>
            </p14:xfrm>
          </p:contentPart>
        </mc:Choice>
        <mc:Fallback>
          <p:pic>
            <p:nvPicPr>
              <p:cNvPr id="16" name="Ink 15">
                <a:extLst>
                  <a:ext uri="{FF2B5EF4-FFF2-40B4-BE49-F238E27FC236}">
                    <a16:creationId xmlns:a16="http://schemas.microsoft.com/office/drawing/2014/main" id="{0C8A04B1-571F-98D7-AC25-F9B51D2ABE73}"/>
                  </a:ext>
                </a:extLst>
              </p:cNvPr>
              <p:cNvPicPr/>
              <p:nvPr/>
            </p:nvPicPr>
            <p:blipFill>
              <a:blip r:embed="rId26"/>
              <a:stretch>
                <a:fillRect/>
              </a:stretch>
            </p:blipFill>
            <p:spPr>
              <a:xfrm>
                <a:off x="10268860" y="2587671"/>
                <a:ext cx="100663" cy="249061"/>
              </a:xfrm>
              <a:prstGeom prst="rect">
                <a:avLst/>
              </a:prstGeom>
            </p:spPr>
          </p:pic>
        </mc:Fallback>
      </mc:AlternateContent>
      <mc:AlternateContent xmlns:mc="http://schemas.openxmlformats.org/markup-compatibility/2006">
        <mc:Choice xmlns:p14="http://schemas.microsoft.com/office/powerpoint/2010/main" Requires="p14">
          <p:contentPart p14:bwMode="auto" r:id="rId27">
            <p14:nvContentPartPr>
              <p14:cNvPr id="17" name="Ink 16">
                <a:extLst>
                  <a:ext uri="{FF2B5EF4-FFF2-40B4-BE49-F238E27FC236}">
                    <a16:creationId xmlns:a16="http://schemas.microsoft.com/office/drawing/2014/main" id="{91A0ADAF-8A22-161A-D25E-9A779F7DD008}"/>
                  </a:ext>
                </a:extLst>
              </p14:cNvPr>
              <p14:cNvContentPartPr/>
              <p14:nvPr/>
            </p14:nvContentPartPr>
            <p14:xfrm>
              <a:off x="10325099" y="2503902"/>
              <a:ext cx="191561" cy="311981"/>
            </p14:xfrm>
          </p:contentPart>
        </mc:Choice>
        <mc:Fallback>
          <p:pic>
            <p:nvPicPr>
              <p:cNvPr id="17" name="Ink 16">
                <a:extLst>
                  <a:ext uri="{FF2B5EF4-FFF2-40B4-BE49-F238E27FC236}">
                    <a16:creationId xmlns:a16="http://schemas.microsoft.com/office/drawing/2014/main" id="{91A0ADAF-8A22-161A-D25E-9A779F7DD008}"/>
                  </a:ext>
                </a:extLst>
              </p:cNvPr>
              <p:cNvPicPr/>
              <p:nvPr/>
            </p:nvPicPr>
            <p:blipFill>
              <a:blip r:embed="rId28"/>
              <a:stretch>
                <a:fillRect/>
              </a:stretch>
            </p:blipFill>
            <p:spPr>
              <a:xfrm>
                <a:off x="10307129" y="2485931"/>
                <a:ext cx="227142" cy="347564"/>
              </a:xfrm>
              <a:prstGeom prst="rect">
                <a:avLst/>
              </a:prstGeom>
            </p:spPr>
          </p:pic>
        </mc:Fallback>
      </mc:AlternateContent>
      <mc:AlternateContent xmlns:mc="http://schemas.openxmlformats.org/markup-compatibility/2006">
        <mc:Choice xmlns:p14="http://schemas.microsoft.com/office/powerpoint/2010/main" Requires="p14">
          <p:contentPart p14:bwMode="auto" r:id="rId29">
            <p14:nvContentPartPr>
              <p14:cNvPr id="18" name="Ink 17">
                <a:extLst>
                  <a:ext uri="{FF2B5EF4-FFF2-40B4-BE49-F238E27FC236}">
                    <a16:creationId xmlns:a16="http://schemas.microsoft.com/office/drawing/2014/main" id="{048ABBEC-0E8E-0C8C-45C9-7D2488A7030C}"/>
                  </a:ext>
                </a:extLst>
              </p14:cNvPr>
              <p14:cNvContentPartPr/>
              <p14:nvPr/>
            </p14:nvContentPartPr>
            <p14:xfrm>
              <a:off x="10533723" y="2701081"/>
              <a:ext cx="182900" cy="136514"/>
            </p14:xfrm>
          </p:contentPart>
        </mc:Choice>
        <mc:Fallback>
          <p:pic>
            <p:nvPicPr>
              <p:cNvPr id="18" name="Ink 17">
                <a:extLst>
                  <a:ext uri="{FF2B5EF4-FFF2-40B4-BE49-F238E27FC236}">
                    <a16:creationId xmlns:a16="http://schemas.microsoft.com/office/drawing/2014/main" id="{048ABBEC-0E8E-0C8C-45C9-7D2488A7030C}"/>
                  </a:ext>
                </a:extLst>
              </p:cNvPr>
              <p:cNvPicPr/>
              <p:nvPr/>
            </p:nvPicPr>
            <p:blipFill>
              <a:blip r:embed="rId30"/>
              <a:stretch>
                <a:fillRect/>
              </a:stretch>
            </p:blipFill>
            <p:spPr>
              <a:xfrm>
                <a:off x="10515756" y="2683166"/>
                <a:ext cx="218474" cy="171986"/>
              </a:xfrm>
              <a:prstGeom prst="rect">
                <a:avLst/>
              </a:prstGeom>
            </p:spPr>
          </p:pic>
        </mc:Fallback>
      </mc:AlternateContent>
      <mc:AlternateContent xmlns:mc="http://schemas.openxmlformats.org/markup-compatibility/2006">
        <mc:Choice xmlns:p14="http://schemas.microsoft.com/office/powerpoint/2010/main" Requires="p14">
          <p:contentPart p14:bwMode="auto" r:id="rId31">
            <p14:nvContentPartPr>
              <p14:cNvPr id="19" name="Ink 18">
                <a:extLst>
                  <a:ext uri="{FF2B5EF4-FFF2-40B4-BE49-F238E27FC236}">
                    <a16:creationId xmlns:a16="http://schemas.microsoft.com/office/drawing/2014/main" id="{8CF08DF3-7874-6CE6-4203-627905AD1836}"/>
                  </a:ext>
                </a:extLst>
              </p14:cNvPr>
              <p14:cNvContentPartPr/>
              <p14:nvPr/>
            </p14:nvContentPartPr>
            <p14:xfrm>
              <a:off x="10800174" y="2540609"/>
              <a:ext cx="64190" cy="266153"/>
            </p14:xfrm>
          </p:contentPart>
        </mc:Choice>
        <mc:Fallback>
          <p:pic>
            <p:nvPicPr>
              <p:cNvPr id="19" name="Ink 18">
                <a:extLst>
                  <a:ext uri="{FF2B5EF4-FFF2-40B4-BE49-F238E27FC236}">
                    <a16:creationId xmlns:a16="http://schemas.microsoft.com/office/drawing/2014/main" id="{8CF08DF3-7874-6CE6-4203-627905AD1836}"/>
                  </a:ext>
                </a:extLst>
              </p:cNvPr>
              <p:cNvPicPr/>
              <p:nvPr/>
            </p:nvPicPr>
            <p:blipFill>
              <a:blip r:embed="rId32"/>
              <a:stretch>
                <a:fillRect/>
              </a:stretch>
            </p:blipFill>
            <p:spPr>
              <a:xfrm>
                <a:off x="10782343" y="2522626"/>
                <a:ext cx="99495" cy="301760"/>
              </a:xfrm>
              <a:prstGeom prst="rect">
                <a:avLst/>
              </a:prstGeom>
            </p:spPr>
          </p:pic>
        </mc:Fallback>
      </mc:AlternateContent>
      <mc:AlternateContent xmlns:mc="http://schemas.openxmlformats.org/markup-compatibility/2006">
        <mc:Choice xmlns:p14="http://schemas.microsoft.com/office/powerpoint/2010/main" Requires="p14">
          <p:contentPart p14:bwMode="auto" r:id="rId33">
            <p14:nvContentPartPr>
              <p14:cNvPr id="20" name="Ink 19">
                <a:extLst>
                  <a:ext uri="{FF2B5EF4-FFF2-40B4-BE49-F238E27FC236}">
                    <a16:creationId xmlns:a16="http://schemas.microsoft.com/office/drawing/2014/main" id="{60B4F100-E91B-7239-ED32-CC429DA6DA7E}"/>
                  </a:ext>
                </a:extLst>
              </p14:cNvPr>
              <p14:cNvContentPartPr/>
              <p14:nvPr/>
            </p14:nvContentPartPr>
            <p14:xfrm>
              <a:off x="10934484" y="2562225"/>
              <a:ext cx="66890" cy="229060"/>
            </p14:xfrm>
          </p:contentPart>
        </mc:Choice>
        <mc:Fallback>
          <p:pic>
            <p:nvPicPr>
              <p:cNvPr id="20" name="Ink 19">
                <a:extLst>
                  <a:ext uri="{FF2B5EF4-FFF2-40B4-BE49-F238E27FC236}">
                    <a16:creationId xmlns:a16="http://schemas.microsoft.com/office/drawing/2014/main" id="{60B4F100-E91B-7239-ED32-CC429DA6DA7E}"/>
                  </a:ext>
                </a:extLst>
              </p:cNvPr>
              <p:cNvPicPr/>
              <p:nvPr/>
            </p:nvPicPr>
            <p:blipFill>
              <a:blip r:embed="rId34"/>
              <a:stretch>
                <a:fillRect/>
              </a:stretch>
            </p:blipFill>
            <p:spPr>
              <a:xfrm>
                <a:off x="10916599" y="2544245"/>
                <a:ext cx="102302" cy="264660"/>
              </a:xfrm>
              <a:prstGeom prst="rect">
                <a:avLst/>
              </a:prstGeom>
            </p:spPr>
          </p:pic>
        </mc:Fallback>
      </mc:AlternateContent>
      <mc:AlternateContent xmlns:mc="http://schemas.openxmlformats.org/markup-compatibility/2006">
        <mc:Choice xmlns:p14="http://schemas.microsoft.com/office/powerpoint/2010/main" Requires="p14">
          <p:contentPart p14:bwMode="auto" r:id="rId35">
            <p14:nvContentPartPr>
              <p14:cNvPr id="21" name="Ink 20">
                <a:extLst>
                  <a:ext uri="{FF2B5EF4-FFF2-40B4-BE49-F238E27FC236}">
                    <a16:creationId xmlns:a16="http://schemas.microsoft.com/office/drawing/2014/main" id="{38E71F16-C265-58AC-AA58-EE95D6D4BB38}"/>
                  </a:ext>
                </a:extLst>
              </p14:cNvPr>
              <p14:cNvContentPartPr/>
              <p14:nvPr/>
            </p14:nvContentPartPr>
            <p14:xfrm>
              <a:off x="10915650" y="2704270"/>
              <a:ext cx="142147" cy="19880"/>
            </p14:xfrm>
          </p:contentPart>
        </mc:Choice>
        <mc:Fallback>
          <p:pic>
            <p:nvPicPr>
              <p:cNvPr id="21" name="Ink 20">
                <a:extLst>
                  <a:ext uri="{FF2B5EF4-FFF2-40B4-BE49-F238E27FC236}">
                    <a16:creationId xmlns:a16="http://schemas.microsoft.com/office/drawing/2014/main" id="{38E71F16-C265-58AC-AA58-EE95D6D4BB38}"/>
                  </a:ext>
                </a:extLst>
              </p:cNvPr>
              <p:cNvPicPr/>
              <p:nvPr/>
            </p:nvPicPr>
            <p:blipFill>
              <a:blip r:embed="rId36"/>
              <a:stretch>
                <a:fillRect/>
              </a:stretch>
            </p:blipFill>
            <p:spPr>
              <a:xfrm>
                <a:off x="10897702" y="2686831"/>
                <a:ext cx="177684" cy="54408"/>
              </a:xfrm>
              <a:prstGeom prst="rect">
                <a:avLst/>
              </a:prstGeom>
            </p:spPr>
          </p:pic>
        </mc:Fallback>
      </mc:AlternateContent>
      <mc:AlternateContent xmlns:mc="http://schemas.openxmlformats.org/markup-compatibility/2006">
        <mc:Choice xmlns:p14="http://schemas.microsoft.com/office/powerpoint/2010/main" Requires="p14">
          <p:contentPart p14:bwMode="auto" r:id="rId37">
            <p14:nvContentPartPr>
              <p14:cNvPr id="22" name="Ink 21">
                <a:extLst>
                  <a:ext uri="{FF2B5EF4-FFF2-40B4-BE49-F238E27FC236}">
                    <a16:creationId xmlns:a16="http://schemas.microsoft.com/office/drawing/2014/main" id="{6D2CFF7A-3F6D-476E-BA67-C0C259B43A19}"/>
                  </a:ext>
                </a:extLst>
              </p14:cNvPr>
              <p14:cNvContentPartPr/>
              <p14:nvPr/>
            </p14:nvContentPartPr>
            <p14:xfrm>
              <a:off x="4885966" y="3190616"/>
              <a:ext cx="399235" cy="528745"/>
            </p14:xfrm>
          </p:contentPart>
        </mc:Choice>
        <mc:Fallback>
          <p:pic>
            <p:nvPicPr>
              <p:cNvPr id="22" name="Ink 21">
                <a:extLst>
                  <a:ext uri="{FF2B5EF4-FFF2-40B4-BE49-F238E27FC236}">
                    <a16:creationId xmlns:a16="http://schemas.microsoft.com/office/drawing/2014/main" id="{6D2CFF7A-3F6D-476E-BA67-C0C259B43A19}"/>
                  </a:ext>
                </a:extLst>
              </p:cNvPr>
              <p:cNvPicPr/>
              <p:nvPr/>
            </p:nvPicPr>
            <p:blipFill>
              <a:blip r:embed="rId38"/>
              <a:stretch>
                <a:fillRect/>
              </a:stretch>
            </p:blipFill>
            <p:spPr>
              <a:xfrm>
                <a:off x="4867982" y="3172631"/>
                <a:ext cx="434842" cy="564354"/>
              </a:xfrm>
              <a:prstGeom prst="rect">
                <a:avLst/>
              </a:prstGeom>
            </p:spPr>
          </p:pic>
        </mc:Fallback>
      </mc:AlternateContent>
      <mc:AlternateContent xmlns:mc="http://schemas.openxmlformats.org/markup-compatibility/2006">
        <mc:Choice xmlns:p14="http://schemas.microsoft.com/office/powerpoint/2010/main" Requires="p14">
          <p:contentPart p14:bwMode="auto" r:id="rId39">
            <p14:nvContentPartPr>
              <p14:cNvPr id="23" name="Ink 22">
                <a:extLst>
                  <a:ext uri="{FF2B5EF4-FFF2-40B4-BE49-F238E27FC236}">
                    <a16:creationId xmlns:a16="http://schemas.microsoft.com/office/drawing/2014/main" id="{42CD2085-11D4-4E3F-A5D9-E3EE53DD4DA8}"/>
                  </a:ext>
                </a:extLst>
              </p14:cNvPr>
              <p14:cNvContentPartPr/>
              <p14:nvPr/>
            </p14:nvContentPartPr>
            <p14:xfrm>
              <a:off x="5210175" y="3714750"/>
              <a:ext cx="167522" cy="134842"/>
            </p14:xfrm>
          </p:contentPart>
        </mc:Choice>
        <mc:Fallback>
          <p:pic>
            <p:nvPicPr>
              <p:cNvPr id="23" name="Ink 22">
                <a:extLst>
                  <a:ext uri="{FF2B5EF4-FFF2-40B4-BE49-F238E27FC236}">
                    <a16:creationId xmlns:a16="http://schemas.microsoft.com/office/drawing/2014/main" id="{42CD2085-11D4-4E3F-A5D9-E3EE53DD4DA8}"/>
                  </a:ext>
                </a:extLst>
              </p:cNvPr>
              <p:cNvPicPr/>
              <p:nvPr/>
            </p:nvPicPr>
            <p:blipFill>
              <a:blip r:embed="rId40"/>
              <a:stretch>
                <a:fillRect/>
              </a:stretch>
            </p:blipFill>
            <p:spPr>
              <a:xfrm>
                <a:off x="5192201" y="3696819"/>
                <a:ext cx="203111" cy="170346"/>
              </a:xfrm>
              <a:prstGeom prst="rect">
                <a:avLst/>
              </a:prstGeom>
            </p:spPr>
          </p:pic>
        </mc:Fallback>
      </mc:AlternateContent>
      <mc:AlternateContent xmlns:mc="http://schemas.openxmlformats.org/markup-compatibility/2006">
        <mc:Choice xmlns:p14="http://schemas.microsoft.com/office/powerpoint/2010/main" Requires="p14">
          <p:contentPart p14:bwMode="auto" r:id="rId41">
            <p14:nvContentPartPr>
              <p14:cNvPr id="24" name="Ink 23">
                <a:extLst>
                  <a:ext uri="{FF2B5EF4-FFF2-40B4-BE49-F238E27FC236}">
                    <a16:creationId xmlns:a16="http://schemas.microsoft.com/office/drawing/2014/main" id="{76D94FC2-20F1-E756-36B5-74395EFAF599}"/>
                  </a:ext>
                </a:extLst>
              </p14:cNvPr>
              <p14:cNvContentPartPr/>
              <p14:nvPr/>
            </p14:nvContentPartPr>
            <p14:xfrm>
              <a:off x="3875992" y="2647950"/>
              <a:ext cx="225246" cy="314274"/>
            </p14:xfrm>
          </p:contentPart>
        </mc:Choice>
        <mc:Fallback>
          <p:pic>
            <p:nvPicPr>
              <p:cNvPr id="24" name="Ink 23">
                <a:extLst>
                  <a:ext uri="{FF2B5EF4-FFF2-40B4-BE49-F238E27FC236}">
                    <a16:creationId xmlns:a16="http://schemas.microsoft.com/office/drawing/2014/main" id="{76D94FC2-20F1-E756-36B5-74395EFAF599}"/>
                  </a:ext>
                </a:extLst>
              </p:cNvPr>
              <p:cNvPicPr/>
              <p:nvPr/>
            </p:nvPicPr>
            <p:blipFill>
              <a:blip r:embed="rId42"/>
              <a:stretch>
                <a:fillRect/>
              </a:stretch>
            </p:blipFill>
            <p:spPr>
              <a:xfrm>
                <a:off x="3858030" y="2629971"/>
                <a:ext cx="260811" cy="349873"/>
              </a:xfrm>
              <a:prstGeom prst="rect">
                <a:avLst/>
              </a:prstGeom>
            </p:spPr>
          </p:pic>
        </mc:Fallback>
      </mc:AlternateContent>
      <mc:AlternateContent xmlns:mc="http://schemas.openxmlformats.org/markup-compatibility/2006">
        <mc:Choice xmlns:p14="http://schemas.microsoft.com/office/powerpoint/2010/main" Requires="p14">
          <p:contentPart p14:bwMode="auto" r:id="rId43">
            <p14:nvContentPartPr>
              <p14:cNvPr id="25" name="Ink 24">
                <a:extLst>
                  <a:ext uri="{FF2B5EF4-FFF2-40B4-BE49-F238E27FC236}">
                    <a16:creationId xmlns:a16="http://schemas.microsoft.com/office/drawing/2014/main" id="{BD654805-7BD3-6FAF-1331-84D160C938C7}"/>
                  </a:ext>
                </a:extLst>
              </p14:cNvPr>
              <p14:cNvContentPartPr/>
              <p14:nvPr/>
            </p14:nvContentPartPr>
            <p14:xfrm>
              <a:off x="4173069" y="2686050"/>
              <a:ext cx="94130" cy="271840"/>
            </p14:xfrm>
          </p:contentPart>
        </mc:Choice>
        <mc:Fallback>
          <p:pic>
            <p:nvPicPr>
              <p:cNvPr id="25" name="Ink 24">
                <a:extLst>
                  <a:ext uri="{FF2B5EF4-FFF2-40B4-BE49-F238E27FC236}">
                    <a16:creationId xmlns:a16="http://schemas.microsoft.com/office/drawing/2014/main" id="{BD654805-7BD3-6FAF-1331-84D160C938C7}"/>
                  </a:ext>
                </a:extLst>
              </p:cNvPr>
              <p:cNvPicPr/>
              <p:nvPr/>
            </p:nvPicPr>
            <p:blipFill>
              <a:blip r:embed="rId44"/>
              <a:stretch>
                <a:fillRect/>
              </a:stretch>
            </p:blipFill>
            <p:spPr>
              <a:xfrm>
                <a:off x="4155174" y="2668071"/>
                <a:ext cx="129563" cy="307438"/>
              </a:xfrm>
              <a:prstGeom prst="rect">
                <a:avLst/>
              </a:prstGeom>
            </p:spPr>
          </p:pic>
        </mc:Fallback>
      </mc:AlternateContent>
      <mc:AlternateContent xmlns:mc="http://schemas.openxmlformats.org/markup-compatibility/2006">
        <mc:Choice xmlns:p14="http://schemas.microsoft.com/office/powerpoint/2010/main" Requires="p14">
          <p:contentPart p14:bwMode="auto" r:id="rId45">
            <p14:nvContentPartPr>
              <p14:cNvPr id="26" name="Ink 25">
                <a:extLst>
                  <a:ext uri="{FF2B5EF4-FFF2-40B4-BE49-F238E27FC236}">
                    <a16:creationId xmlns:a16="http://schemas.microsoft.com/office/drawing/2014/main" id="{7809C925-323C-4164-0081-06EA724A804B}"/>
                  </a:ext>
                </a:extLst>
              </p14:cNvPr>
              <p14:cNvContentPartPr/>
              <p14:nvPr/>
            </p14:nvContentPartPr>
            <p14:xfrm>
              <a:off x="4236663" y="2676524"/>
              <a:ext cx="193488" cy="290893"/>
            </p14:xfrm>
          </p:contentPart>
        </mc:Choice>
        <mc:Fallback>
          <p:pic>
            <p:nvPicPr>
              <p:cNvPr id="26" name="Ink 25">
                <a:extLst>
                  <a:ext uri="{FF2B5EF4-FFF2-40B4-BE49-F238E27FC236}">
                    <a16:creationId xmlns:a16="http://schemas.microsoft.com/office/drawing/2014/main" id="{7809C925-323C-4164-0081-06EA724A804B}"/>
                  </a:ext>
                </a:extLst>
              </p:cNvPr>
              <p:cNvPicPr/>
              <p:nvPr/>
            </p:nvPicPr>
            <p:blipFill>
              <a:blip r:embed="rId46"/>
              <a:stretch>
                <a:fillRect/>
              </a:stretch>
            </p:blipFill>
            <p:spPr>
              <a:xfrm>
                <a:off x="4218681" y="2658545"/>
                <a:ext cx="229093" cy="326491"/>
              </a:xfrm>
              <a:prstGeom prst="rect">
                <a:avLst/>
              </a:prstGeom>
            </p:spPr>
          </p:pic>
        </mc:Fallback>
      </mc:AlternateContent>
      <mc:AlternateContent xmlns:mc="http://schemas.openxmlformats.org/markup-compatibility/2006">
        <mc:Choice xmlns:p14="http://schemas.microsoft.com/office/powerpoint/2010/main" Requires="p14">
          <p:contentPart p14:bwMode="auto" r:id="rId47">
            <p14:nvContentPartPr>
              <p14:cNvPr id="27" name="Ink 26">
                <a:extLst>
                  <a:ext uri="{FF2B5EF4-FFF2-40B4-BE49-F238E27FC236}">
                    <a16:creationId xmlns:a16="http://schemas.microsoft.com/office/drawing/2014/main" id="{B890D7DB-8AA7-83B8-CB10-C4027AAD3182}"/>
                  </a:ext>
                </a:extLst>
              </p14:cNvPr>
              <p14:cNvContentPartPr/>
              <p14:nvPr/>
            </p14:nvContentPartPr>
            <p14:xfrm>
              <a:off x="3980168" y="3028950"/>
              <a:ext cx="172731" cy="220972"/>
            </p14:xfrm>
          </p:contentPart>
        </mc:Choice>
        <mc:Fallback>
          <p:pic>
            <p:nvPicPr>
              <p:cNvPr id="27" name="Ink 26">
                <a:extLst>
                  <a:ext uri="{FF2B5EF4-FFF2-40B4-BE49-F238E27FC236}">
                    <a16:creationId xmlns:a16="http://schemas.microsoft.com/office/drawing/2014/main" id="{B890D7DB-8AA7-83B8-CB10-C4027AAD3182}"/>
                  </a:ext>
                </a:extLst>
              </p:cNvPr>
              <p:cNvPicPr/>
              <p:nvPr/>
            </p:nvPicPr>
            <p:blipFill>
              <a:blip r:embed="rId48"/>
              <a:stretch>
                <a:fillRect/>
              </a:stretch>
            </p:blipFill>
            <p:spPr>
              <a:xfrm>
                <a:off x="3962213" y="3010985"/>
                <a:ext cx="208283" cy="256543"/>
              </a:xfrm>
              <a:prstGeom prst="rect">
                <a:avLst/>
              </a:prstGeom>
            </p:spPr>
          </p:pic>
        </mc:Fallback>
      </mc:AlternateContent>
      <mc:AlternateContent xmlns:mc="http://schemas.openxmlformats.org/markup-compatibility/2006">
        <mc:Choice xmlns:p14="http://schemas.microsoft.com/office/powerpoint/2010/main" Requires="p14">
          <p:contentPart p14:bwMode="auto" r:id="rId49">
            <p14:nvContentPartPr>
              <p14:cNvPr id="28" name="Ink 27">
                <a:extLst>
                  <a:ext uri="{FF2B5EF4-FFF2-40B4-BE49-F238E27FC236}">
                    <a16:creationId xmlns:a16="http://schemas.microsoft.com/office/drawing/2014/main" id="{38AFF882-0BCC-0BA6-81C9-1B46E7DEFD22}"/>
                  </a:ext>
                </a:extLst>
              </p14:cNvPr>
              <p14:cNvContentPartPr/>
              <p14:nvPr/>
            </p14:nvContentPartPr>
            <p14:xfrm>
              <a:off x="4144269" y="3152360"/>
              <a:ext cx="141346" cy="99153"/>
            </p14:xfrm>
          </p:contentPart>
        </mc:Choice>
        <mc:Fallback>
          <p:pic>
            <p:nvPicPr>
              <p:cNvPr id="28" name="Ink 27">
                <a:extLst>
                  <a:ext uri="{FF2B5EF4-FFF2-40B4-BE49-F238E27FC236}">
                    <a16:creationId xmlns:a16="http://schemas.microsoft.com/office/drawing/2014/main" id="{38AFF882-0BCC-0BA6-81C9-1B46E7DEFD22}"/>
                  </a:ext>
                </a:extLst>
              </p:cNvPr>
              <p:cNvPicPr/>
              <p:nvPr/>
            </p:nvPicPr>
            <p:blipFill>
              <a:blip r:embed="rId50"/>
              <a:stretch>
                <a:fillRect/>
              </a:stretch>
            </p:blipFill>
            <p:spPr>
              <a:xfrm>
                <a:off x="4126332" y="3134462"/>
                <a:ext cx="176862" cy="134590"/>
              </a:xfrm>
              <a:prstGeom prst="rect">
                <a:avLst/>
              </a:prstGeom>
            </p:spPr>
          </p:pic>
        </mc:Fallback>
      </mc:AlternateContent>
      <mc:AlternateContent xmlns:mc="http://schemas.openxmlformats.org/markup-compatibility/2006">
        <mc:Choice xmlns:p14="http://schemas.microsoft.com/office/powerpoint/2010/main" Requires="p14">
          <p:contentPart p14:bwMode="auto" r:id="rId51">
            <p14:nvContentPartPr>
              <p14:cNvPr id="29" name="Ink 28">
                <a:extLst>
                  <a:ext uri="{FF2B5EF4-FFF2-40B4-BE49-F238E27FC236}">
                    <a16:creationId xmlns:a16="http://schemas.microsoft.com/office/drawing/2014/main" id="{96069C11-8A80-AAAC-2663-8BDD262C68DE}"/>
                  </a:ext>
                </a:extLst>
              </p14:cNvPr>
              <p14:cNvContentPartPr/>
              <p14:nvPr/>
            </p14:nvContentPartPr>
            <p14:xfrm>
              <a:off x="4343400" y="3148629"/>
              <a:ext cx="46194" cy="42245"/>
            </p14:xfrm>
          </p:contentPart>
        </mc:Choice>
        <mc:Fallback>
          <p:pic>
            <p:nvPicPr>
              <p:cNvPr id="29" name="Ink 28">
                <a:extLst>
                  <a:ext uri="{FF2B5EF4-FFF2-40B4-BE49-F238E27FC236}">
                    <a16:creationId xmlns:a16="http://schemas.microsoft.com/office/drawing/2014/main" id="{96069C11-8A80-AAAC-2663-8BDD262C68DE}"/>
                  </a:ext>
                </a:extLst>
              </p:cNvPr>
              <p:cNvPicPr/>
              <p:nvPr/>
            </p:nvPicPr>
            <p:blipFill>
              <a:blip r:embed="rId52"/>
              <a:stretch>
                <a:fillRect/>
              </a:stretch>
            </p:blipFill>
            <p:spPr>
              <a:xfrm>
                <a:off x="4325495" y="3130729"/>
                <a:ext cx="81645" cy="77688"/>
              </a:xfrm>
              <a:prstGeom prst="rect">
                <a:avLst/>
              </a:prstGeom>
            </p:spPr>
          </p:pic>
        </mc:Fallback>
      </mc:AlternateContent>
      <mc:AlternateContent xmlns:mc="http://schemas.openxmlformats.org/markup-compatibility/2006">
        <mc:Choice xmlns:p14="http://schemas.microsoft.com/office/powerpoint/2010/main" Requires="p14">
          <p:contentPart p14:bwMode="auto" r:id="rId53">
            <p14:nvContentPartPr>
              <p14:cNvPr id="30" name="Ink 29">
                <a:extLst>
                  <a:ext uri="{FF2B5EF4-FFF2-40B4-BE49-F238E27FC236}">
                    <a16:creationId xmlns:a16="http://schemas.microsoft.com/office/drawing/2014/main" id="{CDC4BC18-B4A5-2F9F-CA7F-C12D544AB970}"/>
                  </a:ext>
                </a:extLst>
              </p14:cNvPr>
              <p14:cNvContentPartPr/>
              <p14:nvPr/>
            </p14:nvContentPartPr>
            <p14:xfrm>
              <a:off x="4392733" y="2956986"/>
              <a:ext cx="204122" cy="287979"/>
            </p14:xfrm>
          </p:contentPart>
        </mc:Choice>
        <mc:Fallback>
          <p:pic>
            <p:nvPicPr>
              <p:cNvPr id="30" name="Ink 29">
                <a:extLst>
                  <a:ext uri="{FF2B5EF4-FFF2-40B4-BE49-F238E27FC236}">
                    <a16:creationId xmlns:a16="http://schemas.microsoft.com/office/drawing/2014/main" id="{CDC4BC18-B4A5-2F9F-CA7F-C12D544AB970}"/>
                  </a:ext>
                </a:extLst>
              </p:cNvPr>
              <p:cNvPicPr/>
              <p:nvPr/>
            </p:nvPicPr>
            <p:blipFill>
              <a:blip r:embed="rId54"/>
              <a:stretch>
                <a:fillRect/>
              </a:stretch>
            </p:blipFill>
            <p:spPr>
              <a:xfrm>
                <a:off x="4374765" y="2939010"/>
                <a:ext cx="239700" cy="323572"/>
              </a:xfrm>
              <a:prstGeom prst="rect">
                <a:avLst/>
              </a:prstGeom>
            </p:spPr>
          </p:pic>
        </mc:Fallback>
      </mc:AlternateContent>
      <mc:AlternateContent xmlns:mc="http://schemas.openxmlformats.org/markup-compatibility/2006">
        <mc:Choice xmlns:p14="http://schemas.microsoft.com/office/powerpoint/2010/main" Requires="p14">
          <p:contentPart p14:bwMode="auto" r:id="rId55">
            <p14:nvContentPartPr>
              <p14:cNvPr id="31" name="Ink 30">
                <a:extLst>
                  <a:ext uri="{FF2B5EF4-FFF2-40B4-BE49-F238E27FC236}">
                    <a16:creationId xmlns:a16="http://schemas.microsoft.com/office/drawing/2014/main" id="{F733060C-4DAC-9A66-8678-5DCFEFE73E82}"/>
                  </a:ext>
                </a:extLst>
              </p14:cNvPr>
              <p14:cNvContentPartPr/>
              <p14:nvPr/>
            </p14:nvContentPartPr>
            <p14:xfrm>
              <a:off x="3800474" y="3914775"/>
              <a:ext cx="240755" cy="273209"/>
            </p14:xfrm>
          </p:contentPart>
        </mc:Choice>
        <mc:Fallback>
          <p:pic>
            <p:nvPicPr>
              <p:cNvPr id="31" name="Ink 30">
                <a:extLst>
                  <a:ext uri="{FF2B5EF4-FFF2-40B4-BE49-F238E27FC236}">
                    <a16:creationId xmlns:a16="http://schemas.microsoft.com/office/drawing/2014/main" id="{F733060C-4DAC-9A66-8678-5DCFEFE73E82}"/>
                  </a:ext>
                </a:extLst>
              </p:cNvPr>
              <p:cNvPicPr/>
              <p:nvPr/>
            </p:nvPicPr>
            <p:blipFill>
              <a:blip r:embed="rId56"/>
              <a:stretch>
                <a:fillRect/>
              </a:stretch>
            </p:blipFill>
            <p:spPr>
              <a:xfrm>
                <a:off x="3782507" y="3896777"/>
                <a:ext cx="276329" cy="308845"/>
              </a:xfrm>
              <a:prstGeom prst="rect">
                <a:avLst/>
              </a:prstGeom>
            </p:spPr>
          </p:pic>
        </mc:Fallback>
      </mc:AlternateContent>
      <mc:AlternateContent xmlns:mc="http://schemas.openxmlformats.org/markup-compatibility/2006">
        <mc:Choice xmlns:p14="http://schemas.microsoft.com/office/powerpoint/2010/main" Requires="p14">
          <p:contentPart p14:bwMode="auto" r:id="rId57">
            <p14:nvContentPartPr>
              <p14:cNvPr id="32" name="Ink 31">
                <a:extLst>
                  <a:ext uri="{FF2B5EF4-FFF2-40B4-BE49-F238E27FC236}">
                    <a16:creationId xmlns:a16="http://schemas.microsoft.com/office/drawing/2014/main" id="{714B6A9C-FFE3-A43F-1798-6E797109222B}"/>
                  </a:ext>
                </a:extLst>
              </p14:cNvPr>
              <p14:cNvContentPartPr/>
              <p14:nvPr/>
            </p14:nvContentPartPr>
            <p14:xfrm>
              <a:off x="3914774" y="4150971"/>
              <a:ext cx="288753" cy="145851"/>
            </p14:xfrm>
          </p:contentPart>
        </mc:Choice>
        <mc:Fallback>
          <p:pic>
            <p:nvPicPr>
              <p:cNvPr id="32" name="Ink 31">
                <a:extLst>
                  <a:ext uri="{FF2B5EF4-FFF2-40B4-BE49-F238E27FC236}">
                    <a16:creationId xmlns:a16="http://schemas.microsoft.com/office/drawing/2014/main" id="{714B6A9C-FFE3-A43F-1798-6E797109222B}"/>
                  </a:ext>
                </a:extLst>
              </p:cNvPr>
              <p:cNvPicPr/>
              <p:nvPr/>
            </p:nvPicPr>
            <p:blipFill>
              <a:blip r:embed="rId58"/>
              <a:stretch>
                <a:fillRect/>
              </a:stretch>
            </p:blipFill>
            <p:spPr>
              <a:xfrm>
                <a:off x="3896817" y="4133053"/>
                <a:ext cx="324308" cy="181328"/>
              </a:xfrm>
              <a:prstGeom prst="rect">
                <a:avLst/>
              </a:prstGeom>
            </p:spPr>
          </p:pic>
        </mc:Fallback>
      </mc:AlternateContent>
      <mc:AlternateContent xmlns:mc="http://schemas.openxmlformats.org/markup-compatibility/2006">
        <mc:Choice xmlns:p14="http://schemas.microsoft.com/office/powerpoint/2010/main" Requires="p14">
          <p:contentPart p14:bwMode="auto" r:id="rId59">
            <p14:nvContentPartPr>
              <p14:cNvPr id="33" name="Ink 32">
                <a:extLst>
                  <a:ext uri="{FF2B5EF4-FFF2-40B4-BE49-F238E27FC236}">
                    <a16:creationId xmlns:a16="http://schemas.microsoft.com/office/drawing/2014/main" id="{A8FF9A3B-FF12-5F9C-D75D-839B10E6F8D1}"/>
                  </a:ext>
                </a:extLst>
              </p14:cNvPr>
              <p14:cNvContentPartPr/>
              <p14:nvPr/>
            </p14:nvContentPartPr>
            <p14:xfrm>
              <a:off x="3047328" y="3419475"/>
              <a:ext cx="57821" cy="420558"/>
            </p14:xfrm>
          </p:contentPart>
        </mc:Choice>
        <mc:Fallback>
          <p:pic>
            <p:nvPicPr>
              <p:cNvPr id="33" name="Ink 32">
                <a:extLst>
                  <a:ext uri="{FF2B5EF4-FFF2-40B4-BE49-F238E27FC236}">
                    <a16:creationId xmlns:a16="http://schemas.microsoft.com/office/drawing/2014/main" id="{A8FF9A3B-FF12-5F9C-D75D-839B10E6F8D1}"/>
                  </a:ext>
                </a:extLst>
              </p:cNvPr>
              <p:cNvPicPr/>
              <p:nvPr/>
            </p:nvPicPr>
            <p:blipFill>
              <a:blip r:embed="rId60"/>
              <a:stretch>
                <a:fillRect/>
              </a:stretch>
            </p:blipFill>
            <p:spPr>
              <a:xfrm>
                <a:off x="3029371" y="3401487"/>
                <a:ext cx="93376" cy="456174"/>
              </a:xfrm>
              <a:prstGeom prst="rect">
                <a:avLst/>
              </a:prstGeom>
            </p:spPr>
          </p:pic>
        </mc:Fallback>
      </mc:AlternateContent>
      <mc:AlternateContent xmlns:mc="http://schemas.openxmlformats.org/markup-compatibility/2006">
        <mc:Choice xmlns:p14="http://schemas.microsoft.com/office/powerpoint/2010/main" Requires="p14">
          <p:contentPart p14:bwMode="auto" r:id="rId61">
            <p14:nvContentPartPr>
              <p14:cNvPr id="34" name="Ink 33">
                <a:extLst>
                  <a:ext uri="{FF2B5EF4-FFF2-40B4-BE49-F238E27FC236}">
                    <a16:creationId xmlns:a16="http://schemas.microsoft.com/office/drawing/2014/main" id="{088A995D-7496-5624-FB8C-925B96B9DF2E}"/>
                  </a:ext>
                </a:extLst>
              </p14:cNvPr>
              <p14:cNvContentPartPr/>
              <p14:nvPr/>
            </p14:nvContentPartPr>
            <p14:xfrm>
              <a:off x="2937039" y="3447738"/>
              <a:ext cx="280146" cy="11906"/>
            </p14:xfrm>
          </p:contentPart>
        </mc:Choice>
        <mc:Fallback>
          <p:pic>
            <p:nvPicPr>
              <p:cNvPr id="34" name="Ink 33">
                <a:extLst>
                  <a:ext uri="{FF2B5EF4-FFF2-40B4-BE49-F238E27FC236}">
                    <a16:creationId xmlns:a16="http://schemas.microsoft.com/office/drawing/2014/main" id="{088A995D-7496-5624-FB8C-925B96B9DF2E}"/>
                  </a:ext>
                </a:extLst>
              </p:cNvPr>
              <p:cNvPicPr/>
              <p:nvPr/>
            </p:nvPicPr>
            <p:blipFill>
              <a:blip r:embed="rId62"/>
              <a:stretch>
                <a:fillRect/>
              </a:stretch>
            </p:blipFill>
            <p:spPr>
              <a:xfrm>
                <a:off x="2919058" y="3426477"/>
                <a:ext cx="315749" cy="54002"/>
              </a:xfrm>
              <a:prstGeom prst="rect">
                <a:avLst/>
              </a:prstGeom>
            </p:spPr>
          </p:pic>
        </mc:Fallback>
      </mc:AlternateContent>
      <mc:AlternateContent xmlns:mc="http://schemas.openxmlformats.org/markup-compatibility/2006">
        <mc:Choice xmlns:p14="http://schemas.microsoft.com/office/powerpoint/2010/main" Requires="p14">
          <p:contentPart p14:bwMode="auto" r:id="rId63">
            <p14:nvContentPartPr>
              <p14:cNvPr id="35" name="Ink 34">
                <a:extLst>
                  <a:ext uri="{FF2B5EF4-FFF2-40B4-BE49-F238E27FC236}">
                    <a16:creationId xmlns:a16="http://schemas.microsoft.com/office/drawing/2014/main" id="{BC63AB0F-6DE6-43D6-B4B8-CFD7FB4BB506}"/>
                  </a:ext>
                </a:extLst>
              </p14:cNvPr>
              <p14:cNvContentPartPr/>
              <p14:nvPr/>
            </p14:nvContentPartPr>
            <p14:xfrm>
              <a:off x="3190875" y="3717448"/>
              <a:ext cx="116539" cy="148997"/>
            </p14:xfrm>
          </p:contentPart>
        </mc:Choice>
        <mc:Fallback>
          <p:pic>
            <p:nvPicPr>
              <p:cNvPr id="35" name="Ink 34">
                <a:extLst>
                  <a:ext uri="{FF2B5EF4-FFF2-40B4-BE49-F238E27FC236}">
                    <a16:creationId xmlns:a16="http://schemas.microsoft.com/office/drawing/2014/main" id="{BC63AB0F-6DE6-43D6-B4B8-CFD7FB4BB506}"/>
                  </a:ext>
                </a:extLst>
              </p:cNvPr>
              <p:cNvPicPr/>
              <p:nvPr/>
            </p:nvPicPr>
            <p:blipFill>
              <a:blip r:embed="rId64"/>
              <a:stretch>
                <a:fillRect/>
              </a:stretch>
            </p:blipFill>
            <p:spPr>
              <a:xfrm>
                <a:off x="3172891" y="3699497"/>
                <a:ext cx="152148" cy="184541"/>
              </a:xfrm>
              <a:prstGeom prst="rect">
                <a:avLst/>
              </a:prstGeom>
            </p:spPr>
          </p:pic>
        </mc:Fallback>
      </mc:AlternateContent>
      <mc:AlternateContent xmlns:mc="http://schemas.openxmlformats.org/markup-compatibility/2006">
        <mc:Choice xmlns:p14="http://schemas.microsoft.com/office/powerpoint/2010/main" Requires="p14">
          <p:contentPart p14:bwMode="auto" r:id="rId65">
            <p14:nvContentPartPr>
              <p14:cNvPr id="36" name="Ink 35">
                <a:extLst>
                  <a:ext uri="{FF2B5EF4-FFF2-40B4-BE49-F238E27FC236}">
                    <a16:creationId xmlns:a16="http://schemas.microsoft.com/office/drawing/2014/main" id="{7EC0A9C8-4EDE-55DA-BBF9-E2A61B5B34B9}"/>
                  </a:ext>
                </a:extLst>
              </p14:cNvPr>
              <p14:cNvContentPartPr/>
              <p14:nvPr/>
            </p14:nvContentPartPr>
            <p14:xfrm>
              <a:off x="3319272" y="3687638"/>
              <a:ext cx="200923" cy="197860"/>
            </p14:xfrm>
          </p:contentPart>
        </mc:Choice>
        <mc:Fallback>
          <p:pic>
            <p:nvPicPr>
              <p:cNvPr id="36" name="Ink 35">
                <a:extLst>
                  <a:ext uri="{FF2B5EF4-FFF2-40B4-BE49-F238E27FC236}">
                    <a16:creationId xmlns:a16="http://schemas.microsoft.com/office/drawing/2014/main" id="{7EC0A9C8-4EDE-55DA-BBF9-E2A61B5B34B9}"/>
                  </a:ext>
                </a:extLst>
              </p:cNvPr>
              <p:cNvPicPr/>
              <p:nvPr/>
            </p:nvPicPr>
            <p:blipFill>
              <a:blip r:embed="rId66"/>
              <a:stretch>
                <a:fillRect/>
              </a:stretch>
            </p:blipFill>
            <p:spPr>
              <a:xfrm>
                <a:off x="3301300" y="3669651"/>
                <a:ext cx="236507" cy="233475"/>
              </a:xfrm>
              <a:prstGeom prst="rect">
                <a:avLst/>
              </a:prstGeom>
            </p:spPr>
          </p:pic>
        </mc:Fallback>
      </mc:AlternateContent>
      <mc:AlternateContent xmlns:mc="http://schemas.openxmlformats.org/markup-compatibility/2006">
        <mc:Choice xmlns:p14="http://schemas.microsoft.com/office/powerpoint/2010/main" Requires="p14">
          <p:contentPart p14:bwMode="auto" r:id="rId67">
            <p14:nvContentPartPr>
              <p14:cNvPr id="37" name="Ink 36">
                <a:extLst>
                  <a:ext uri="{FF2B5EF4-FFF2-40B4-BE49-F238E27FC236}">
                    <a16:creationId xmlns:a16="http://schemas.microsoft.com/office/drawing/2014/main" id="{D7195787-CBD7-55D9-8D16-83F2734F96E2}"/>
                  </a:ext>
                </a:extLst>
              </p14:cNvPr>
              <p14:cNvContentPartPr/>
              <p14:nvPr/>
            </p14:nvContentPartPr>
            <p14:xfrm>
              <a:off x="3468313" y="3692124"/>
              <a:ext cx="260687" cy="279977"/>
            </p14:xfrm>
          </p:contentPart>
        </mc:Choice>
        <mc:Fallback>
          <p:pic>
            <p:nvPicPr>
              <p:cNvPr id="37" name="Ink 36">
                <a:extLst>
                  <a:ext uri="{FF2B5EF4-FFF2-40B4-BE49-F238E27FC236}">
                    <a16:creationId xmlns:a16="http://schemas.microsoft.com/office/drawing/2014/main" id="{D7195787-CBD7-55D9-8D16-83F2734F96E2}"/>
                  </a:ext>
                </a:extLst>
              </p:cNvPr>
              <p:cNvPicPr/>
              <p:nvPr/>
            </p:nvPicPr>
            <p:blipFill>
              <a:blip r:embed="rId68"/>
              <a:stretch>
                <a:fillRect/>
              </a:stretch>
            </p:blipFill>
            <p:spPr>
              <a:xfrm>
                <a:off x="3450335" y="3674131"/>
                <a:ext cx="296284" cy="315604"/>
              </a:xfrm>
              <a:prstGeom prst="rect">
                <a:avLst/>
              </a:prstGeom>
            </p:spPr>
          </p:pic>
        </mc:Fallback>
      </mc:AlternateContent>
      <mc:AlternateContent xmlns:mc="http://schemas.openxmlformats.org/markup-compatibility/2006">
        <mc:Choice xmlns:p14="http://schemas.microsoft.com/office/powerpoint/2010/main" Requires="p14">
          <p:contentPart p14:bwMode="auto" r:id="rId69">
            <p14:nvContentPartPr>
              <p14:cNvPr id="38" name="Ink 37">
                <a:extLst>
                  <a:ext uri="{FF2B5EF4-FFF2-40B4-BE49-F238E27FC236}">
                    <a16:creationId xmlns:a16="http://schemas.microsoft.com/office/drawing/2014/main" id="{F6BB4489-943D-653A-7E30-93978C37F1B0}"/>
                  </a:ext>
                </a:extLst>
              </p14:cNvPr>
              <p14:cNvContentPartPr/>
              <p14:nvPr/>
            </p14:nvContentPartPr>
            <p14:xfrm>
              <a:off x="2790739" y="4076699"/>
              <a:ext cx="57236" cy="275193"/>
            </p14:xfrm>
          </p:contentPart>
        </mc:Choice>
        <mc:Fallback>
          <p:pic>
            <p:nvPicPr>
              <p:cNvPr id="38" name="Ink 37">
                <a:extLst>
                  <a:ext uri="{FF2B5EF4-FFF2-40B4-BE49-F238E27FC236}">
                    <a16:creationId xmlns:a16="http://schemas.microsoft.com/office/drawing/2014/main" id="{F6BB4489-943D-653A-7E30-93978C37F1B0}"/>
                  </a:ext>
                </a:extLst>
              </p:cNvPr>
              <p:cNvPicPr/>
              <p:nvPr/>
            </p:nvPicPr>
            <p:blipFill>
              <a:blip r:embed="rId70"/>
              <a:stretch>
                <a:fillRect/>
              </a:stretch>
            </p:blipFill>
            <p:spPr>
              <a:xfrm>
                <a:off x="2772853" y="4058736"/>
                <a:ext cx="92651" cy="310760"/>
              </a:xfrm>
              <a:prstGeom prst="rect">
                <a:avLst/>
              </a:prstGeom>
            </p:spPr>
          </p:pic>
        </mc:Fallback>
      </mc:AlternateContent>
      <mc:AlternateContent xmlns:mc="http://schemas.openxmlformats.org/markup-compatibility/2006">
        <mc:Choice xmlns:p14="http://schemas.microsoft.com/office/powerpoint/2010/main" Requires="p14">
          <p:contentPart p14:bwMode="auto" r:id="rId71">
            <p14:nvContentPartPr>
              <p14:cNvPr id="39" name="Ink 38">
                <a:extLst>
                  <a:ext uri="{FF2B5EF4-FFF2-40B4-BE49-F238E27FC236}">
                    <a16:creationId xmlns:a16="http://schemas.microsoft.com/office/drawing/2014/main" id="{D7527035-50BF-E689-4D3F-423E1B3FA76D}"/>
                  </a:ext>
                </a:extLst>
              </p14:cNvPr>
              <p14:cNvContentPartPr/>
              <p14:nvPr/>
            </p14:nvContentPartPr>
            <p14:xfrm>
              <a:off x="2857500" y="4057650"/>
              <a:ext cx="162943" cy="133962"/>
            </p14:xfrm>
          </p:contentPart>
        </mc:Choice>
        <mc:Fallback>
          <p:pic>
            <p:nvPicPr>
              <p:cNvPr id="39" name="Ink 38">
                <a:extLst>
                  <a:ext uri="{FF2B5EF4-FFF2-40B4-BE49-F238E27FC236}">
                    <a16:creationId xmlns:a16="http://schemas.microsoft.com/office/drawing/2014/main" id="{D7527035-50BF-E689-4D3F-423E1B3FA76D}"/>
                  </a:ext>
                </a:extLst>
              </p:cNvPr>
              <p:cNvPicPr/>
              <p:nvPr/>
            </p:nvPicPr>
            <p:blipFill>
              <a:blip r:embed="rId72"/>
              <a:stretch>
                <a:fillRect/>
              </a:stretch>
            </p:blipFill>
            <p:spPr>
              <a:xfrm>
                <a:off x="2839555" y="4039693"/>
                <a:ext cx="198475" cy="169518"/>
              </a:xfrm>
              <a:prstGeom prst="rect">
                <a:avLst/>
              </a:prstGeom>
            </p:spPr>
          </p:pic>
        </mc:Fallback>
      </mc:AlternateContent>
      <mc:AlternateContent xmlns:mc="http://schemas.openxmlformats.org/markup-compatibility/2006">
        <mc:Choice xmlns:p14="http://schemas.microsoft.com/office/powerpoint/2010/main" Requires="p14">
          <p:contentPart p14:bwMode="auto" r:id="rId73">
            <p14:nvContentPartPr>
              <p14:cNvPr id="40" name="Ink 39">
                <a:extLst>
                  <a:ext uri="{FF2B5EF4-FFF2-40B4-BE49-F238E27FC236}">
                    <a16:creationId xmlns:a16="http://schemas.microsoft.com/office/drawing/2014/main" id="{3FF9AE64-8C70-4414-6E4C-D5E5CAB01043}"/>
                  </a:ext>
                </a:extLst>
              </p14:cNvPr>
              <p14:cNvContentPartPr/>
              <p14:nvPr/>
            </p14:nvContentPartPr>
            <p14:xfrm>
              <a:off x="2982255" y="4208947"/>
              <a:ext cx="140420" cy="144322"/>
            </p14:xfrm>
          </p:contentPart>
        </mc:Choice>
        <mc:Fallback>
          <p:pic>
            <p:nvPicPr>
              <p:cNvPr id="40" name="Ink 39">
                <a:extLst>
                  <a:ext uri="{FF2B5EF4-FFF2-40B4-BE49-F238E27FC236}">
                    <a16:creationId xmlns:a16="http://schemas.microsoft.com/office/drawing/2014/main" id="{3FF9AE64-8C70-4414-6E4C-D5E5CAB01043}"/>
                  </a:ext>
                </a:extLst>
              </p:cNvPr>
              <p:cNvPicPr/>
              <p:nvPr/>
            </p:nvPicPr>
            <p:blipFill>
              <a:blip r:embed="rId74"/>
              <a:stretch>
                <a:fillRect/>
              </a:stretch>
            </p:blipFill>
            <p:spPr>
              <a:xfrm>
                <a:off x="2964298" y="4190997"/>
                <a:ext cx="175974" cy="179864"/>
              </a:xfrm>
              <a:prstGeom prst="rect">
                <a:avLst/>
              </a:prstGeom>
            </p:spPr>
          </p:pic>
        </mc:Fallback>
      </mc:AlternateContent>
      <mc:AlternateContent xmlns:mc="http://schemas.openxmlformats.org/markup-compatibility/2006">
        <mc:Choice xmlns:p14="http://schemas.microsoft.com/office/powerpoint/2010/main" Requires="p14">
          <p:contentPart p14:bwMode="auto" r:id="rId75">
            <p14:nvContentPartPr>
              <p14:cNvPr id="41" name="Ink 40">
                <a:extLst>
                  <a:ext uri="{FF2B5EF4-FFF2-40B4-BE49-F238E27FC236}">
                    <a16:creationId xmlns:a16="http://schemas.microsoft.com/office/drawing/2014/main" id="{A1F57548-79FD-D40C-511E-B1E5405A03FD}"/>
                  </a:ext>
                </a:extLst>
              </p14:cNvPr>
              <p14:cNvContentPartPr/>
              <p14:nvPr/>
            </p14:nvContentPartPr>
            <p14:xfrm>
              <a:off x="3097396" y="4234754"/>
              <a:ext cx="147193" cy="149697"/>
            </p14:xfrm>
          </p:contentPart>
        </mc:Choice>
        <mc:Fallback>
          <p:pic>
            <p:nvPicPr>
              <p:cNvPr id="41" name="Ink 40">
                <a:extLst>
                  <a:ext uri="{FF2B5EF4-FFF2-40B4-BE49-F238E27FC236}">
                    <a16:creationId xmlns:a16="http://schemas.microsoft.com/office/drawing/2014/main" id="{A1F57548-79FD-D40C-511E-B1E5405A03FD}"/>
                  </a:ext>
                </a:extLst>
              </p:cNvPr>
              <p:cNvPicPr/>
              <p:nvPr/>
            </p:nvPicPr>
            <p:blipFill>
              <a:blip r:embed="rId76"/>
              <a:stretch>
                <a:fillRect/>
              </a:stretch>
            </p:blipFill>
            <p:spPr>
              <a:xfrm>
                <a:off x="3079446" y="4216762"/>
                <a:ext cx="182735" cy="185322"/>
              </a:xfrm>
              <a:prstGeom prst="rect">
                <a:avLst/>
              </a:prstGeom>
            </p:spPr>
          </p:pic>
        </mc:Fallback>
      </mc:AlternateContent>
      <mc:AlternateContent xmlns:mc="http://schemas.openxmlformats.org/markup-compatibility/2006">
        <mc:Choice xmlns:p14="http://schemas.microsoft.com/office/powerpoint/2010/main" Requires="p14">
          <p:contentPart p14:bwMode="auto" r:id="rId77">
            <p14:nvContentPartPr>
              <p14:cNvPr id="42" name="Ink 41">
                <a:extLst>
                  <a:ext uri="{FF2B5EF4-FFF2-40B4-BE49-F238E27FC236}">
                    <a16:creationId xmlns:a16="http://schemas.microsoft.com/office/drawing/2014/main" id="{49774879-5727-B648-7A6C-683EF9E719DC}"/>
                  </a:ext>
                </a:extLst>
              </p14:cNvPr>
              <p14:cNvContentPartPr/>
              <p14:nvPr/>
            </p14:nvContentPartPr>
            <p14:xfrm>
              <a:off x="3294609" y="4086225"/>
              <a:ext cx="115417" cy="277932"/>
            </p14:xfrm>
          </p:contentPart>
        </mc:Choice>
        <mc:Fallback>
          <p:pic>
            <p:nvPicPr>
              <p:cNvPr id="42" name="Ink 41">
                <a:extLst>
                  <a:ext uri="{FF2B5EF4-FFF2-40B4-BE49-F238E27FC236}">
                    <a16:creationId xmlns:a16="http://schemas.microsoft.com/office/drawing/2014/main" id="{49774879-5727-B648-7A6C-683EF9E719DC}"/>
                  </a:ext>
                </a:extLst>
              </p:cNvPr>
              <p:cNvPicPr/>
              <p:nvPr/>
            </p:nvPicPr>
            <p:blipFill>
              <a:blip r:embed="rId78"/>
              <a:stretch>
                <a:fillRect/>
              </a:stretch>
            </p:blipFill>
            <p:spPr>
              <a:xfrm>
                <a:off x="3276687" y="4068248"/>
                <a:ext cx="150902" cy="313527"/>
              </a:xfrm>
              <a:prstGeom prst="rect">
                <a:avLst/>
              </a:prstGeom>
            </p:spPr>
          </p:pic>
        </mc:Fallback>
      </mc:AlternateContent>
      <mc:AlternateContent xmlns:mc="http://schemas.openxmlformats.org/markup-compatibility/2006">
        <mc:Choice xmlns:p14="http://schemas.microsoft.com/office/powerpoint/2010/main" Requires="p14">
          <p:contentPart p14:bwMode="auto" r:id="rId79">
            <p14:nvContentPartPr>
              <p14:cNvPr id="43" name="Ink 42">
                <a:extLst>
                  <a:ext uri="{FF2B5EF4-FFF2-40B4-BE49-F238E27FC236}">
                    <a16:creationId xmlns:a16="http://schemas.microsoft.com/office/drawing/2014/main" id="{0A0A8F7B-B3AE-21A3-3981-E8FC69D8EC0C}"/>
                  </a:ext>
                </a:extLst>
              </p14:cNvPr>
              <p14:cNvContentPartPr/>
              <p14:nvPr/>
            </p14:nvContentPartPr>
            <p14:xfrm>
              <a:off x="3430156" y="4247186"/>
              <a:ext cx="77219" cy="147520"/>
            </p14:xfrm>
          </p:contentPart>
        </mc:Choice>
        <mc:Fallback>
          <p:pic>
            <p:nvPicPr>
              <p:cNvPr id="43" name="Ink 42">
                <a:extLst>
                  <a:ext uri="{FF2B5EF4-FFF2-40B4-BE49-F238E27FC236}">
                    <a16:creationId xmlns:a16="http://schemas.microsoft.com/office/drawing/2014/main" id="{0A0A8F7B-B3AE-21A3-3981-E8FC69D8EC0C}"/>
                  </a:ext>
                </a:extLst>
              </p:cNvPr>
              <p:cNvPicPr/>
              <p:nvPr/>
            </p:nvPicPr>
            <p:blipFill>
              <a:blip r:embed="rId80"/>
              <a:stretch>
                <a:fillRect/>
              </a:stretch>
            </p:blipFill>
            <p:spPr>
              <a:xfrm>
                <a:off x="3412281" y="4229240"/>
                <a:ext cx="112611" cy="183054"/>
              </a:xfrm>
              <a:prstGeom prst="rect">
                <a:avLst/>
              </a:prstGeom>
            </p:spPr>
          </p:pic>
        </mc:Fallback>
      </mc:AlternateContent>
      <mc:AlternateContent xmlns:mc="http://schemas.openxmlformats.org/markup-compatibility/2006">
        <mc:Choice xmlns:p14="http://schemas.microsoft.com/office/powerpoint/2010/main" Requires="p14">
          <p:contentPart p14:bwMode="auto" r:id="rId81">
            <p14:nvContentPartPr>
              <p14:cNvPr id="44" name="Ink 43">
                <a:extLst>
                  <a:ext uri="{FF2B5EF4-FFF2-40B4-BE49-F238E27FC236}">
                    <a16:creationId xmlns:a16="http://schemas.microsoft.com/office/drawing/2014/main" id="{07D3DEF3-0C80-877A-5848-95648B8295A9}"/>
                  </a:ext>
                </a:extLst>
              </p14:cNvPr>
              <p14:cNvContentPartPr/>
              <p14:nvPr/>
            </p14:nvContentPartPr>
            <p14:xfrm>
              <a:off x="4619625" y="5657850"/>
              <a:ext cx="11906" cy="15427"/>
            </p14:xfrm>
          </p:contentPart>
        </mc:Choice>
        <mc:Fallback>
          <p:pic>
            <p:nvPicPr>
              <p:cNvPr id="44" name="Ink 43">
                <a:extLst>
                  <a:ext uri="{FF2B5EF4-FFF2-40B4-BE49-F238E27FC236}">
                    <a16:creationId xmlns:a16="http://schemas.microsoft.com/office/drawing/2014/main" id="{07D3DEF3-0C80-877A-5848-95648B8295A9}"/>
                  </a:ext>
                </a:extLst>
              </p:cNvPr>
              <p:cNvPicPr/>
              <p:nvPr/>
            </p:nvPicPr>
            <p:blipFill>
              <a:blip r:embed="rId82"/>
              <a:stretch>
                <a:fillRect/>
              </a:stretch>
            </p:blipFill>
            <p:spPr>
              <a:xfrm>
                <a:off x="4024325" y="5640319"/>
                <a:ext cx="1190600" cy="50138"/>
              </a:xfrm>
              <a:prstGeom prst="rect">
                <a:avLst/>
              </a:prstGeom>
            </p:spPr>
          </p:pic>
        </mc:Fallback>
      </mc:AlternateContent>
      <mc:AlternateContent xmlns:mc="http://schemas.openxmlformats.org/markup-compatibility/2006">
        <mc:Choice xmlns:p14="http://schemas.microsoft.com/office/powerpoint/2010/main" Requires="p14">
          <p:contentPart p14:bwMode="auto" r:id="rId83">
            <p14:nvContentPartPr>
              <p14:cNvPr id="45" name="Ink 44">
                <a:extLst>
                  <a:ext uri="{FF2B5EF4-FFF2-40B4-BE49-F238E27FC236}">
                    <a16:creationId xmlns:a16="http://schemas.microsoft.com/office/drawing/2014/main" id="{E94F19B5-DEE5-F16C-D568-D5AAF07DFF95}"/>
                  </a:ext>
                </a:extLst>
              </p14:cNvPr>
              <p14:cNvContentPartPr/>
              <p14:nvPr/>
            </p14:nvContentPartPr>
            <p14:xfrm>
              <a:off x="4572001" y="5317893"/>
              <a:ext cx="183452" cy="473306"/>
            </p14:xfrm>
          </p:contentPart>
        </mc:Choice>
        <mc:Fallback>
          <p:pic>
            <p:nvPicPr>
              <p:cNvPr id="45" name="Ink 44">
                <a:extLst>
                  <a:ext uri="{FF2B5EF4-FFF2-40B4-BE49-F238E27FC236}">
                    <a16:creationId xmlns:a16="http://schemas.microsoft.com/office/drawing/2014/main" id="{E94F19B5-DEE5-F16C-D568-D5AAF07DFF95}"/>
                  </a:ext>
                </a:extLst>
              </p:cNvPr>
              <p:cNvPicPr/>
              <p:nvPr/>
            </p:nvPicPr>
            <p:blipFill>
              <a:blip r:embed="rId84"/>
              <a:stretch>
                <a:fillRect/>
              </a:stretch>
            </p:blipFill>
            <p:spPr>
              <a:xfrm>
                <a:off x="4554051" y="5299897"/>
                <a:ext cx="218994" cy="508939"/>
              </a:xfrm>
              <a:prstGeom prst="rect">
                <a:avLst/>
              </a:prstGeom>
            </p:spPr>
          </p:pic>
        </mc:Fallback>
      </mc:AlternateContent>
      <mc:AlternateContent xmlns:mc="http://schemas.openxmlformats.org/markup-compatibility/2006">
        <mc:Choice xmlns:p14="http://schemas.microsoft.com/office/powerpoint/2010/main" Requires="p14">
          <p:contentPart p14:bwMode="auto" r:id="rId85">
            <p14:nvContentPartPr>
              <p14:cNvPr id="46" name="Ink 45">
                <a:extLst>
                  <a:ext uri="{FF2B5EF4-FFF2-40B4-BE49-F238E27FC236}">
                    <a16:creationId xmlns:a16="http://schemas.microsoft.com/office/drawing/2014/main" id="{FA911B69-D3E8-AA63-14F8-C6B16175D287}"/>
                  </a:ext>
                </a:extLst>
              </p14:cNvPr>
              <p14:cNvContentPartPr/>
              <p14:nvPr/>
            </p14:nvContentPartPr>
            <p14:xfrm>
              <a:off x="4619625" y="5212136"/>
              <a:ext cx="238628" cy="178962"/>
            </p14:xfrm>
          </p:contentPart>
        </mc:Choice>
        <mc:Fallback>
          <p:pic>
            <p:nvPicPr>
              <p:cNvPr id="46" name="Ink 45">
                <a:extLst>
                  <a:ext uri="{FF2B5EF4-FFF2-40B4-BE49-F238E27FC236}">
                    <a16:creationId xmlns:a16="http://schemas.microsoft.com/office/drawing/2014/main" id="{FA911B69-D3E8-AA63-14F8-C6B16175D287}"/>
                  </a:ext>
                </a:extLst>
              </p:cNvPr>
              <p:cNvPicPr/>
              <p:nvPr/>
            </p:nvPicPr>
            <p:blipFill>
              <a:blip r:embed="rId86"/>
              <a:stretch>
                <a:fillRect/>
              </a:stretch>
            </p:blipFill>
            <p:spPr>
              <a:xfrm>
                <a:off x="4601656" y="5194168"/>
                <a:ext cx="274207" cy="214539"/>
              </a:xfrm>
              <a:prstGeom prst="rect">
                <a:avLst/>
              </a:prstGeom>
            </p:spPr>
          </p:pic>
        </mc:Fallback>
      </mc:AlternateContent>
      <mc:AlternateContent xmlns:mc="http://schemas.openxmlformats.org/markup-compatibility/2006">
        <mc:Choice xmlns:p14="http://schemas.microsoft.com/office/powerpoint/2010/main" Requires="p14">
          <p:contentPart p14:bwMode="auto" r:id="rId87">
            <p14:nvContentPartPr>
              <p14:cNvPr id="47" name="Ink 46">
                <a:extLst>
                  <a:ext uri="{FF2B5EF4-FFF2-40B4-BE49-F238E27FC236}">
                    <a16:creationId xmlns:a16="http://schemas.microsoft.com/office/drawing/2014/main" id="{DA1DECE4-302C-699A-475B-D2389A5A953A}"/>
                  </a:ext>
                </a:extLst>
              </p14:cNvPr>
              <p14:cNvContentPartPr/>
              <p14:nvPr/>
            </p14:nvContentPartPr>
            <p14:xfrm>
              <a:off x="3894903" y="5895975"/>
              <a:ext cx="69649" cy="383775"/>
            </p14:xfrm>
          </p:contentPart>
        </mc:Choice>
        <mc:Fallback>
          <p:pic>
            <p:nvPicPr>
              <p:cNvPr id="47" name="Ink 46">
                <a:extLst>
                  <a:ext uri="{FF2B5EF4-FFF2-40B4-BE49-F238E27FC236}">
                    <a16:creationId xmlns:a16="http://schemas.microsoft.com/office/drawing/2014/main" id="{DA1DECE4-302C-699A-475B-D2389A5A953A}"/>
                  </a:ext>
                </a:extLst>
              </p:cNvPr>
              <p:cNvPicPr/>
              <p:nvPr/>
            </p:nvPicPr>
            <p:blipFill>
              <a:blip r:embed="rId88"/>
              <a:stretch>
                <a:fillRect/>
              </a:stretch>
            </p:blipFill>
            <p:spPr>
              <a:xfrm>
                <a:off x="3877044" y="5877991"/>
                <a:ext cx="105009" cy="419383"/>
              </a:xfrm>
              <a:prstGeom prst="rect">
                <a:avLst/>
              </a:prstGeom>
            </p:spPr>
          </p:pic>
        </mc:Fallback>
      </mc:AlternateContent>
      <mc:AlternateContent xmlns:mc="http://schemas.openxmlformats.org/markup-compatibility/2006">
        <mc:Choice xmlns:p14="http://schemas.microsoft.com/office/powerpoint/2010/main" Requires="p14">
          <p:contentPart p14:bwMode="auto" r:id="rId89">
            <p14:nvContentPartPr>
              <p14:cNvPr id="48" name="Ink 47">
                <a:extLst>
                  <a:ext uri="{FF2B5EF4-FFF2-40B4-BE49-F238E27FC236}">
                    <a16:creationId xmlns:a16="http://schemas.microsoft.com/office/drawing/2014/main" id="{2B360419-98B1-2086-2988-1D2BDB2336DF}"/>
                  </a:ext>
                </a:extLst>
              </p14:cNvPr>
              <p14:cNvContentPartPr/>
              <p14:nvPr/>
            </p14:nvContentPartPr>
            <p14:xfrm>
              <a:off x="3695700" y="5838825"/>
              <a:ext cx="278354" cy="36596"/>
            </p14:xfrm>
          </p:contentPart>
        </mc:Choice>
        <mc:Fallback>
          <p:pic>
            <p:nvPicPr>
              <p:cNvPr id="48" name="Ink 47">
                <a:extLst>
                  <a:ext uri="{FF2B5EF4-FFF2-40B4-BE49-F238E27FC236}">
                    <a16:creationId xmlns:a16="http://schemas.microsoft.com/office/drawing/2014/main" id="{2B360419-98B1-2086-2988-1D2BDB2336DF}"/>
                  </a:ext>
                </a:extLst>
              </p:cNvPr>
              <p:cNvPicPr/>
              <p:nvPr/>
            </p:nvPicPr>
            <p:blipFill>
              <a:blip r:embed="rId90"/>
              <a:stretch>
                <a:fillRect/>
              </a:stretch>
            </p:blipFill>
            <p:spPr>
              <a:xfrm>
                <a:off x="3677718" y="5821060"/>
                <a:ext cx="313957" cy="71771"/>
              </a:xfrm>
              <a:prstGeom prst="rect">
                <a:avLst/>
              </a:prstGeom>
            </p:spPr>
          </p:pic>
        </mc:Fallback>
      </mc:AlternateContent>
      <mc:AlternateContent xmlns:mc="http://schemas.openxmlformats.org/markup-compatibility/2006">
        <mc:Choice xmlns:p14="http://schemas.microsoft.com/office/powerpoint/2010/main" Requires="p14">
          <p:contentPart p14:bwMode="auto" r:id="rId91">
            <p14:nvContentPartPr>
              <p14:cNvPr id="49" name="Ink 48">
                <a:extLst>
                  <a:ext uri="{FF2B5EF4-FFF2-40B4-BE49-F238E27FC236}">
                    <a16:creationId xmlns:a16="http://schemas.microsoft.com/office/drawing/2014/main" id="{18FA4678-CCBF-5910-07C9-A88115A11A77}"/>
                  </a:ext>
                </a:extLst>
              </p14:cNvPr>
              <p14:cNvContentPartPr/>
              <p14:nvPr/>
            </p14:nvContentPartPr>
            <p14:xfrm>
              <a:off x="4029075" y="6158517"/>
              <a:ext cx="11906" cy="32732"/>
            </p14:xfrm>
          </p:contentPart>
        </mc:Choice>
        <mc:Fallback>
          <p:pic>
            <p:nvPicPr>
              <p:cNvPr id="49" name="Ink 48">
                <a:extLst>
                  <a:ext uri="{FF2B5EF4-FFF2-40B4-BE49-F238E27FC236}">
                    <a16:creationId xmlns:a16="http://schemas.microsoft.com/office/drawing/2014/main" id="{18FA4678-CCBF-5910-07C9-A88115A11A77}"/>
                  </a:ext>
                </a:extLst>
              </p:cNvPr>
              <p:cNvPicPr/>
              <p:nvPr/>
            </p:nvPicPr>
            <p:blipFill>
              <a:blip r:embed="rId92"/>
              <a:stretch>
                <a:fillRect/>
              </a:stretch>
            </p:blipFill>
            <p:spPr>
              <a:xfrm>
                <a:off x="4007814" y="6140728"/>
                <a:ext cx="54002" cy="67954"/>
              </a:xfrm>
              <a:prstGeom prst="rect">
                <a:avLst/>
              </a:prstGeom>
            </p:spPr>
          </p:pic>
        </mc:Fallback>
      </mc:AlternateContent>
      <mc:AlternateContent xmlns:mc="http://schemas.openxmlformats.org/markup-compatibility/2006">
        <mc:Choice xmlns:p14="http://schemas.microsoft.com/office/powerpoint/2010/main" Requires="p14">
          <p:contentPart p14:bwMode="auto" r:id="rId93">
            <p14:nvContentPartPr>
              <p14:cNvPr id="50" name="Ink 49">
                <a:extLst>
                  <a:ext uri="{FF2B5EF4-FFF2-40B4-BE49-F238E27FC236}">
                    <a16:creationId xmlns:a16="http://schemas.microsoft.com/office/drawing/2014/main" id="{997E9E84-E3EE-4C83-49BD-5C869A50511B}"/>
                  </a:ext>
                </a:extLst>
              </p14:cNvPr>
              <p14:cNvContentPartPr/>
              <p14:nvPr/>
            </p14:nvContentPartPr>
            <p14:xfrm>
              <a:off x="3990470" y="6115840"/>
              <a:ext cx="161527" cy="173754"/>
            </p14:xfrm>
          </p:contentPart>
        </mc:Choice>
        <mc:Fallback>
          <p:pic>
            <p:nvPicPr>
              <p:cNvPr id="50" name="Ink 49">
                <a:extLst>
                  <a:ext uri="{FF2B5EF4-FFF2-40B4-BE49-F238E27FC236}">
                    <a16:creationId xmlns:a16="http://schemas.microsoft.com/office/drawing/2014/main" id="{997E9E84-E3EE-4C83-49BD-5C869A50511B}"/>
                  </a:ext>
                </a:extLst>
              </p:cNvPr>
              <p:cNvPicPr/>
              <p:nvPr/>
            </p:nvPicPr>
            <p:blipFill>
              <a:blip r:embed="rId94"/>
              <a:stretch>
                <a:fillRect/>
              </a:stretch>
            </p:blipFill>
            <p:spPr>
              <a:xfrm>
                <a:off x="3972483" y="6097853"/>
                <a:ext cx="197142" cy="209368"/>
              </a:xfrm>
              <a:prstGeom prst="rect">
                <a:avLst/>
              </a:prstGeom>
            </p:spPr>
          </p:pic>
        </mc:Fallback>
      </mc:AlternateContent>
      <mc:AlternateContent xmlns:mc="http://schemas.openxmlformats.org/markup-compatibility/2006">
        <mc:Choice xmlns:p14="http://schemas.microsoft.com/office/powerpoint/2010/main" Requires="p14">
          <p:contentPart p14:bwMode="auto" r:id="rId95">
            <p14:nvContentPartPr>
              <p14:cNvPr id="51" name="Ink 50">
                <a:extLst>
                  <a:ext uri="{FF2B5EF4-FFF2-40B4-BE49-F238E27FC236}">
                    <a16:creationId xmlns:a16="http://schemas.microsoft.com/office/drawing/2014/main" id="{AEB022A1-69E5-8519-BE8B-AE692C428417}"/>
                  </a:ext>
                </a:extLst>
              </p14:cNvPr>
              <p14:cNvContentPartPr/>
              <p14:nvPr/>
            </p14:nvContentPartPr>
            <p14:xfrm>
              <a:off x="4197600" y="6086520"/>
              <a:ext cx="135009" cy="198115"/>
            </p14:xfrm>
          </p:contentPart>
        </mc:Choice>
        <mc:Fallback>
          <p:pic>
            <p:nvPicPr>
              <p:cNvPr id="51" name="Ink 50">
                <a:extLst>
                  <a:ext uri="{FF2B5EF4-FFF2-40B4-BE49-F238E27FC236}">
                    <a16:creationId xmlns:a16="http://schemas.microsoft.com/office/drawing/2014/main" id="{AEB022A1-69E5-8519-BE8B-AE692C428417}"/>
                  </a:ext>
                </a:extLst>
              </p:cNvPr>
              <p:cNvPicPr/>
              <p:nvPr/>
            </p:nvPicPr>
            <p:blipFill>
              <a:blip r:embed="rId96"/>
              <a:stretch>
                <a:fillRect/>
              </a:stretch>
            </p:blipFill>
            <p:spPr>
              <a:xfrm>
                <a:off x="4179647" y="6068542"/>
                <a:ext cx="170557" cy="233711"/>
              </a:xfrm>
              <a:prstGeom prst="rect">
                <a:avLst/>
              </a:prstGeom>
            </p:spPr>
          </p:pic>
        </mc:Fallback>
      </mc:AlternateContent>
      <mc:AlternateContent xmlns:mc="http://schemas.openxmlformats.org/markup-compatibility/2006">
        <mc:Choice xmlns:p14="http://schemas.microsoft.com/office/powerpoint/2010/main" Requires="p14">
          <p:contentPart p14:bwMode="auto" r:id="rId97">
            <p14:nvContentPartPr>
              <p14:cNvPr id="52" name="Ink 51">
                <a:extLst>
                  <a:ext uri="{FF2B5EF4-FFF2-40B4-BE49-F238E27FC236}">
                    <a16:creationId xmlns:a16="http://schemas.microsoft.com/office/drawing/2014/main" id="{3EBD916A-A390-5A88-C702-CA7F7F3EBD23}"/>
                  </a:ext>
                </a:extLst>
              </p14:cNvPr>
              <p14:cNvContentPartPr/>
              <p14:nvPr/>
            </p14:nvContentPartPr>
            <p14:xfrm>
              <a:off x="4342467" y="5886449"/>
              <a:ext cx="105707" cy="396545"/>
            </p14:xfrm>
          </p:contentPart>
        </mc:Choice>
        <mc:Fallback>
          <p:pic>
            <p:nvPicPr>
              <p:cNvPr id="52" name="Ink 51">
                <a:extLst>
                  <a:ext uri="{FF2B5EF4-FFF2-40B4-BE49-F238E27FC236}">
                    <a16:creationId xmlns:a16="http://schemas.microsoft.com/office/drawing/2014/main" id="{3EBD916A-A390-5A88-C702-CA7F7F3EBD23}"/>
                  </a:ext>
                </a:extLst>
              </p:cNvPr>
              <p:cNvPicPr/>
              <p:nvPr/>
            </p:nvPicPr>
            <p:blipFill>
              <a:blip r:embed="rId98"/>
              <a:stretch>
                <a:fillRect/>
              </a:stretch>
            </p:blipFill>
            <p:spPr>
              <a:xfrm>
                <a:off x="4324490" y="5868473"/>
                <a:ext cx="141302" cy="432137"/>
              </a:xfrm>
              <a:prstGeom prst="rect">
                <a:avLst/>
              </a:prstGeom>
            </p:spPr>
          </p:pic>
        </mc:Fallback>
      </mc:AlternateContent>
      <mc:AlternateContent xmlns:mc="http://schemas.openxmlformats.org/markup-compatibility/2006">
        <mc:Choice xmlns:p14="http://schemas.microsoft.com/office/powerpoint/2010/main" Requires="p14">
          <p:contentPart p14:bwMode="auto" r:id="rId99">
            <p14:nvContentPartPr>
              <p14:cNvPr id="53" name="Ink 52">
                <a:extLst>
                  <a:ext uri="{FF2B5EF4-FFF2-40B4-BE49-F238E27FC236}">
                    <a16:creationId xmlns:a16="http://schemas.microsoft.com/office/drawing/2014/main" id="{CA8BEC0B-4D2D-EABB-1C6E-1C86520B0E67}"/>
                  </a:ext>
                </a:extLst>
              </p14:cNvPr>
              <p14:cNvContentPartPr/>
              <p14:nvPr/>
            </p14:nvContentPartPr>
            <p14:xfrm>
              <a:off x="4485638" y="6153149"/>
              <a:ext cx="48262" cy="152511"/>
            </p14:xfrm>
          </p:contentPart>
        </mc:Choice>
        <mc:Fallback>
          <p:pic>
            <p:nvPicPr>
              <p:cNvPr id="53" name="Ink 52">
                <a:extLst>
                  <a:ext uri="{FF2B5EF4-FFF2-40B4-BE49-F238E27FC236}">
                    <a16:creationId xmlns:a16="http://schemas.microsoft.com/office/drawing/2014/main" id="{CA8BEC0B-4D2D-EABB-1C6E-1C86520B0E67}"/>
                  </a:ext>
                </a:extLst>
              </p:cNvPr>
              <p:cNvPicPr/>
              <p:nvPr/>
            </p:nvPicPr>
            <p:blipFill>
              <a:blip r:embed="rId100"/>
              <a:stretch>
                <a:fillRect/>
              </a:stretch>
            </p:blipFill>
            <p:spPr>
              <a:xfrm>
                <a:off x="4467763" y="6135164"/>
                <a:ext cx="83654" cy="188121"/>
              </a:xfrm>
              <a:prstGeom prst="rect">
                <a:avLst/>
              </a:prstGeom>
            </p:spPr>
          </p:pic>
        </mc:Fallback>
      </mc:AlternateContent>
      <mc:AlternateContent xmlns:mc="http://schemas.openxmlformats.org/markup-compatibility/2006">
        <mc:Choice xmlns:p14="http://schemas.microsoft.com/office/powerpoint/2010/main" Requires="p14">
          <p:contentPart p14:bwMode="auto" r:id="rId101">
            <p14:nvContentPartPr>
              <p14:cNvPr id="54" name="Ink 53">
                <a:extLst>
                  <a:ext uri="{FF2B5EF4-FFF2-40B4-BE49-F238E27FC236}">
                    <a16:creationId xmlns:a16="http://schemas.microsoft.com/office/drawing/2014/main" id="{8D87625D-FF2D-B44A-B7B3-370ADE0325AE}"/>
                  </a:ext>
                </a:extLst>
              </p14:cNvPr>
              <p14:cNvContentPartPr/>
              <p14:nvPr/>
            </p14:nvContentPartPr>
            <p14:xfrm>
              <a:off x="4562475" y="6056106"/>
              <a:ext cx="11906" cy="11906"/>
            </p14:xfrm>
          </p:contentPart>
        </mc:Choice>
        <mc:Fallback>
          <p:pic>
            <p:nvPicPr>
              <p:cNvPr id="54" name="Ink 53">
                <a:extLst>
                  <a:ext uri="{FF2B5EF4-FFF2-40B4-BE49-F238E27FC236}">
                    <a16:creationId xmlns:a16="http://schemas.microsoft.com/office/drawing/2014/main" id="{8D87625D-FF2D-B44A-B7B3-370ADE0325AE}"/>
                  </a:ext>
                </a:extLst>
              </p:cNvPr>
              <p:cNvPicPr/>
              <p:nvPr/>
            </p:nvPicPr>
            <p:blipFill>
              <a:blip r:embed="rId102"/>
              <a:stretch>
                <a:fillRect/>
              </a:stretch>
            </p:blipFill>
            <p:spPr>
              <a:xfrm>
                <a:off x="4508357" y="6037503"/>
                <a:ext cx="119060" cy="48740"/>
              </a:xfrm>
              <a:prstGeom prst="rect">
                <a:avLst/>
              </a:prstGeom>
            </p:spPr>
          </p:pic>
        </mc:Fallback>
      </mc:AlternateContent>
      <mc:AlternateContent xmlns:mc="http://schemas.openxmlformats.org/markup-compatibility/2006">
        <mc:Choice xmlns:p14="http://schemas.microsoft.com/office/powerpoint/2010/main" Requires="p14">
          <p:contentPart p14:bwMode="auto" r:id="rId103">
            <p14:nvContentPartPr>
              <p14:cNvPr id="55" name="Ink 54">
                <a:extLst>
                  <a:ext uri="{FF2B5EF4-FFF2-40B4-BE49-F238E27FC236}">
                    <a16:creationId xmlns:a16="http://schemas.microsoft.com/office/drawing/2014/main" id="{F2016E69-0CBA-A9D9-0F79-0C557D1F7464}"/>
                  </a:ext>
                </a:extLst>
              </p14:cNvPr>
              <p14:cNvContentPartPr/>
              <p14:nvPr/>
            </p14:nvContentPartPr>
            <p14:xfrm>
              <a:off x="4356585" y="6102538"/>
              <a:ext cx="114329" cy="156347"/>
            </p14:xfrm>
          </p:contentPart>
        </mc:Choice>
        <mc:Fallback>
          <p:pic>
            <p:nvPicPr>
              <p:cNvPr id="55" name="Ink 54">
                <a:extLst>
                  <a:ext uri="{FF2B5EF4-FFF2-40B4-BE49-F238E27FC236}">
                    <a16:creationId xmlns:a16="http://schemas.microsoft.com/office/drawing/2014/main" id="{F2016E69-0CBA-A9D9-0F79-0C557D1F7464}"/>
                  </a:ext>
                </a:extLst>
              </p:cNvPr>
              <p:cNvPicPr/>
              <p:nvPr/>
            </p:nvPicPr>
            <p:blipFill>
              <a:blip r:embed="rId104"/>
              <a:stretch>
                <a:fillRect/>
              </a:stretch>
            </p:blipFill>
            <p:spPr>
              <a:xfrm>
                <a:off x="4338665" y="6084567"/>
                <a:ext cx="149810" cy="191929"/>
              </a:xfrm>
              <a:prstGeom prst="rect">
                <a:avLst/>
              </a:prstGeom>
            </p:spPr>
          </p:pic>
        </mc:Fallback>
      </mc:AlternateContent>
      <mc:AlternateContent xmlns:mc="http://schemas.openxmlformats.org/markup-compatibility/2006">
        <mc:Choice xmlns:p14="http://schemas.microsoft.com/office/powerpoint/2010/main" Requires="p14">
          <p:contentPart p14:bwMode="auto" r:id="rId105">
            <p14:nvContentPartPr>
              <p14:cNvPr id="56" name="Ink 55">
                <a:extLst>
                  <a:ext uri="{FF2B5EF4-FFF2-40B4-BE49-F238E27FC236}">
                    <a16:creationId xmlns:a16="http://schemas.microsoft.com/office/drawing/2014/main" id="{4DB7B2DB-59F7-1857-0A1D-187B879641E1}"/>
                  </a:ext>
                </a:extLst>
              </p14:cNvPr>
              <p14:cNvContentPartPr/>
              <p14:nvPr/>
            </p14:nvContentPartPr>
            <p14:xfrm>
              <a:off x="4576641" y="5865297"/>
              <a:ext cx="195181" cy="418334"/>
            </p14:xfrm>
          </p:contentPart>
        </mc:Choice>
        <mc:Fallback>
          <p:pic>
            <p:nvPicPr>
              <p:cNvPr id="56" name="Ink 55">
                <a:extLst>
                  <a:ext uri="{FF2B5EF4-FFF2-40B4-BE49-F238E27FC236}">
                    <a16:creationId xmlns:a16="http://schemas.microsoft.com/office/drawing/2014/main" id="{4DB7B2DB-59F7-1857-0A1D-187B879641E1}"/>
                  </a:ext>
                </a:extLst>
              </p:cNvPr>
              <p:cNvPicPr/>
              <p:nvPr/>
            </p:nvPicPr>
            <p:blipFill>
              <a:blip r:embed="rId106"/>
              <a:stretch>
                <a:fillRect/>
              </a:stretch>
            </p:blipFill>
            <p:spPr>
              <a:xfrm>
                <a:off x="4558669" y="5847312"/>
                <a:ext cx="230766" cy="453945"/>
              </a:xfrm>
              <a:prstGeom prst="rect">
                <a:avLst/>
              </a:prstGeom>
            </p:spPr>
          </p:pic>
        </mc:Fallback>
      </mc:AlternateContent>
      <mc:AlternateContent xmlns:mc="http://schemas.openxmlformats.org/markup-compatibility/2006">
        <mc:Choice xmlns:p14="http://schemas.microsoft.com/office/powerpoint/2010/main" Requires="p14">
          <p:contentPart p14:bwMode="auto" r:id="rId107">
            <p14:nvContentPartPr>
              <p14:cNvPr id="57" name="Ink 56">
                <a:extLst>
                  <a:ext uri="{FF2B5EF4-FFF2-40B4-BE49-F238E27FC236}">
                    <a16:creationId xmlns:a16="http://schemas.microsoft.com/office/drawing/2014/main" id="{7BBEDF97-F95A-88AA-F14C-E83A5ABE9A13}"/>
                  </a:ext>
                </a:extLst>
              </p14:cNvPr>
              <p14:cNvContentPartPr/>
              <p14:nvPr/>
            </p14:nvContentPartPr>
            <p14:xfrm>
              <a:off x="4809676" y="6134100"/>
              <a:ext cx="57598" cy="178824"/>
            </p14:xfrm>
          </p:contentPart>
        </mc:Choice>
        <mc:Fallback>
          <p:pic>
            <p:nvPicPr>
              <p:cNvPr id="57" name="Ink 56">
                <a:extLst>
                  <a:ext uri="{FF2B5EF4-FFF2-40B4-BE49-F238E27FC236}">
                    <a16:creationId xmlns:a16="http://schemas.microsoft.com/office/drawing/2014/main" id="{7BBEDF97-F95A-88AA-F14C-E83A5ABE9A13}"/>
                  </a:ext>
                </a:extLst>
              </p:cNvPr>
              <p:cNvPicPr/>
              <p:nvPr/>
            </p:nvPicPr>
            <p:blipFill>
              <a:blip r:embed="rId108"/>
              <a:stretch>
                <a:fillRect/>
              </a:stretch>
            </p:blipFill>
            <p:spPr>
              <a:xfrm>
                <a:off x="4791788" y="6116146"/>
                <a:ext cx="93015" cy="214373"/>
              </a:xfrm>
              <a:prstGeom prst="rect">
                <a:avLst/>
              </a:prstGeom>
            </p:spPr>
          </p:pic>
        </mc:Fallback>
      </mc:AlternateContent>
      <mc:AlternateContent xmlns:mc="http://schemas.openxmlformats.org/markup-compatibility/2006">
        <mc:Choice xmlns:p14="http://schemas.microsoft.com/office/powerpoint/2010/main" Requires="p14">
          <p:contentPart p14:bwMode="auto" r:id="rId109">
            <p14:nvContentPartPr>
              <p14:cNvPr id="58" name="Ink 57">
                <a:extLst>
                  <a:ext uri="{FF2B5EF4-FFF2-40B4-BE49-F238E27FC236}">
                    <a16:creationId xmlns:a16="http://schemas.microsoft.com/office/drawing/2014/main" id="{46BD106E-21F7-54C0-209F-BD769B80AAF9}"/>
                  </a:ext>
                </a:extLst>
              </p14:cNvPr>
              <p14:cNvContentPartPr/>
              <p14:nvPr/>
            </p14:nvContentPartPr>
            <p14:xfrm>
              <a:off x="4914899" y="6048375"/>
              <a:ext cx="11906" cy="11906"/>
            </p14:xfrm>
          </p:contentPart>
        </mc:Choice>
        <mc:Fallback>
          <p:pic>
            <p:nvPicPr>
              <p:cNvPr id="58" name="Ink 57">
                <a:extLst>
                  <a:ext uri="{FF2B5EF4-FFF2-40B4-BE49-F238E27FC236}">
                    <a16:creationId xmlns:a16="http://schemas.microsoft.com/office/drawing/2014/main" id="{46BD106E-21F7-54C0-209F-BD769B80AAF9}"/>
                  </a:ext>
                </a:extLst>
              </p:cNvPr>
              <p:cNvPicPr/>
              <p:nvPr/>
            </p:nvPicPr>
            <p:blipFill>
              <a:blip r:embed="rId110"/>
              <a:stretch>
                <a:fillRect/>
              </a:stretch>
            </p:blipFill>
            <p:spPr>
              <a:xfrm>
                <a:off x="4319599" y="5453075"/>
                <a:ext cx="1190600" cy="1190600"/>
              </a:xfrm>
              <a:prstGeom prst="rect">
                <a:avLst/>
              </a:prstGeom>
            </p:spPr>
          </p:pic>
        </mc:Fallback>
      </mc:AlternateContent>
      <mc:AlternateContent xmlns:mc="http://schemas.openxmlformats.org/markup-compatibility/2006">
        <mc:Choice xmlns:p14="http://schemas.microsoft.com/office/powerpoint/2010/main" Requires="p14">
          <p:contentPart p14:bwMode="auto" r:id="rId111">
            <p14:nvContentPartPr>
              <p14:cNvPr id="59" name="Ink 58">
                <a:extLst>
                  <a:ext uri="{FF2B5EF4-FFF2-40B4-BE49-F238E27FC236}">
                    <a16:creationId xmlns:a16="http://schemas.microsoft.com/office/drawing/2014/main" id="{F518F553-6865-973A-5CA9-536C303983B3}"/>
                  </a:ext>
                </a:extLst>
              </p14:cNvPr>
              <p14:cNvContentPartPr/>
              <p14:nvPr/>
            </p14:nvContentPartPr>
            <p14:xfrm>
              <a:off x="4965799" y="6019800"/>
              <a:ext cx="91975" cy="260498"/>
            </p14:xfrm>
          </p:contentPart>
        </mc:Choice>
        <mc:Fallback>
          <p:pic>
            <p:nvPicPr>
              <p:cNvPr id="59" name="Ink 58">
                <a:extLst>
                  <a:ext uri="{FF2B5EF4-FFF2-40B4-BE49-F238E27FC236}">
                    <a16:creationId xmlns:a16="http://schemas.microsoft.com/office/drawing/2014/main" id="{F518F553-6865-973A-5CA9-536C303983B3}"/>
                  </a:ext>
                </a:extLst>
              </p:cNvPr>
              <p:cNvPicPr/>
              <p:nvPr/>
            </p:nvPicPr>
            <p:blipFill>
              <a:blip r:embed="rId112"/>
              <a:stretch>
                <a:fillRect/>
              </a:stretch>
            </p:blipFill>
            <p:spPr>
              <a:xfrm>
                <a:off x="4947905" y="6001835"/>
                <a:ext cx="127405" cy="296069"/>
              </a:xfrm>
              <a:prstGeom prst="rect">
                <a:avLst/>
              </a:prstGeom>
            </p:spPr>
          </p:pic>
        </mc:Fallback>
      </mc:AlternateContent>
      <mc:AlternateContent xmlns:mc="http://schemas.openxmlformats.org/markup-compatibility/2006">
        <mc:Choice xmlns:p14="http://schemas.microsoft.com/office/powerpoint/2010/main" Requires="p14">
          <p:contentPart p14:bwMode="auto" r:id="rId113">
            <p14:nvContentPartPr>
              <p14:cNvPr id="60" name="Ink 59">
                <a:extLst>
                  <a:ext uri="{FF2B5EF4-FFF2-40B4-BE49-F238E27FC236}">
                    <a16:creationId xmlns:a16="http://schemas.microsoft.com/office/drawing/2014/main" id="{48D72CD7-451A-8C2C-D534-1D7D56D5FF74}"/>
                  </a:ext>
                </a:extLst>
              </p14:cNvPr>
              <p14:cNvContentPartPr/>
              <p14:nvPr/>
            </p14:nvContentPartPr>
            <p14:xfrm>
              <a:off x="4962525" y="6206596"/>
              <a:ext cx="166590" cy="22753"/>
            </p14:xfrm>
          </p:contentPart>
        </mc:Choice>
        <mc:Fallback>
          <p:pic>
            <p:nvPicPr>
              <p:cNvPr id="60" name="Ink 59">
                <a:extLst>
                  <a:ext uri="{FF2B5EF4-FFF2-40B4-BE49-F238E27FC236}">
                    <a16:creationId xmlns:a16="http://schemas.microsoft.com/office/drawing/2014/main" id="{48D72CD7-451A-8C2C-D534-1D7D56D5FF74}"/>
                  </a:ext>
                </a:extLst>
              </p:cNvPr>
              <p:cNvPicPr/>
              <p:nvPr/>
            </p:nvPicPr>
            <p:blipFill>
              <a:blip r:embed="rId114"/>
              <a:stretch>
                <a:fillRect/>
              </a:stretch>
            </p:blipFill>
            <p:spPr>
              <a:xfrm>
                <a:off x="4944573" y="6189094"/>
                <a:ext cx="202134" cy="57408"/>
              </a:xfrm>
              <a:prstGeom prst="rect">
                <a:avLst/>
              </a:prstGeom>
            </p:spPr>
          </p:pic>
        </mc:Fallback>
      </mc:AlternateContent>
      <mc:AlternateContent xmlns:mc="http://schemas.openxmlformats.org/markup-compatibility/2006">
        <mc:Choice xmlns:p14="http://schemas.microsoft.com/office/powerpoint/2010/main" Requires="p14">
          <p:contentPart p14:bwMode="auto" r:id="rId115">
            <p14:nvContentPartPr>
              <p14:cNvPr id="61" name="Ink 60">
                <a:extLst>
                  <a:ext uri="{FF2B5EF4-FFF2-40B4-BE49-F238E27FC236}">
                    <a16:creationId xmlns:a16="http://schemas.microsoft.com/office/drawing/2014/main" id="{0F0FE1D1-AD25-7FE9-87B8-27DBCC092307}"/>
                  </a:ext>
                </a:extLst>
              </p14:cNvPr>
              <p14:cNvContentPartPr/>
              <p14:nvPr/>
            </p14:nvContentPartPr>
            <p14:xfrm>
              <a:off x="4987896" y="6210300"/>
              <a:ext cx="327780" cy="372971"/>
            </p14:xfrm>
          </p:contentPart>
        </mc:Choice>
        <mc:Fallback>
          <p:pic>
            <p:nvPicPr>
              <p:cNvPr id="61" name="Ink 60">
                <a:extLst>
                  <a:ext uri="{FF2B5EF4-FFF2-40B4-BE49-F238E27FC236}">
                    <a16:creationId xmlns:a16="http://schemas.microsoft.com/office/drawing/2014/main" id="{0F0FE1D1-AD25-7FE9-87B8-27DBCC092307}"/>
                  </a:ext>
                </a:extLst>
              </p:cNvPr>
              <p:cNvPicPr/>
              <p:nvPr/>
            </p:nvPicPr>
            <p:blipFill>
              <a:blip r:embed="rId116"/>
              <a:stretch>
                <a:fillRect/>
              </a:stretch>
            </p:blipFill>
            <p:spPr>
              <a:xfrm>
                <a:off x="4969926" y="6192317"/>
                <a:ext cx="363361" cy="408578"/>
              </a:xfrm>
              <a:prstGeom prst="rect">
                <a:avLst/>
              </a:prstGeom>
            </p:spPr>
          </p:pic>
        </mc:Fallback>
      </mc:AlternateContent>
      <mc:AlternateContent xmlns:mc="http://schemas.openxmlformats.org/markup-compatibility/2006">
        <mc:Choice xmlns:p14="http://schemas.microsoft.com/office/powerpoint/2010/main" Requires="p14">
          <p:contentPart p14:bwMode="auto" r:id="rId117">
            <p14:nvContentPartPr>
              <p14:cNvPr id="62" name="Ink 61">
                <a:extLst>
                  <a:ext uri="{FF2B5EF4-FFF2-40B4-BE49-F238E27FC236}">
                    <a16:creationId xmlns:a16="http://schemas.microsoft.com/office/drawing/2014/main" id="{2C2A35EE-CA2C-DBCC-BACA-A623DAB10247}"/>
                  </a:ext>
                </a:extLst>
              </p14:cNvPr>
              <p14:cNvContentPartPr/>
              <p14:nvPr/>
            </p14:nvContentPartPr>
            <p14:xfrm>
              <a:off x="4949015" y="6162675"/>
              <a:ext cx="70659" cy="179921"/>
            </p14:xfrm>
          </p:contentPart>
        </mc:Choice>
        <mc:Fallback>
          <p:pic>
            <p:nvPicPr>
              <p:cNvPr id="62" name="Ink 61">
                <a:extLst>
                  <a:ext uri="{FF2B5EF4-FFF2-40B4-BE49-F238E27FC236}">
                    <a16:creationId xmlns:a16="http://schemas.microsoft.com/office/drawing/2014/main" id="{2C2A35EE-CA2C-DBCC-BACA-A623DAB10247}"/>
                  </a:ext>
                </a:extLst>
              </p:cNvPr>
              <p:cNvPicPr/>
              <p:nvPr/>
            </p:nvPicPr>
            <p:blipFill>
              <a:blip r:embed="rId118"/>
              <a:stretch>
                <a:fillRect/>
              </a:stretch>
            </p:blipFill>
            <p:spPr>
              <a:xfrm>
                <a:off x="4931081" y="6144719"/>
                <a:ext cx="106168" cy="215474"/>
              </a:xfrm>
              <a:prstGeom prst="rect">
                <a:avLst/>
              </a:prstGeom>
            </p:spPr>
          </p:pic>
        </mc:Fallback>
      </mc:AlternateContent>
      <mc:AlternateContent xmlns:mc="http://schemas.openxmlformats.org/markup-compatibility/2006">
        <mc:Choice xmlns:p14="http://schemas.microsoft.com/office/powerpoint/2010/main" Requires="p14">
          <p:contentPart p14:bwMode="auto" r:id="rId119">
            <p14:nvContentPartPr>
              <p14:cNvPr id="63" name="Ink 62">
                <a:extLst>
                  <a:ext uri="{FF2B5EF4-FFF2-40B4-BE49-F238E27FC236}">
                    <a16:creationId xmlns:a16="http://schemas.microsoft.com/office/drawing/2014/main" id="{A739BD66-D253-8EDE-E6D5-F740ABEA4D7B}"/>
                  </a:ext>
                </a:extLst>
              </p14:cNvPr>
              <p14:cNvContentPartPr/>
              <p14:nvPr/>
            </p14:nvContentPartPr>
            <p14:xfrm>
              <a:off x="3920091" y="5867400"/>
              <a:ext cx="156920" cy="65340"/>
            </p14:xfrm>
          </p:contentPart>
        </mc:Choice>
        <mc:Fallback>
          <p:pic>
            <p:nvPicPr>
              <p:cNvPr id="63" name="Ink 62">
                <a:extLst>
                  <a:ext uri="{FF2B5EF4-FFF2-40B4-BE49-F238E27FC236}">
                    <a16:creationId xmlns:a16="http://schemas.microsoft.com/office/drawing/2014/main" id="{A739BD66-D253-8EDE-E6D5-F740ABEA4D7B}"/>
                  </a:ext>
                </a:extLst>
              </p:cNvPr>
              <p:cNvPicPr/>
              <p:nvPr/>
            </p:nvPicPr>
            <p:blipFill>
              <a:blip r:embed="rId120"/>
              <a:stretch>
                <a:fillRect/>
              </a:stretch>
            </p:blipFill>
            <p:spPr>
              <a:xfrm>
                <a:off x="3902137" y="5849449"/>
                <a:ext cx="192469" cy="100882"/>
              </a:xfrm>
              <a:prstGeom prst="rect">
                <a:avLst/>
              </a:prstGeom>
            </p:spPr>
          </p:pic>
        </mc:Fallback>
      </mc:AlternateContent>
      <mc:AlternateContent xmlns:mc="http://schemas.openxmlformats.org/markup-compatibility/2006">
        <mc:Choice xmlns:p14="http://schemas.microsoft.com/office/powerpoint/2010/main" Requires="p14">
          <p:contentPart p14:bwMode="auto" r:id="rId121">
            <p14:nvContentPartPr>
              <p14:cNvPr id="64" name="Ink 63">
                <a:extLst>
                  <a:ext uri="{FF2B5EF4-FFF2-40B4-BE49-F238E27FC236}">
                    <a16:creationId xmlns:a16="http://schemas.microsoft.com/office/drawing/2014/main" id="{D69D3555-E87E-3187-45FF-DE596ECEB9F5}"/>
                  </a:ext>
                </a:extLst>
              </p14:cNvPr>
              <p14:cNvContentPartPr/>
              <p14:nvPr/>
            </p14:nvContentPartPr>
            <p14:xfrm>
              <a:off x="7296596" y="3927852"/>
              <a:ext cx="1628329" cy="358833"/>
            </p14:xfrm>
          </p:contentPart>
        </mc:Choice>
        <mc:Fallback>
          <p:pic>
            <p:nvPicPr>
              <p:cNvPr id="64" name="Ink 63">
                <a:extLst>
                  <a:ext uri="{FF2B5EF4-FFF2-40B4-BE49-F238E27FC236}">
                    <a16:creationId xmlns:a16="http://schemas.microsoft.com/office/drawing/2014/main" id="{D69D3555-E87E-3187-45FF-DE596ECEB9F5}"/>
                  </a:ext>
                </a:extLst>
              </p:cNvPr>
              <p:cNvPicPr/>
              <p:nvPr/>
            </p:nvPicPr>
            <p:blipFill>
              <a:blip r:embed="rId122"/>
              <a:stretch>
                <a:fillRect/>
              </a:stretch>
            </p:blipFill>
            <p:spPr>
              <a:xfrm>
                <a:off x="7278599" y="3909856"/>
                <a:ext cx="1663962" cy="394464"/>
              </a:xfrm>
              <a:prstGeom prst="rect">
                <a:avLst/>
              </a:prstGeom>
            </p:spPr>
          </p:pic>
        </mc:Fallback>
      </mc:AlternateContent>
      <mc:AlternateContent xmlns:mc="http://schemas.openxmlformats.org/markup-compatibility/2006">
        <mc:Choice xmlns:p14="http://schemas.microsoft.com/office/powerpoint/2010/main" Requires="p14">
          <p:contentPart p14:bwMode="auto" r:id="rId123">
            <p14:nvContentPartPr>
              <p14:cNvPr id="65" name="Ink 64">
                <a:extLst>
                  <a:ext uri="{FF2B5EF4-FFF2-40B4-BE49-F238E27FC236}">
                    <a16:creationId xmlns:a16="http://schemas.microsoft.com/office/drawing/2014/main" id="{B1F1B0FA-D6F4-8A8F-CAF5-B4B9401A024C}"/>
                  </a:ext>
                </a:extLst>
              </p14:cNvPr>
              <p14:cNvContentPartPr/>
              <p14:nvPr/>
            </p14:nvContentPartPr>
            <p14:xfrm>
              <a:off x="7181958" y="3829050"/>
              <a:ext cx="104666" cy="221054"/>
            </p14:xfrm>
          </p:contentPart>
        </mc:Choice>
        <mc:Fallback>
          <p:pic>
            <p:nvPicPr>
              <p:cNvPr id="65" name="Ink 64">
                <a:extLst>
                  <a:ext uri="{FF2B5EF4-FFF2-40B4-BE49-F238E27FC236}">
                    <a16:creationId xmlns:a16="http://schemas.microsoft.com/office/drawing/2014/main" id="{B1F1B0FA-D6F4-8A8F-CAF5-B4B9401A024C}"/>
                  </a:ext>
                </a:extLst>
              </p:cNvPr>
              <p:cNvPicPr/>
              <p:nvPr/>
            </p:nvPicPr>
            <p:blipFill>
              <a:blip r:embed="rId124"/>
              <a:stretch>
                <a:fillRect/>
              </a:stretch>
            </p:blipFill>
            <p:spPr>
              <a:xfrm>
                <a:off x="7164036" y="3811078"/>
                <a:ext cx="140152" cy="256638"/>
              </a:xfrm>
              <a:prstGeom prst="rect">
                <a:avLst/>
              </a:prstGeom>
            </p:spPr>
          </p:pic>
        </mc:Fallback>
      </mc:AlternateContent>
      <mc:AlternateContent xmlns:mc="http://schemas.openxmlformats.org/markup-compatibility/2006">
        <mc:Choice xmlns:p14="http://schemas.microsoft.com/office/powerpoint/2010/main" Requires="p14">
          <p:contentPart p14:bwMode="auto" r:id="rId125">
            <p14:nvContentPartPr>
              <p14:cNvPr id="66" name="Ink 65">
                <a:extLst>
                  <a:ext uri="{FF2B5EF4-FFF2-40B4-BE49-F238E27FC236}">
                    <a16:creationId xmlns:a16="http://schemas.microsoft.com/office/drawing/2014/main" id="{1764E5BB-673F-F3D3-A65E-315D568B2ED2}"/>
                  </a:ext>
                </a:extLst>
              </p14:cNvPr>
              <p14:cNvContentPartPr/>
              <p14:nvPr/>
            </p14:nvContentPartPr>
            <p14:xfrm>
              <a:off x="9046986" y="4055496"/>
              <a:ext cx="68440" cy="340629"/>
            </p14:xfrm>
          </p:contentPart>
        </mc:Choice>
        <mc:Fallback>
          <p:pic>
            <p:nvPicPr>
              <p:cNvPr id="66" name="Ink 65">
                <a:extLst>
                  <a:ext uri="{FF2B5EF4-FFF2-40B4-BE49-F238E27FC236}">
                    <a16:creationId xmlns:a16="http://schemas.microsoft.com/office/drawing/2014/main" id="{1764E5BB-673F-F3D3-A65E-315D568B2ED2}"/>
                  </a:ext>
                </a:extLst>
              </p:cNvPr>
              <p:cNvPicPr/>
              <p:nvPr/>
            </p:nvPicPr>
            <p:blipFill>
              <a:blip r:embed="rId126"/>
              <a:stretch>
                <a:fillRect/>
              </a:stretch>
            </p:blipFill>
            <p:spPr>
              <a:xfrm>
                <a:off x="9029070" y="4037511"/>
                <a:ext cx="103914" cy="376239"/>
              </a:xfrm>
              <a:prstGeom prst="rect">
                <a:avLst/>
              </a:prstGeom>
            </p:spPr>
          </p:pic>
        </mc:Fallback>
      </mc:AlternateContent>
      <mc:AlternateContent xmlns:mc="http://schemas.openxmlformats.org/markup-compatibility/2006">
        <mc:Choice xmlns:p14="http://schemas.microsoft.com/office/powerpoint/2010/main" Requires="p14">
          <p:contentPart p14:bwMode="auto" r:id="rId127">
            <p14:nvContentPartPr>
              <p14:cNvPr id="67" name="Ink 66">
                <a:extLst>
                  <a:ext uri="{FF2B5EF4-FFF2-40B4-BE49-F238E27FC236}">
                    <a16:creationId xmlns:a16="http://schemas.microsoft.com/office/drawing/2014/main" id="{E54A7CD0-874D-0FBD-6EB5-C4C2358A7FED}"/>
                  </a:ext>
                </a:extLst>
              </p14:cNvPr>
              <p14:cNvContentPartPr/>
              <p14:nvPr/>
            </p14:nvContentPartPr>
            <p14:xfrm>
              <a:off x="9061293" y="3999514"/>
              <a:ext cx="141679" cy="427059"/>
            </p14:xfrm>
          </p:contentPart>
        </mc:Choice>
        <mc:Fallback>
          <p:pic>
            <p:nvPicPr>
              <p:cNvPr id="67" name="Ink 66">
                <a:extLst>
                  <a:ext uri="{FF2B5EF4-FFF2-40B4-BE49-F238E27FC236}">
                    <a16:creationId xmlns:a16="http://schemas.microsoft.com/office/drawing/2014/main" id="{E54A7CD0-874D-0FBD-6EB5-C4C2358A7FED}"/>
                  </a:ext>
                </a:extLst>
              </p:cNvPr>
              <p:cNvPicPr/>
              <p:nvPr/>
            </p:nvPicPr>
            <p:blipFill>
              <a:blip r:embed="rId128"/>
              <a:stretch>
                <a:fillRect/>
              </a:stretch>
            </p:blipFill>
            <p:spPr>
              <a:xfrm>
                <a:off x="9043359" y="3981525"/>
                <a:ext cx="177188" cy="462677"/>
              </a:xfrm>
              <a:prstGeom prst="rect">
                <a:avLst/>
              </a:prstGeom>
            </p:spPr>
          </p:pic>
        </mc:Fallback>
      </mc:AlternateContent>
      <mc:AlternateContent xmlns:mc="http://schemas.openxmlformats.org/markup-compatibility/2006">
        <mc:Choice xmlns:p14="http://schemas.microsoft.com/office/powerpoint/2010/main" Requires="p14">
          <p:contentPart p14:bwMode="auto" r:id="rId129">
            <p14:nvContentPartPr>
              <p14:cNvPr id="68" name="Ink 67">
                <a:extLst>
                  <a:ext uri="{FF2B5EF4-FFF2-40B4-BE49-F238E27FC236}">
                    <a16:creationId xmlns:a16="http://schemas.microsoft.com/office/drawing/2014/main" id="{DDDB3C2D-6A61-BB81-AF6B-0E57F9EB0D4A}"/>
                  </a:ext>
                </a:extLst>
              </p14:cNvPr>
              <p14:cNvContentPartPr/>
              <p14:nvPr/>
            </p14:nvContentPartPr>
            <p14:xfrm>
              <a:off x="9260093" y="4325746"/>
              <a:ext cx="133509" cy="202345"/>
            </p14:xfrm>
          </p:contentPart>
        </mc:Choice>
        <mc:Fallback>
          <p:pic>
            <p:nvPicPr>
              <p:cNvPr id="68" name="Ink 67">
                <a:extLst>
                  <a:ext uri="{FF2B5EF4-FFF2-40B4-BE49-F238E27FC236}">
                    <a16:creationId xmlns:a16="http://schemas.microsoft.com/office/drawing/2014/main" id="{DDDB3C2D-6A61-BB81-AF6B-0E57F9EB0D4A}"/>
                  </a:ext>
                </a:extLst>
              </p:cNvPr>
              <p:cNvPicPr/>
              <p:nvPr/>
            </p:nvPicPr>
            <p:blipFill>
              <a:blip r:embed="rId130"/>
              <a:stretch>
                <a:fillRect/>
              </a:stretch>
            </p:blipFill>
            <p:spPr>
              <a:xfrm>
                <a:off x="9242148" y="4307776"/>
                <a:ext cx="169040" cy="237926"/>
              </a:xfrm>
              <a:prstGeom prst="rect">
                <a:avLst/>
              </a:prstGeom>
            </p:spPr>
          </p:pic>
        </mc:Fallback>
      </mc:AlternateContent>
      <mc:AlternateContent xmlns:mc="http://schemas.openxmlformats.org/markup-compatibility/2006">
        <mc:Choice xmlns:p14="http://schemas.microsoft.com/office/powerpoint/2010/main" Requires="p14">
          <p:contentPart p14:bwMode="auto" r:id="rId131">
            <p14:nvContentPartPr>
              <p14:cNvPr id="69" name="Ink 68">
                <a:extLst>
                  <a:ext uri="{FF2B5EF4-FFF2-40B4-BE49-F238E27FC236}">
                    <a16:creationId xmlns:a16="http://schemas.microsoft.com/office/drawing/2014/main" id="{241E1D70-875C-E1D4-260C-1E52DA57F8B4}"/>
                  </a:ext>
                </a:extLst>
              </p14:cNvPr>
              <p14:cNvContentPartPr/>
              <p14:nvPr/>
            </p14:nvContentPartPr>
            <p14:xfrm>
              <a:off x="9476687" y="4086225"/>
              <a:ext cx="48312" cy="411172"/>
            </p14:xfrm>
          </p:contentPart>
        </mc:Choice>
        <mc:Fallback>
          <p:pic>
            <p:nvPicPr>
              <p:cNvPr id="69" name="Ink 68">
                <a:extLst>
                  <a:ext uri="{FF2B5EF4-FFF2-40B4-BE49-F238E27FC236}">
                    <a16:creationId xmlns:a16="http://schemas.microsoft.com/office/drawing/2014/main" id="{241E1D70-875C-E1D4-260C-1E52DA57F8B4}"/>
                  </a:ext>
                </a:extLst>
              </p:cNvPr>
              <p:cNvPicPr/>
              <p:nvPr/>
            </p:nvPicPr>
            <p:blipFill>
              <a:blip r:embed="rId132"/>
              <a:stretch>
                <a:fillRect/>
              </a:stretch>
            </p:blipFill>
            <p:spPr>
              <a:xfrm>
                <a:off x="9458794" y="4068238"/>
                <a:ext cx="83741" cy="446785"/>
              </a:xfrm>
              <a:prstGeom prst="rect">
                <a:avLst/>
              </a:prstGeom>
            </p:spPr>
          </p:pic>
        </mc:Fallback>
      </mc:AlternateContent>
      <mc:AlternateContent xmlns:mc="http://schemas.openxmlformats.org/markup-compatibility/2006">
        <mc:Choice xmlns:p14="http://schemas.microsoft.com/office/powerpoint/2010/main" Requires="p14">
          <p:contentPart p14:bwMode="auto" r:id="rId133">
            <p14:nvContentPartPr>
              <p14:cNvPr id="70" name="Ink 69">
                <a:extLst>
                  <a:ext uri="{FF2B5EF4-FFF2-40B4-BE49-F238E27FC236}">
                    <a16:creationId xmlns:a16="http://schemas.microsoft.com/office/drawing/2014/main" id="{687A1617-D902-AC65-15C7-73A44BE6E357}"/>
                  </a:ext>
                </a:extLst>
              </p14:cNvPr>
              <p14:cNvContentPartPr/>
              <p14:nvPr/>
            </p14:nvContentPartPr>
            <p14:xfrm>
              <a:off x="9420225" y="4249004"/>
              <a:ext cx="123297" cy="65820"/>
            </p14:xfrm>
          </p:contentPart>
        </mc:Choice>
        <mc:Fallback>
          <p:pic>
            <p:nvPicPr>
              <p:cNvPr id="70" name="Ink 69">
                <a:extLst>
                  <a:ext uri="{FF2B5EF4-FFF2-40B4-BE49-F238E27FC236}">
                    <a16:creationId xmlns:a16="http://schemas.microsoft.com/office/drawing/2014/main" id="{687A1617-D902-AC65-15C7-73A44BE6E357}"/>
                  </a:ext>
                </a:extLst>
              </p:cNvPr>
              <p:cNvPicPr/>
              <p:nvPr/>
            </p:nvPicPr>
            <p:blipFill>
              <a:blip r:embed="rId134"/>
              <a:stretch>
                <a:fillRect/>
              </a:stretch>
            </p:blipFill>
            <p:spPr>
              <a:xfrm>
                <a:off x="9402252" y="4231118"/>
                <a:ext cx="158884" cy="101234"/>
              </a:xfrm>
              <a:prstGeom prst="rect">
                <a:avLst/>
              </a:prstGeom>
            </p:spPr>
          </p:pic>
        </mc:Fallback>
      </mc:AlternateContent>
      <mc:AlternateContent xmlns:mc="http://schemas.openxmlformats.org/markup-compatibility/2006">
        <mc:Choice xmlns:p14="http://schemas.microsoft.com/office/powerpoint/2010/main" Requires="p14">
          <p:contentPart p14:bwMode="auto" r:id="rId135">
            <p14:nvContentPartPr>
              <p14:cNvPr id="71" name="Ink 70">
                <a:extLst>
                  <a:ext uri="{FF2B5EF4-FFF2-40B4-BE49-F238E27FC236}">
                    <a16:creationId xmlns:a16="http://schemas.microsoft.com/office/drawing/2014/main" id="{C07312DE-1DDB-AE0D-EBD5-396A1B58006A}"/>
                  </a:ext>
                </a:extLst>
              </p14:cNvPr>
              <p14:cNvContentPartPr/>
              <p14:nvPr/>
            </p14:nvContentPartPr>
            <p14:xfrm>
              <a:off x="9600619" y="4048124"/>
              <a:ext cx="105355" cy="401737"/>
            </p14:xfrm>
          </p:contentPart>
        </mc:Choice>
        <mc:Fallback>
          <p:pic>
            <p:nvPicPr>
              <p:cNvPr id="71" name="Ink 70">
                <a:extLst>
                  <a:ext uri="{FF2B5EF4-FFF2-40B4-BE49-F238E27FC236}">
                    <a16:creationId xmlns:a16="http://schemas.microsoft.com/office/drawing/2014/main" id="{C07312DE-1DDB-AE0D-EBD5-396A1B58006A}"/>
                  </a:ext>
                </a:extLst>
              </p:cNvPr>
              <p:cNvPicPr/>
              <p:nvPr/>
            </p:nvPicPr>
            <p:blipFill>
              <a:blip r:embed="rId136"/>
              <a:stretch>
                <a:fillRect/>
              </a:stretch>
            </p:blipFill>
            <p:spPr>
              <a:xfrm>
                <a:off x="9582640" y="4030141"/>
                <a:ext cx="140953" cy="437343"/>
              </a:xfrm>
              <a:prstGeom prst="rect">
                <a:avLst/>
              </a:prstGeom>
            </p:spPr>
          </p:pic>
        </mc:Fallback>
      </mc:AlternateContent>
      <mc:AlternateContent xmlns:mc="http://schemas.openxmlformats.org/markup-compatibility/2006">
        <mc:Choice xmlns:p14="http://schemas.microsoft.com/office/powerpoint/2010/main" Requires="p14">
          <p:contentPart p14:bwMode="auto" r:id="rId137">
            <p14:nvContentPartPr>
              <p14:cNvPr id="72" name="Ink 71">
                <a:extLst>
                  <a:ext uri="{FF2B5EF4-FFF2-40B4-BE49-F238E27FC236}">
                    <a16:creationId xmlns:a16="http://schemas.microsoft.com/office/drawing/2014/main" id="{DF753E05-B021-E328-6997-217A79B6B8B1}"/>
                  </a:ext>
                </a:extLst>
              </p14:cNvPr>
              <p14:cNvContentPartPr/>
              <p14:nvPr/>
            </p14:nvContentPartPr>
            <p14:xfrm>
              <a:off x="9572624" y="4287852"/>
              <a:ext cx="113369" cy="36497"/>
            </p14:xfrm>
          </p:contentPart>
        </mc:Choice>
        <mc:Fallback>
          <p:pic>
            <p:nvPicPr>
              <p:cNvPr id="72" name="Ink 71">
                <a:extLst>
                  <a:ext uri="{FF2B5EF4-FFF2-40B4-BE49-F238E27FC236}">
                    <a16:creationId xmlns:a16="http://schemas.microsoft.com/office/drawing/2014/main" id="{DF753E05-B021-E328-6997-217A79B6B8B1}"/>
                  </a:ext>
                </a:extLst>
              </p:cNvPr>
              <p:cNvPicPr/>
              <p:nvPr/>
            </p:nvPicPr>
            <p:blipFill>
              <a:blip r:embed="rId138"/>
              <a:stretch>
                <a:fillRect/>
              </a:stretch>
            </p:blipFill>
            <p:spPr>
              <a:xfrm>
                <a:off x="9554686" y="4269961"/>
                <a:ext cx="148887" cy="71921"/>
              </a:xfrm>
              <a:prstGeom prst="rect">
                <a:avLst/>
              </a:prstGeom>
            </p:spPr>
          </p:pic>
        </mc:Fallback>
      </mc:AlternateContent>
      <mc:AlternateContent xmlns:mc="http://schemas.openxmlformats.org/markup-compatibility/2006">
        <mc:Choice xmlns:p14="http://schemas.microsoft.com/office/powerpoint/2010/main" Requires="p14">
          <p:contentPart p14:bwMode="auto" r:id="rId139">
            <p14:nvContentPartPr>
              <p14:cNvPr id="73" name="Ink 72">
                <a:extLst>
                  <a:ext uri="{FF2B5EF4-FFF2-40B4-BE49-F238E27FC236}">
                    <a16:creationId xmlns:a16="http://schemas.microsoft.com/office/drawing/2014/main" id="{C41D0A48-8B1E-646D-F7BF-555C4A760A50}"/>
                  </a:ext>
                </a:extLst>
              </p14:cNvPr>
              <p14:cNvContentPartPr/>
              <p14:nvPr/>
            </p14:nvContentPartPr>
            <p14:xfrm>
              <a:off x="9705974" y="4311107"/>
              <a:ext cx="138137" cy="110690"/>
            </p14:xfrm>
          </p:contentPart>
        </mc:Choice>
        <mc:Fallback>
          <p:pic>
            <p:nvPicPr>
              <p:cNvPr id="73" name="Ink 72">
                <a:extLst>
                  <a:ext uri="{FF2B5EF4-FFF2-40B4-BE49-F238E27FC236}">
                    <a16:creationId xmlns:a16="http://schemas.microsoft.com/office/drawing/2014/main" id="{C41D0A48-8B1E-646D-F7BF-555C4A760A50}"/>
                  </a:ext>
                </a:extLst>
              </p:cNvPr>
              <p:cNvPicPr/>
              <p:nvPr/>
            </p:nvPicPr>
            <p:blipFill>
              <a:blip r:embed="rId140"/>
              <a:stretch>
                <a:fillRect/>
              </a:stretch>
            </p:blipFill>
            <p:spPr>
              <a:xfrm>
                <a:off x="9687987" y="4293196"/>
                <a:ext cx="173750" cy="146154"/>
              </a:xfrm>
              <a:prstGeom prst="rect">
                <a:avLst/>
              </a:prstGeom>
            </p:spPr>
          </p:pic>
        </mc:Fallback>
      </mc:AlternateContent>
      <mc:AlternateContent xmlns:mc="http://schemas.openxmlformats.org/markup-compatibility/2006">
        <mc:Choice xmlns:p14="http://schemas.microsoft.com/office/powerpoint/2010/main" Requires="p14">
          <p:contentPart p14:bwMode="auto" r:id="rId141">
            <p14:nvContentPartPr>
              <p14:cNvPr id="74" name="Ink 73">
                <a:extLst>
                  <a:ext uri="{FF2B5EF4-FFF2-40B4-BE49-F238E27FC236}">
                    <a16:creationId xmlns:a16="http://schemas.microsoft.com/office/drawing/2014/main" id="{904280D4-B211-A10D-3185-47B1116CB094}"/>
                  </a:ext>
                </a:extLst>
              </p14:cNvPr>
              <p14:cNvContentPartPr/>
              <p14:nvPr/>
            </p14:nvContentPartPr>
            <p14:xfrm>
              <a:off x="9905646" y="4278464"/>
              <a:ext cx="84969" cy="110963"/>
            </p14:xfrm>
          </p:contentPart>
        </mc:Choice>
        <mc:Fallback>
          <p:pic>
            <p:nvPicPr>
              <p:cNvPr id="74" name="Ink 73">
                <a:extLst>
                  <a:ext uri="{FF2B5EF4-FFF2-40B4-BE49-F238E27FC236}">
                    <a16:creationId xmlns:a16="http://schemas.microsoft.com/office/drawing/2014/main" id="{904280D4-B211-A10D-3185-47B1116CB094}"/>
                  </a:ext>
                </a:extLst>
              </p:cNvPr>
              <p:cNvPicPr/>
              <p:nvPr/>
            </p:nvPicPr>
            <p:blipFill>
              <a:blip r:embed="rId142"/>
              <a:stretch>
                <a:fillRect/>
              </a:stretch>
            </p:blipFill>
            <p:spPr>
              <a:xfrm>
                <a:off x="9887720" y="4260509"/>
                <a:ext cx="120462" cy="146514"/>
              </a:xfrm>
              <a:prstGeom prst="rect">
                <a:avLst/>
              </a:prstGeom>
            </p:spPr>
          </p:pic>
        </mc:Fallback>
      </mc:AlternateContent>
      <mc:AlternateContent xmlns:mc="http://schemas.openxmlformats.org/markup-compatibility/2006">
        <mc:Choice xmlns:p14="http://schemas.microsoft.com/office/powerpoint/2010/main" Requires="p14">
          <p:contentPart p14:bwMode="auto" r:id="rId143">
            <p14:nvContentPartPr>
              <p14:cNvPr id="75" name="Ink 74">
                <a:extLst>
                  <a:ext uri="{FF2B5EF4-FFF2-40B4-BE49-F238E27FC236}">
                    <a16:creationId xmlns:a16="http://schemas.microsoft.com/office/drawing/2014/main" id="{981E563F-F221-8C9E-E753-CB68EFE473D2}"/>
                  </a:ext>
                </a:extLst>
              </p14:cNvPr>
              <p14:cNvContentPartPr/>
              <p14:nvPr/>
            </p14:nvContentPartPr>
            <p14:xfrm>
              <a:off x="9879210" y="4284389"/>
              <a:ext cx="292429" cy="411270"/>
            </p14:xfrm>
          </p:contentPart>
        </mc:Choice>
        <mc:Fallback>
          <p:pic>
            <p:nvPicPr>
              <p:cNvPr id="75" name="Ink 74">
                <a:extLst>
                  <a:ext uri="{FF2B5EF4-FFF2-40B4-BE49-F238E27FC236}">
                    <a16:creationId xmlns:a16="http://schemas.microsoft.com/office/drawing/2014/main" id="{981E563F-F221-8C9E-E753-CB68EFE473D2}"/>
                  </a:ext>
                </a:extLst>
              </p:cNvPr>
              <p:cNvPicPr/>
              <p:nvPr/>
            </p:nvPicPr>
            <p:blipFill>
              <a:blip r:embed="rId144"/>
              <a:stretch>
                <a:fillRect/>
              </a:stretch>
            </p:blipFill>
            <p:spPr>
              <a:xfrm>
                <a:off x="9861225" y="4266398"/>
                <a:ext cx="328038" cy="446892"/>
              </a:xfrm>
              <a:prstGeom prst="rect">
                <a:avLst/>
              </a:prstGeom>
            </p:spPr>
          </p:pic>
        </mc:Fallback>
      </mc:AlternateContent>
      <mc:AlternateContent xmlns:mc="http://schemas.openxmlformats.org/markup-compatibility/2006">
        <mc:Choice xmlns:p14="http://schemas.microsoft.com/office/powerpoint/2010/main" Requires="p14">
          <p:contentPart p14:bwMode="auto" r:id="rId145">
            <p14:nvContentPartPr>
              <p14:cNvPr id="76" name="Ink 75">
                <a:extLst>
                  <a:ext uri="{FF2B5EF4-FFF2-40B4-BE49-F238E27FC236}">
                    <a16:creationId xmlns:a16="http://schemas.microsoft.com/office/drawing/2014/main" id="{3202A022-B360-D6E9-2F32-430BFAC64F10}"/>
                  </a:ext>
                </a:extLst>
              </p14:cNvPr>
              <p14:cNvContentPartPr/>
              <p14:nvPr/>
            </p14:nvContentPartPr>
            <p14:xfrm>
              <a:off x="10546365" y="4307033"/>
              <a:ext cx="64484" cy="17316"/>
            </p14:xfrm>
          </p:contentPart>
        </mc:Choice>
        <mc:Fallback>
          <p:pic>
            <p:nvPicPr>
              <p:cNvPr id="76" name="Ink 75">
                <a:extLst>
                  <a:ext uri="{FF2B5EF4-FFF2-40B4-BE49-F238E27FC236}">
                    <a16:creationId xmlns:a16="http://schemas.microsoft.com/office/drawing/2014/main" id="{3202A022-B360-D6E9-2F32-430BFAC64F10}"/>
                  </a:ext>
                </a:extLst>
              </p:cNvPr>
              <p:cNvPicPr/>
              <p:nvPr/>
            </p:nvPicPr>
            <p:blipFill>
              <a:blip r:embed="rId146"/>
              <a:stretch>
                <a:fillRect/>
              </a:stretch>
            </p:blipFill>
            <p:spPr>
              <a:xfrm>
                <a:off x="10528453" y="4289364"/>
                <a:ext cx="99950" cy="52301"/>
              </a:xfrm>
              <a:prstGeom prst="rect">
                <a:avLst/>
              </a:prstGeom>
            </p:spPr>
          </p:pic>
        </mc:Fallback>
      </mc:AlternateContent>
      <mc:AlternateContent xmlns:mc="http://schemas.openxmlformats.org/markup-compatibility/2006">
        <mc:Choice xmlns:p14="http://schemas.microsoft.com/office/powerpoint/2010/main" Requires="p14">
          <p:contentPart p14:bwMode="auto" r:id="rId147">
            <p14:nvContentPartPr>
              <p14:cNvPr id="77" name="Ink 76">
                <a:extLst>
                  <a:ext uri="{FF2B5EF4-FFF2-40B4-BE49-F238E27FC236}">
                    <a16:creationId xmlns:a16="http://schemas.microsoft.com/office/drawing/2014/main" id="{E4B1A74E-88D4-1D2E-E550-7EBE76395B9B}"/>
                  </a:ext>
                </a:extLst>
              </p14:cNvPr>
              <p14:cNvContentPartPr/>
              <p14:nvPr/>
            </p14:nvContentPartPr>
            <p14:xfrm>
              <a:off x="10362351" y="4095750"/>
              <a:ext cx="67523" cy="367014"/>
            </p14:xfrm>
          </p:contentPart>
        </mc:Choice>
        <mc:Fallback>
          <p:pic>
            <p:nvPicPr>
              <p:cNvPr id="77" name="Ink 76">
                <a:extLst>
                  <a:ext uri="{FF2B5EF4-FFF2-40B4-BE49-F238E27FC236}">
                    <a16:creationId xmlns:a16="http://schemas.microsoft.com/office/drawing/2014/main" id="{E4B1A74E-88D4-1D2E-E550-7EBE76395B9B}"/>
                  </a:ext>
                </a:extLst>
              </p:cNvPr>
              <p:cNvPicPr/>
              <p:nvPr/>
            </p:nvPicPr>
            <p:blipFill>
              <a:blip r:embed="rId148"/>
              <a:stretch>
                <a:fillRect/>
              </a:stretch>
            </p:blipFill>
            <p:spPr>
              <a:xfrm>
                <a:off x="10344488" y="4077759"/>
                <a:ext cx="102892" cy="402636"/>
              </a:xfrm>
              <a:prstGeom prst="rect">
                <a:avLst/>
              </a:prstGeom>
            </p:spPr>
          </p:pic>
        </mc:Fallback>
      </mc:AlternateContent>
      <mc:AlternateContent xmlns:mc="http://schemas.openxmlformats.org/markup-compatibility/2006">
        <mc:Choice xmlns:p14="http://schemas.microsoft.com/office/powerpoint/2010/main" Requires="p14">
          <p:contentPart p14:bwMode="auto" r:id="rId149">
            <p14:nvContentPartPr>
              <p14:cNvPr id="78" name="Ink 77">
                <a:extLst>
                  <a:ext uri="{FF2B5EF4-FFF2-40B4-BE49-F238E27FC236}">
                    <a16:creationId xmlns:a16="http://schemas.microsoft.com/office/drawing/2014/main" id="{EDEB49CC-25CF-1FFE-0E04-3D6463AF235A}"/>
                  </a:ext>
                </a:extLst>
              </p14:cNvPr>
              <p14:cNvContentPartPr/>
              <p14:nvPr/>
            </p14:nvContentPartPr>
            <p14:xfrm>
              <a:off x="10409390" y="4076699"/>
              <a:ext cx="100394" cy="195721"/>
            </p14:xfrm>
          </p:contentPart>
        </mc:Choice>
        <mc:Fallback>
          <p:pic>
            <p:nvPicPr>
              <p:cNvPr id="78" name="Ink 77">
                <a:extLst>
                  <a:ext uri="{FF2B5EF4-FFF2-40B4-BE49-F238E27FC236}">
                    <a16:creationId xmlns:a16="http://schemas.microsoft.com/office/drawing/2014/main" id="{EDEB49CC-25CF-1FFE-0E04-3D6463AF235A}"/>
                  </a:ext>
                </a:extLst>
              </p:cNvPr>
              <p:cNvPicPr/>
              <p:nvPr/>
            </p:nvPicPr>
            <p:blipFill>
              <a:blip r:embed="rId150"/>
              <a:stretch>
                <a:fillRect/>
              </a:stretch>
            </p:blipFill>
            <p:spPr>
              <a:xfrm>
                <a:off x="10391462" y="4058743"/>
                <a:ext cx="135890" cy="231274"/>
              </a:xfrm>
              <a:prstGeom prst="rect">
                <a:avLst/>
              </a:prstGeom>
            </p:spPr>
          </p:pic>
        </mc:Fallback>
      </mc:AlternateContent>
      <mc:AlternateContent xmlns:mc="http://schemas.openxmlformats.org/markup-compatibility/2006">
        <mc:Choice xmlns:p14="http://schemas.microsoft.com/office/powerpoint/2010/main" Requires="p14">
          <p:contentPart p14:bwMode="auto" r:id="rId151">
            <p14:nvContentPartPr>
              <p14:cNvPr id="79" name="Ink 78">
                <a:extLst>
                  <a:ext uri="{FF2B5EF4-FFF2-40B4-BE49-F238E27FC236}">
                    <a16:creationId xmlns:a16="http://schemas.microsoft.com/office/drawing/2014/main" id="{11E0B832-678C-D692-28EB-DCE081FDD73C}"/>
                  </a:ext>
                </a:extLst>
              </p14:cNvPr>
              <p14:cNvContentPartPr/>
              <p14:nvPr/>
            </p14:nvContentPartPr>
            <p14:xfrm>
              <a:off x="10431550" y="4342292"/>
              <a:ext cx="133476" cy="129651"/>
            </p14:xfrm>
          </p:contentPart>
        </mc:Choice>
        <mc:Fallback>
          <p:pic>
            <p:nvPicPr>
              <p:cNvPr id="79" name="Ink 78">
                <a:extLst>
                  <a:ext uri="{FF2B5EF4-FFF2-40B4-BE49-F238E27FC236}">
                    <a16:creationId xmlns:a16="http://schemas.microsoft.com/office/drawing/2014/main" id="{11E0B832-678C-D692-28EB-DCE081FDD73C}"/>
                  </a:ext>
                </a:extLst>
              </p:cNvPr>
              <p:cNvPicPr/>
              <p:nvPr/>
            </p:nvPicPr>
            <p:blipFill>
              <a:blip r:embed="rId152"/>
              <a:stretch>
                <a:fillRect/>
              </a:stretch>
            </p:blipFill>
            <p:spPr>
              <a:xfrm>
                <a:off x="10413610" y="4324335"/>
                <a:ext cx="168998" cy="165206"/>
              </a:xfrm>
              <a:prstGeom prst="rect">
                <a:avLst/>
              </a:prstGeom>
            </p:spPr>
          </p:pic>
        </mc:Fallback>
      </mc:AlternateContent>
      <mc:AlternateContent xmlns:mc="http://schemas.openxmlformats.org/markup-compatibility/2006">
        <mc:Choice xmlns:p14="http://schemas.microsoft.com/office/powerpoint/2010/main" Requires="p14">
          <p:contentPart p14:bwMode="auto" r:id="rId153">
            <p14:nvContentPartPr>
              <p14:cNvPr id="80" name="Ink 79">
                <a:extLst>
                  <a:ext uri="{FF2B5EF4-FFF2-40B4-BE49-F238E27FC236}">
                    <a16:creationId xmlns:a16="http://schemas.microsoft.com/office/drawing/2014/main" id="{9A79D728-794E-8745-1976-E1916D231979}"/>
                  </a:ext>
                </a:extLst>
              </p14:cNvPr>
              <p14:cNvContentPartPr/>
              <p14:nvPr/>
            </p14:nvContentPartPr>
            <p14:xfrm>
              <a:off x="10655362" y="4324350"/>
              <a:ext cx="116847" cy="161218"/>
            </p14:xfrm>
          </p:contentPart>
        </mc:Choice>
        <mc:Fallback>
          <p:pic>
            <p:nvPicPr>
              <p:cNvPr id="80" name="Ink 79">
                <a:extLst>
                  <a:ext uri="{FF2B5EF4-FFF2-40B4-BE49-F238E27FC236}">
                    <a16:creationId xmlns:a16="http://schemas.microsoft.com/office/drawing/2014/main" id="{9A79D728-794E-8745-1976-E1916D231979}"/>
                  </a:ext>
                </a:extLst>
              </p:cNvPr>
              <p:cNvPicPr/>
              <p:nvPr/>
            </p:nvPicPr>
            <p:blipFill>
              <a:blip r:embed="rId154"/>
              <a:stretch>
                <a:fillRect/>
              </a:stretch>
            </p:blipFill>
            <p:spPr>
              <a:xfrm>
                <a:off x="10637386" y="4306357"/>
                <a:ext cx="152440" cy="196844"/>
              </a:xfrm>
              <a:prstGeom prst="rect">
                <a:avLst/>
              </a:prstGeom>
            </p:spPr>
          </p:pic>
        </mc:Fallback>
      </mc:AlternateContent>
      <mc:AlternateContent xmlns:mc="http://schemas.openxmlformats.org/markup-compatibility/2006">
        <mc:Choice xmlns:p14="http://schemas.microsoft.com/office/powerpoint/2010/main" Requires="p14">
          <p:contentPart p14:bwMode="auto" r:id="rId155">
            <p14:nvContentPartPr>
              <p14:cNvPr id="81" name="Ink 80">
                <a:extLst>
                  <a:ext uri="{FF2B5EF4-FFF2-40B4-BE49-F238E27FC236}">
                    <a16:creationId xmlns:a16="http://schemas.microsoft.com/office/drawing/2014/main" id="{6DED57F6-CED6-2812-217C-E2817E6B654E}"/>
                  </a:ext>
                </a:extLst>
              </p14:cNvPr>
              <p14:cNvContentPartPr/>
              <p14:nvPr/>
            </p14:nvContentPartPr>
            <p14:xfrm>
              <a:off x="10828625" y="4219574"/>
              <a:ext cx="185611" cy="304467"/>
            </p14:xfrm>
          </p:contentPart>
        </mc:Choice>
        <mc:Fallback>
          <p:pic>
            <p:nvPicPr>
              <p:cNvPr id="81" name="Ink 80">
                <a:extLst>
                  <a:ext uri="{FF2B5EF4-FFF2-40B4-BE49-F238E27FC236}">
                    <a16:creationId xmlns:a16="http://schemas.microsoft.com/office/drawing/2014/main" id="{6DED57F6-CED6-2812-217C-E2817E6B654E}"/>
                  </a:ext>
                </a:extLst>
              </p:cNvPr>
              <p:cNvPicPr/>
              <p:nvPr/>
            </p:nvPicPr>
            <p:blipFill>
              <a:blip r:embed="rId156"/>
              <a:stretch>
                <a:fillRect/>
              </a:stretch>
            </p:blipFill>
            <p:spPr>
              <a:xfrm>
                <a:off x="10810639" y="4201601"/>
                <a:ext cx="221222" cy="340054"/>
              </a:xfrm>
              <a:prstGeom prst="rect">
                <a:avLst/>
              </a:prstGeom>
            </p:spPr>
          </p:pic>
        </mc:Fallback>
      </mc:AlternateContent>
      <mc:AlternateContent xmlns:mc="http://schemas.openxmlformats.org/markup-compatibility/2006">
        <mc:Choice xmlns:p14="http://schemas.microsoft.com/office/powerpoint/2010/main" Requires="p14">
          <p:contentPart p14:bwMode="auto" r:id="rId157">
            <p14:nvContentPartPr>
              <p14:cNvPr id="82" name="Ink 81">
                <a:extLst>
                  <a:ext uri="{FF2B5EF4-FFF2-40B4-BE49-F238E27FC236}">
                    <a16:creationId xmlns:a16="http://schemas.microsoft.com/office/drawing/2014/main" id="{008B6CAF-A71A-1777-1D99-F0E995BF3818}"/>
                  </a:ext>
                </a:extLst>
              </p14:cNvPr>
              <p14:cNvContentPartPr/>
              <p14:nvPr/>
            </p14:nvContentPartPr>
            <p14:xfrm>
              <a:off x="6357870" y="4656844"/>
              <a:ext cx="1766088" cy="582416"/>
            </p14:xfrm>
          </p:contentPart>
        </mc:Choice>
        <mc:Fallback>
          <p:pic>
            <p:nvPicPr>
              <p:cNvPr id="82" name="Ink 81">
                <a:extLst>
                  <a:ext uri="{FF2B5EF4-FFF2-40B4-BE49-F238E27FC236}">
                    <a16:creationId xmlns:a16="http://schemas.microsoft.com/office/drawing/2014/main" id="{008B6CAF-A71A-1777-1D99-F0E995BF3818}"/>
                  </a:ext>
                </a:extLst>
              </p:cNvPr>
              <p:cNvPicPr/>
              <p:nvPr/>
            </p:nvPicPr>
            <p:blipFill>
              <a:blip r:embed="rId158"/>
              <a:stretch>
                <a:fillRect/>
              </a:stretch>
            </p:blipFill>
            <p:spPr>
              <a:xfrm>
                <a:off x="6339871" y="4638846"/>
                <a:ext cx="1801727" cy="618052"/>
              </a:xfrm>
              <a:prstGeom prst="rect">
                <a:avLst/>
              </a:prstGeom>
            </p:spPr>
          </p:pic>
        </mc:Fallback>
      </mc:AlternateContent>
      <mc:AlternateContent xmlns:mc="http://schemas.openxmlformats.org/markup-compatibility/2006">
        <mc:Choice xmlns:p14="http://schemas.microsoft.com/office/powerpoint/2010/main" Requires="p14">
          <p:contentPart p14:bwMode="auto" r:id="rId159">
            <p14:nvContentPartPr>
              <p14:cNvPr id="83" name="Ink 82">
                <a:extLst>
                  <a:ext uri="{FF2B5EF4-FFF2-40B4-BE49-F238E27FC236}">
                    <a16:creationId xmlns:a16="http://schemas.microsoft.com/office/drawing/2014/main" id="{511AFB53-0D9B-6BFF-82B4-0CEB6F60F8BC}"/>
                  </a:ext>
                </a:extLst>
              </p14:cNvPr>
              <p14:cNvContentPartPr/>
              <p14:nvPr/>
            </p14:nvContentPartPr>
            <p14:xfrm>
              <a:off x="6237520" y="4610100"/>
              <a:ext cx="163835" cy="231188"/>
            </p14:xfrm>
          </p:contentPart>
        </mc:Choice>
        <mc:Fallback>
          <p:pic>
            <p:nvPicPr>
              <p:cNvPr id="83" name="Ink 82">
                <a:extLst>
                  <a:ext uri="{FF2B5EF4-FFF2-40B4-BE49-F238E27FC236}">
                    <a16:creationId xmlns:a16="http://schemas.microsoft.com/office/drawing/2014/main" id="{511AFB53-0D9B-6BFF-82B4-0CEB6F60F8BC}"/>
                  </a:ext>
                </a:extLst>
              </p:cNvPr>
              <p:cNvPicPr/>
              <p:nvPr/>
            </p:nvPicPr>
            <p:blipFill>
              <a:blip r:embed="rId160"/>
              <a:stretch>
                <a:fillRect/>
              </a:stretch>
            </p:blipFill>
            <p:spPr>
              <a:xfrm>
                <a:off x="6219556" y="4592123"/>
                <a:ext cx="199404" cy="266783"/>
              </a:xfrm>
              <a:prstGeom prst="rect">
                <a:avLst/>
              </a:prstGeom>
            </p:spPr>
          </p:pic>
        </mc:Fallback>
      </mc:AlternateContent>
      <mc:AlternateContent xmlns:mc="http://schemas.openxmlformats.org/markup-compatibility/2006">
        <mc:Choice xmlns:p14="http://schemas.microsoft.com/office/powerpoint/2010/main" Requires="p14">
          <p:contentPart p14:bwMode="auto" r:id="rId161">
            <p14:nvContentPartPr>
              <p14:cNvPr id="84" name="Ink 83">
                <a:extLst>
                  <a:ext uri="{FF2B5EF4-FFF2-40B4-BE49-F238E27FC236}">
                    <a16:creationId xmlns:a16="http://schemas.microsoft.com/office/drawing/2014/main" id="{B60F3CC5-AE90-7237-4925-0F1490EC1BCB}"/>
                  </a:ext>
                </a:extLst>
              </p14:cNvPr>
              <p14:cNvContentPartPr/>
              <p14:nvPr/>
            </p14:nvContentPartPr>
            <p14:xfrm>
              <a:off x="8214597" y="5165566"/>
              <a:ext cx="341158" cy="332126"/>
            </p14:xfrm>
          </p:contentPart>
        </mc:Choice>
        <mc:Fallback>
          <p:pic>
            <p:nvPicPr>
              <p:cNvPr id="84" name="Ink 83">
                <a:extLst>
                  <a:ext uri="{FF2B5EF4-FFF2-40B4-BE49-F238E27FC236}">
                    <a16:creationId xmlns:a16="http://schemas.microsoft.com/office/drawing/2014/main" id="{B60F3CC5-AE90-7237-4925-0F1490EC1BCB}"/>
                  </a:ext>
                </a:extLst>
              </p:cNvPr>
              <p:cNvPicPr/>
              <p:nvPr/>
            </p:nvPicPr>
            <p:blipFill>
              <a:blip r:embed="rId162"/>
              <a:stretch>
                <a:fillRect/>
              </a:stretch>
            </p:blipFill>
            <p:spPr>
              <a:xfrm>
                <a:off x="8196603" y="5147594"/>
                <a:ext cx="376785" cy="367711"/>
              </a:xfrm>
              <a:prstGeom prst="rect">
                <a:avLst/>
              </a:prstGeom>
            </p:spPr>
          </p:pic>
        </mc:Fallback>
      </mc:AlternateContent>
      <mc:AlternateContent xmlns:mc="http://schemas.openxmlformats.org/markup-compatibility/2006">
        <mc:Choice xmlns:p14="http://schemas.microsoft.com/office/powerpoint/2010/main" Requires="p14">
          <p:contentPart p14:bwMode="auto" r:id="rId163">
            <p14:nvContentPartPr>
              <p14:cNvPr id="85" name="Ink 84">
                <a:extLst>
                  <a:ext uri="{FF2B5EF4-FFF2-40B4-BE49-F238E27FC236}">
                    <a16:creationId xmlns:a16="http://schemas.microsoft.com/office/drawing/2014/main" id="{4FA620A0-0025-A676-E0D8-E46C5F143BEE}"/>
                  </a:ext>
                </a:extLst>
              </p14:cNvPr>
              <p14:cNvContentPartPr/>
              <p14:nvPr/>
            </p14:nvContentPartPr>
            <p14:xfrm>
              <a:off x="8710758" y="5343525"/>
              <a:ext cx="14009" cy="172326"/>
            </p14:xfrm>
          </p:contentPart>
        </mc:Choice>
        <mc:Fallback>
          <p:pic>
            <p:nvPicPr>
              <p:cNvPr id="85" name="Ink 84">
                <a:extLst>
                  <a:ext uri="{FF2B5EF4-FFF2-40B4-BE49-F238E27FC236}">
                    <a16:creationId xmlns:a16="http://schemas.microsoft.com/office/drawing/2014/main" id="{4FA620A0-0025-A676-E0D8-E46C5F143BEE}"/>
                  </a:ext>
                </a:extLst>
              </p:cNvPr>
              <p:cNvPicPr/>
              <p:nvPr/>
            </p:nvPicPr>
            <p:blipFill>
              <a:blip r:embed="rId164"/>
              <a:stretch>
                <a:fillRect/>
              </a:stretch>
            </p:blipFill>
            <p:spPr>
              <a:xfrm>
                <a:off x="8693247" y="5325537"/>
                <a:ext cx="48681" cy="207942"/>
              </a:xfrm>
              <a:prstGeom prst="rect">
                <a:avLst/>
              </a:prstGeom>
            </p:spPr>
          </p:pic>
        </mc:Fallback>
      </mc:AlternateContent>
      <mc:AlternateContent xmlns:mc="http://schemas.openxmlformats.org/markup-compatibility/2006">
        <mc:Choice xmlns:p14="http://schemas.microsoft.com/office/powerpoint/2010/main" Requires="p14">
          <p:contentPart p14:bwMode="auto" r:id="rId165">
            <p14:nvContentPartPr>
              <p14:cNvPr id="86" name="Ink 85">
                <a:extLst>
                  <a:ext uri="{FF2B5EF4-FFF2-40B4-BE49-F238E27FC236}">
                    <a16:creationId xmlns:a16="http://schemas.microsoft.com/office/drawing/2014/main" id="{F4C99D01-B600-565F-6A45-292E971CA56B}"/>
                  </a:ext>
                </a:extLst>
              </p14:cNvPr>
              <p14:cNvContentPartPr/>
              <p14:nvPr/>
            </p14:nvContentPartPr>
            <p14:xfrm>
              <a:off x="8724900" y="5154504"/>
              <a:ext cx="46194" cy="74720"/>
            </p14:xfrm>
          </p:contentPart>
        </mc:Choice>
        <mc:Fallback>
          <p:pic>
            <p:nvPicPr>
              <p:cNvPr id="86" name="Ink 85">
                <a:extLst>
                  <a:ext uri="{FF2B5EF4-FFF2-40B4-BE49-F238E27FC236}">
                    <a16:creationId xmlns:a16="http://schemas.microsoft.com/office/drawing/2014/main" id="{F4C99D01-B600-565F-6A45-292E971CA56B}"/>
                  </a:ext>
                </a:extLst>
              </p:cNvPr>
              <p:cNvPicPr/>
              <p:nvPr/>
            </p:nvPicPr>
            <p:blipFill>
              <a:blip r:embed="rId166"/>
              <a:stretch>
                <a:fillRect/>
              </a:stretch>
            </p:blipFill>
            <p:spPr>
              <a:xfrm>
                <a:off x="8706995" y="5136628"/>
                <a:ext cx="81645" cy="110114"/>
              </a:xfrm>
              <a:prstGeom prst="rect">
                <a:avLst/>
              </a:prstGeom>
            </p:spPr>
          </p:pic>
        </mc:Fallback>
      </mc:AlternateContent>
      <mc:AlternateContent xmlns:mc="http://schemas.openxmlformats.org/markup-compatibility/2006">
        <mc:Choice xmlns:p14="http://schemas.microsoft.com/office/powerpoint/2010/main" Requires="p14">
          <p:contentPart p14:bwMode="auto" r:id="rId167">
            <p14:nvContentPartPr>
              <p14:cNvPr id="87" name="Ink 86">
                <a:extLst>
                  <a:ext uri="{FF2B5EF4-FFF2-40B4-BE49-F238E27FC236}">
                    <a16:creationId xmlns:a16="http://schemas.microsoft.com/office/drawing/2014/main" id="{45442F6E-C710-9884-8B16-E34C14D06642}"/>
                  </a:ext>
                </a:extLst>
              </p14:cNvPr>
              <p14:cNvContentPartPr/>
              <p14:nvPr/>
            </p14:nvContentPartPr>
            <p14:xfrm>
              <a:off x="8785956" y="5303448"/>
              <a:ext cx="114602" cy="240780"/>
            </p14:xfrm>
          </p:contentPart>
        </mc:Choice>
        <mc:Fallback>
          <p:pic>
            <p:nvPicPr>
              <p:cNvPr id="87" name="Ink 86">
                <a:extLst>
                  <a:ext uri="{FF2B5EF4-FFF2-40B4-BE49-F238E27FC236}">
                    <a16:creationId xmlns:a16="http://schemas.microsoft.com/office/drawing/2014/main" id="{45442F6E-C710-9884-8B16-E34C14D06642}"/>
                  </a:ext>
                </a:extLst>
              </p:cNvPr>
              <p:cNvPicPr/>
              <p:nvPr/>
            </p:nvPicPr>
            <p:blipFill>
              <a:blip r:embed="rId168"/>
              <a:stretch>
                <a:fillRect/>
              </a:stretch>
            </p:blipFill>
            <p:spPr>
              <a:xfrm>
                <a:off x="8768049" y="5285479"/>
                <a:ext cx="150057" cy="276358"/>
              </a:xfrm>
              <a:prstGeom prst="rect">
                <a:avLst/>
              </a:prstGeom>
            </p:spPr>
          </p:pic>
        </mc:Fallback>
      </mc:AlternateContent>
      <mc:AlternateContent xmlns:mc="http://schemas.openxmlformats.org/markup-compatibility/2006">
        <mc:Choice xmlns:p14="http://schemas.microsoft.com/office/powerpoint/2010/main" Requires="p14">
          <p:contentPart p14:bwMode="auto" r:id="rId169">
            <p14:nvContentPartPr>
              <p14:cNvPr id="88" name="Ink 87">
                <a:extLst>
                  <a:ext uri="{FF2B5EF4-FFF2-40B4-BE49-F238E27FC236}">
                    <a16:creationId xmlns:a16="http://schemas.microsoft.com/office/drawing/2014/main" id="{2056933E-90A6-72FE-AAAA-7FB16955F3F6}"/>
                  </a:ext>
                </a:extLst>
              </p14:cNvPr>
              <p14:cNvContentPartPr/>
              <p14:nvPr/>
            </p14:nvContentPartPr>
            <p14:xfrm>
              <a:off x="8982561" y="5334096"/>
              <a:ext cx="93224" cy="204332"/>
            </p14:xfrm>
          </p:contentPart>
        </mc:Choice>
        <mc:Fallback>
          <p:pic>
            <p:nvPicPr>
              <p:cNvPr id="88" name="Ink 87">
                <a:extLst>
                  <a:ext uri="{FF2B5EF4-FFF2-40B4-BE49-F238E27FC236}">
                    <a16:creationId xmlns:a16="http://schemas.microsoft.com/office/drawing/2014/main" id="{2056933E-90A6-72FE-AAAA-7FB16955F3F6}"/>
                  </a:ext>
                </a:extLst>
              </p:cNvPr>
              <p:cNvPicPr/>
              <p:nvPr/>
            </p:nvPicPr>
            <p:blipFill>
              <a:blip r:embed="rId170"/>
              <a:stretch>
                <a:fillRect/>
              </a:stretch>
            </p:blipFill>
            <p:spPr>
              <a:xfrm>
                <a:off x="8964633" y="5316109"/>
                <a:ext cx="128721" cy="239946"/>
              </a:xfrm>
              <a:prstGeom prst="rect">
                <a:avLst/>
              </a:prstGeom>
            </p:spPr>
          </p:pic>
        </mc:Fallback>
      </mc:AlternateContent>
      <mc:AlternateContent xmlns:mc="http://schemas.openxmlformats.org/markup-compatibility/2006">
        <mc:Choice xmlns:p14="http://schemas.microsoft.com/office/powerpoint/2010/main" Requires="p14">
          <p:contentPart p14:bwMode="auto" r:id="rId171">
            <p14:nvContentPartPr>
              <p14:cNvPr id="89" name="Ink 88">
                <a:extLst>
                  <a:ext uri="{FF2B5EF4-FFF2-40B4-BE49-F238E27FC236}">
                    <a16:creationId xmlns:a16="http://schemas.microsoft.com/office/drawing/2014/main" id="{C2721F5B-5322-2C67-280F-90B76C9A911B}"/>
                  </a:ext>
                </a:extLst>
              </p14:cNvPr>
              <p14:cNvContentPartPr/>
              <p14:nvPr/>
            </p14:nvContentPartPr>
            <p14:xfrm>
              <a:off x="9114312" y="5320502"/>
              <a:ext cx="155510" cy="184389"/>
            </p14:xfrm>
          </p:contentPart>
        </mc:Choice>
        <mc:Fallback>
          <p:pic>
            <p:nvPicPr>
              <p:cNvPr id="89" name="Ink 88">
                <a:extLst>
                  <a:ext uri="{FF2B5EF4-FFF2-40B4-BE49-F238E27FC236}">
                    <a16:creationId xmlns:a16="http://schemas.microsoft.com/office/drawing/2014/main" id="{C2721F5B-5322-2C67-280F-90B76C9A911B}"/>
                  </a:ext>
                </a:extLst>
              </p:cNvPr>
              <p:cNvPicPr/>
              <p:nvPr/>
            </p:nvPicPr>
            <p:blipFill>
              <a:blip r:embed="rId172"/>
              <a:stretch>
                <a:fillRect/>
              </a:stretch>
            </p:blipFill>
            <p:spPr>
              <a:xfrm>
                <a:off x="9096355" y="5302565"/>
                <a:ext cx="191065" cy="219904"/>
              </a:xfrm>
              <a:prstGeom prst="rect">
                <a:avLst/>
              </a:prstGeom>
            </p:spPr>
          </p:pic>
        </mc:Fallback>
      </mc:AlternateContent>
      <mc:AlternateContent xmlns:mc="http://schemas.openxmlformats.org/markup-compatibility/2006">
        <mc:Choice xmlns:p14="http://schemas.microsoft.com/office/powerpoint/2010/main" Requires="p14">
          <p:contentPart p14:bwMode="auto" r:id="rId173">
            <p14:nvContentPartPr>
              <p14:cNvPr id="90" name="Ink 89">
                <a:extLst>
                  <a:ext uri="{FF2B5EF4-FFF2-40B4-BE49-F238E27FC236}">
                    <a16:creationId xmlns:a16="http://schemas.microsoft.com/office/drawing/2014/main" id="{6AFAAB40-99BC-FCC4-0502-D1A70CD5DA6F}"/>
                  </a:ext>
                </a:extLst>
              </p14:cNvPr>
              <p14:cNvContentPartPr/>
              <p14:nvPr/>
            </p14:nvContentPartPr>
            <p14:xfrm>
              <a:off x="9458324" y="5381625"/>
              <a:ext cx="50149" cy="11906"/>
            </p14:xfrm>
          </p:contentPart>
        </mc:Choice>
        <mc:Fallback>
          <p:pic>
            <p:nvPicPr>
              <p:cNvPr id="90" name="Ink 89">
                <a:extLst>
                  <a:ext uri="{FF2B5EF4-FFF2-40B4-BE49-F238E27FC236}">
                    <a16:creationId xmlns:a16="http://schemas.microsoft.com/office/drawing/2014/main" id="{6AFAAB40-99BC-FCC4-0502-D1A70CD5DA6F}"/>
                  </a:ext>
                </a:extLst>
              </p:cNvPr>
              <p:cNvPicPr/>
              <p:nvPr/>
            </p:nvPicPr>
            <p:blipFill>
              <a:blip r:embed="rId174"/>
              <a:stretch>
                <a:fillRect/>
              </a:stretch>
            </p:blipFill>
            <p:spPr>
              <a:xfrm>
                <a:off x="9440541" y="5354566"/>
                <a:ext cx="85360" cy="65483"/>
              </a:xfrm>
              <a:prstGeom prst="rect">
                <a:avLst/>
              </a:prstGeom>
            </p:spPr>
          </p:pic>
        </mc:Fallback>
      </mc:AlternateContent>
      <mc:AlternateContent xmlns:mc="http://schemas.openxmlformats.org/markup-compatibility/2006">
        <mc:Choice xmlns:p14="http://schemas.microsoft.com/office/powerpoint/2010/main" Requires="p14">
          <p:contentPart p14:bwMode="auto" r:id="rId175">
            <p14:nvContentPartPr>
              <p14:cNvPr id="91" name="Ink 90">
                <a:extLst>
                  <a:ext uri="{FF2B5EF4-FFF2-40B4-BE49-F238E27FC236}">
                    <a16:creationId xmlns:a16="http://schemas.microsoft.com/office/drawing/2014/main" id="{A0A1CC03-0C1E-9B23-43D7-7086F09D3CA9}"/>
                  </a:ext>
                </a:extLst>
              </p14:cNvPr>
              <p14:cNvContentPartPr/>
              <p14:nvPr/>
            </p14:nvContentPartPr>
            <p14:xfrm>
              <a:off x="9628199" y="5162551"/>
              <a:ext cx="211126" cy="417690"/>
            </p14:xfrm>
          </p:contentPart>
        </mc:Choice>
        <mc:Fallback>
          <p:pic>
            <p:nvPicPr>
              <p:cNvPr id="91" name="Ink 90">
                <a:extLst>
                  <a:ext uri="{FF2B5EF4-FFF2-40B4-BE49-F238E27FC236}">
                    <a16:creationId xmlns:a16="http://schemas.microsoft.com/office/drawing/2014/main" id="{A0A1CC03-0C1E-9B23-43D7-7086F09D3CA9}"/>
                  </a:ext>
                </a:extLst>
              </p:cNvPr>
              <p:cNvPicPr/>
              <p:nvPr/>
            </p:nvPicPr>
            <p:blipFill>
              <a:blip r:embed="rId176"/>
              <a:stretch>
                <a:fillRect/>
              </a:stretch>
            </p:blipFill>
            <p:spPr>
              <a:xfrm>
                <a:off x="9610216" y="5144578"/>
                <a:ext cx="246733" cy="453276"/>
              </a:xfrm>
              <a:prstGeom prst="rect">
                <a:avLst/>
              </a:prstGeom>
            </p:spPr>
          </p:pic>
        </mc:Fallback>
      </mc:AlternateContent>
      <mc:AlternateContent xmlns:mc="http://schemas.openxmlformats.org/markup-compatibility/2006">
        <mc:Choice xmlns:p14="http://schemas.microsoft.com/office/powerpoint/2010/main" Requires="p14">
          <p:contentPart p14:bwMode="auto" r:id="rId177">
            <p14:nvContentPartPr>
              <p14:cNvPr id="92" name="Ink 91">
                <a:extLst>
                  <a:ext uri="{FF2B5EF4-FFF2-40B4-BE49-F238E27FC236}">
                    <a16:creationId xmlns:a16="http://schemas.microsoft.com/office/drawing/2014/main" id="{96DD9EE3-DF4A-F7F0-2803-BB7D4BDB60E0}"/>
                  </a:ext>
                </a:extLst>
              </p14:cNvPr>
              <p14:cNvContentPartPr/>
              <p14:nvPr/>
            </p14:nvContentPartPr>
            <p14:xfrm>
              <a:off x="9809114" y="5474721"/>
              <a:ext cx="258811" cy="137614"/>
            </p14:xfrm>
          </p:contentPart>
        </mc:Choice>
        <mc:Fallback>
          <p:pic>
            <p:nvPicPr>
              <p:cNvPr id="92" name="Ink 91">
                <a:extLst>
                  <a:ext uri="{FF2B5EF4-FFF2-40B4-BE49-F238E27FC236}">
                    <a16:creationId xmlns:a16="http://schemas.microsoft.com/office/drawing/2014/main" id="{96DD9EE3-DF4A-F7F0-2803-BB7D4BDB60E0}"/>
                  </a:ext>
                </a:extLst>
              </p:cNvPr>
              <p:cNvPicPr/>
              <p:nvPr/>
            </p:nvPicPr>
            <p:blipFill>
              <a:blip r:embed="rId178"/>
              <a:stretch>
                <a:fillRect/>
              </a:stretch>
            </p:blipFill>
            <p:spPr>
              <a:xfrm>
                <a:off x="9791141" y="5456756"/>
                <a:ext cx="294398" cy="173185"/>
              </a:xfrm>
              <a:prstGeom prst="rect">
                <a:avLst/>
              </a:prstGeom>
            </p:spPr>
          </p:pic>
        </mc:Fallback>
      </mc:AlternateContent>
      <mc:AlternateContent xmlns:mc="http://schemas.openxmlformats.org/markup-compatibility/2006">
        <mc:Choice xmlns:p14="http://schemas.microsoft.com/office/powerpoint/2010/main" Requires="p14">
          <p:contentPart p14:bwMode="auto" r:id="rId179">
            <p14:nvContentPartPr>
              <p14:cNvPr id="93" name="Ink 92">
                <a:extLst>
                  <a:ext uri="{FF2B5EF4-FFF2-40B4-BE49-F238E27FC236}">
                    <a16:creationId xmlns:a16="http://schemas.microsoft.com/office/drawing/2014/main" id="{F5EF7DAD-F1A4-0430-4D5A-887123030E05}"/>
                  </a:ext>
                </a:extLst>
              </p14:cNvPr>
              <p14:cNvContentPartPr/>
              <p14:nvPr/>
            </p14:nvContentPartPr>
            <p14:xfrm>
              <a:off x="10005724" y="5448301"/>
              <a:ext cx="153289" cy="167236"/>
            </p14:xfrm>
          </p:contentPart>
        </mc:Choice>
        <mc:Fallback>
          <p:pic>
            <p:nvPicPr>
              <p:cNvPr id="93" name="Ink 92">
                <a:extLst>
                  <a:ext uri="{FF2B5EF4-FFF2-40B4-BE49-F238E27FC236}">
                    <a16:creationId xmlns:a16="http://schemas.microsoft.com/office/drawing/2014/main" id="{F5EF7DAD-F1A4-0430-4D5A-887123030E05}"/>
                  </a:ext>
                </a:extLst>
              </p:cNvPr>
              <p:cNvPicPr/>
              <p:nvPr/>
            </p:nvPicPr>
            <p:blipFill>
              <a:blip r:embed="rId180"/>
              <a:stretch>
                <a:fillRect/>
              </a:stretch>
            </p:blipFill>
            <p:spPr>
              <a:xfrm>
                <a:off x="9987774" y="5430357"/>
                <a:ext cx="188829" cy="202765"/>
              </a:xfrm>
              <a:prstGeom prst="rect">
                <a:avLst/>
              </a:prstGeom>
            </p:spPr>
          </p:pic>
        </mc:Fallback>
      </mc:AlternateContent>
      <mc:AlternateContent xmlns:mc="http://schemas.openxmlformats.org/markup-compatibility/2006">
        <mc:Choice xmlns:p14="http://schemas.microsoft.com/office/powerpoint/2010/main" Requires="p14">
          <p:contentPart p14:bwMode="auto" r:id="rId181">
            <p14:nvContentPartPr>
              <p14:cNvPr id="94" name="Ink 93">
                <a:extLst>
                  <a:ext uri="{FF2B5EF4-FFF2-40B4-BE49-F238E27FC236}">
                    <a16:creationId xmlns:a16="http://schemas.microsoft.com/office/drawing/2014/main" id="{FC55C207-2857-2A7B-15E9-E6E1D9A63A75}"/>
                  </a:ext>
                </a:extLst>
              </p14:cNvPr>
              <p14:cNvContentPartPr/>
              <p14:nvPr/>
            </p14:nvContentPartPr>
            <p14:xfrm>
              <a:off x="10238711" y="5295900"/>
              <a:ext cx="19714" cy="298226"/>
            </p14:xfrm>
          </p:contentPart>
        </mc:Choice>
        <mc:Fallback>
          <p:pic>
            <p:nvPicPr>
              <p:cNvPr id="94" name="Ink 93">
                <a:extLst>
                  <a:ext uri="{FF2B5EF4-FFF2-40B4-BE49-F238E27FC236}">
                    <a16:creationId xmlns:a16="http://schemas.microsoft.com/office/drawing/2014/main" id="{FC55C207-2857-2A7B-15E9-E6E1D9A63A75}"/>
                  </a:ext>
                </a:extLst>
              </p:cNvPr>
              <p:cNvPicPr/>
              <p:nvPr/>
            </p:nvPicPr>
            <p:blipFill>
              <a:blip r:embed="rId182"/>
              <a:stretch>
                <a:fillRect/>
              </a:stretch>
            </p:blipFill>
            <p:spPr>
              <a:xfrm>
                <a:off x="10220789" y="5277913"/>
                <a:ext cx="55199" cy="333840"/>
              </a:xfrm>
              <a:prstGeom prst="rect">
                <a:avLst/>
              </a:prstGeom>
            </p:spPr>
          </p:pic>
        </mc:Fallback>
      </mc:AlternateContent>
      <mc:AlternateContent xmlns:mc="http://schemas.openxmlformats.org/markup-compatibility/2006">
        <mc:Choice xmlns:p14="http://schemas.microsoft.com/office/powerpoint/2010/main" Requires="p14">
          <p:contentPart p14:bwMode="auto" r:id="rId183">
            <p14:nvContentPartPr>
              <p14:cNvPr id="95" name="Ink 94">
                <a:extLst>
                  <a:ext uri="{FF2B5EF4-FFF2-40B4-BE49-F238E27FC236}">
                    <a16:creationId xmlns:a16="http://schemas.microsoft.com/office/drawing/2014/main" id="{FA112DD0-7760-8C4D-CE26-279A92E6A4A6}"/>
                  </a:ext>
                </a:extLst>
              </p14:cNvPr>
              <p14:cNvContentPartPr/>
              <p14:nvPr/>
            </p14:nvContentPartPr>
            <p14:xfrm>
              <a:off x="10163176" y="5416986"/>
              <a:ext cx="129047" cy="59888"/>
            </p14:xfrm>
          </p:contentPart>
        </mc:Choice>
        <mc:Fallback>
          <p:pic>
            <p:nvPicPr>
              <p:cNvPr id="95" name="Ink 94">
                <a:extLst>
                  <a:ext uri="{FF2B5EF4-FFF2-40B4-BE49-F238E27FC236}">
                    <a16:creationId xmlns:a16="http://schemas.microsoft.com/office/drawing/2014/main" id="{FA112DD0-7760-8C4D-CE26-279A92E6A4A6}"/>
                  </a:ext>
                </a:extLst>
              </p:cNvPr>
              <p:cNvPicPr/>
              <p:nvPr/>
            </p:nvPicPr>
            <p:blipFill>
              <a:blip r:embed="rId184"/>
              <a:stretch>
                <a:fillRect/>
              </a:stretch>
            </p:blipFill>
            <p:spPr>
              <a:xfrm>
                <a:off x="10145203" y="5399055"/>
                <a:ext cx="164634" cy="95390"/>
              </a:xfrm>
              <a:prstGeom prst="rect">
                <a:avLst/>
              </a:prstGeom>
            </p:spPr>
          </p:pic>
        </mc:Fallback>
      </mc:AlternateContent>
      <mc:AlternateContent xmlns:mc="http://schemas.openxmlformats.org/markup-compatibility/2006">
        <mc:Choice xmlns:p14="http://schemas.microsoft.com/office/powerpoint/2010/main" Requires="p14">
          <p:contentPart p14:bwMode="auto" r:id="rId185">
            <p14:nvContentPartPr>
              <p14:cNvPr id="96" name="Ink 95">
                <a:extLst>
                  <a:ext uri="{FF2B5EF4-FFF2-40B4-BE49-F238E27FC236}">
                    <a16:creationId xmlns:a16="http://schemas.microsoft.com/office/drawing/2014/main" id="{22C91DAD-7EE9-230B-17EF-F89ED8239515}"/>
                  </a:ext>
                </a:extLst>
              </p14:cNvPr>
              <p14:cNvContentPartPr/>
              <p14:nvPr/>
            </p14:nvContentPartPr>
            <p14:xfrm>
              <a:off x="10296805" y="5496860"/>
              <a:ext cx="114960" cy="132282"/>
            </p14:xfrm>
          </p:contentPart>
        </mc:Choice>
        <mc:Fallback>
          <p:pic>
            <p:nvPicPr>
              <p:cNvPr id="96" name="Ink 95">
                <a:extLst>
                  <a:ext uri="{FF2B5EF4-FFF2-40B4-BE49-F238E27FC236}">
                    <a16:creationId xmlns:a16="http://schemas.microsoft.com/office/drawing/2014/main" id="{22C91DAD-7EE9-230B-17EF-F89ED8239515}"/>
                  </a:ext>
                </a:extLst>
              </p:cNvPr>
              <p:cNvPicPr/>
              <p:nvPr/>
            </p:nvPicPr>
            <p:blipFill>
              <a:blip r:embed="rId186"/>
              <a:stretch>
                <a:fillRect/>
              </a:stretch>
            </p:blipFill>
            <p:spPr>
              <a:xfrm>
                <a:off x="10278842" y="5478936"/>
                <a:ext cx="150526" cy="167772"/>
              </a:xfrm>
              <a:prstGeom prst="rect">
                <a:avLst/>
              </a:prstGeom>
            </p:spPr>
          </p:pic>
        </mc:Fallback>
      </mc:AlternateContent>
      <mc:AlternateContent xmlns:mc="http://schemas.openxmlformats.org/markup-compatibility/2006">
        <mc:Choice xmlns:p14="http://schemas.microsoft.com/office/powerpoint/2010/main" Requires="p14">
          <p:contentPart p14:bwMode="auto" r:id="rId187">
            <p14:nvContentPartPr>
              <p14:cNvPr id="97" name="Ink 96">
                <a:extLst>
                  <a:ext uri="{FF2B5EF4-FFF2-40B4-BE49-F238E27FC236}">
                    <a16:creationId xmlns:a16="http://schemas.microsoft.com/office/drawing/2014/main" id="{40A66212-1037-8CF5-8861-049F3A745755}"/>
                  </a:ext>
                </a:extLst>
              </p14:cNvPr>
              <p14:cNvContentPartPr/>
              <p14:nvPr/>
            </p14:nvContentPartPr>
            <p14:xfrm>
              <a:off x="10351004" y="5519205"/>
              <a:ext cx="155274" cy="145474"/>
            </p14:xfrm>
          </p:contentPart>
        </mc:Choice>
        <mc:Fallback>
          <p:pic>
            <p:nvPicPr>
              <p:cNvPr id="97" name="Ink 96">
                <a:extLst>
                  <a:ext uri="{FF2B5EF4-FFF2-40B4-BE49-F238E27FC236}">
                    <a16:creationId xmlns:a16="http://schemas.microsoft.com/office/drawing/2014/main" id="{40A66212-1037-8CF5-8861-049F3A745755}"/>
                  </a:ext>
                </a:extLst>
              </p:cNvPr>
              <p:cNvPicPr/>
              <p:nvPr/>
            </p:nvPicPr>
            <p:blipFill>
              <a:blip r:embed="rId188"/>
              <a:stretch>
                <a:fillRect/>
              </a:stretch>
            </p:blipFill>
            <p:spPr>
              <a:xfrm>
                <a:off x="10333032" y="5501245"/>
                <a:ext cx="190858" cy="181034"/>
              </a:xfrm>
              <a:prstGeom prst="rect">
                <a:avLst/>
              </a:prstGeom>
            </p:spPr>
          </p:pic>
        </mc:Fallback>
      </mc:AlternateContent>
      <mc:AlternateContent xmlns:mc="http://schemas.openxmlformats.org/markup-compatibility/2006">
        <mc:Choice xmlns:p14="http://schemas.microsoft.com/office/powerpoint/2010/main" Requires="p14">
          <p:contentPart p14:bwMode="auto" r:id="rId189">
            <p14:nvContentPartPr>
              <p14:cNvPr id="98" name="Ink 97">
                <a:extLst>
                  <a:ext uri="{FF2B5EF4-FFF2-40B4-BE49-F238E27FC236}">
                    <a16:creationId xmlns:a16="http://schemas.microsoft.com/office/drawing/2014/main" id="{C9E5F9DD-DC05-E70E-875A-7DB8B55A97A1}"/>
                  </a:ext>
                </a:extLst>
              </p14:cNvPr>
              <p14:cNvContentPartPr/>
              <p14:nvPr/>
            </p14:nvContentPartPr>
            <p14:xfrm>
              <a:off x="10582023" y="5305426"/>
              <a:ext cx="20120" cy="338218"/>
            </p14:xfrm>
          </p:contentPart>
        </mc:Choice>
        <mc:Fallback>
          <p:pic>
            <p:nvPicPr>
              <p:cNvPr id="98" name="Ink 97">
                <a:extLst>
                  <a:ext uri="{FF2B5EF4-FFF2-40B4-BE49-F238E27FC236}">
                    <a16:creationId xmlns:a16="http://schemas.microsoft.com/office/drawing/2014/main" id="{C9E5F9DD-DC05-E70E-875A-7DB8B55A97A1}"/>
                  </a:ext>
                </a:extLst>
              </p:cNvPr>
              <p:cNvPicPr/>
              <p:nvPr/>
            </p:nvPicPr>
            <p:blipFill>
              <a:blip r:embed="rId190"/>
              <a:stretch>
                <a:fillRect/>
              </a:stretch>
            </p:blipFill>
            <p:spPr>
              <a:xfrm>
                <a:off x="10564059" y="5287436"/>
                <a:ext cx="55689" cy="373839"/>
              </a:xfrm>
              <a:prstGeom prst="rect">
                <a:avLst/>
              </a:prstGeom>
            </p:spPr>
          </p:pic>
        </mc:Fallback>
      </mc:AlternateContent>
      <mc:AlternateContent xmlns:mc="http://schemas.openxmlformats.org/markup-compatibility/2006">
        <mc:Choice xmlns:p14="http://schemas.microsoft.com/office/powerpoint/2010/main" Requires="p14">
          <p:contentPart p14:bwMode="auto" r:id="rId191">
            <p14:nvContentPartPr>
              <p14:cNvPr id="99" name="Ink 98">
                <a:extLst>
                  <a:ext uri="{FF2B5EF4-FFF2-40B4-BE49-F238E27FC236}">
                    <a16:creationId xmlns:a16="http://schemas.microsoft.com/office/drawing/2014/main" id="{58C84126-B5C8-A2AC-D59A-57C506AE49C5}"/>
                  </a:ext>
                </a:extLst>
              </p14:cNvPr>
              <p14:cNvContentPartPr/>
              <p14:nvPr/>
            </p14:nvContentPartPr>
            <p14:xfrm>
              <a:off x="10648950" y="5362575"/>
              <a:ext cx="39401" cy="276440"/>
            </p14:xfrm>
          </p:contentPart>
        </mc:Choice>
        <mc:Fallback>
          <p:pic>
            <p:nvPicPr>
              <p:cNvPr id="99" name="Ink 98">
                <a:extLst>
                  <a:ext uri="{FF2B5EF4-FFF2-40B4-BE49-F238E27FC236}">
                    <a16:creationId xmlns:a16="http://schemas.microsoft.com/office/drawing/2014/main" id="{58C84126-B5C8-A2AC-D59A-57C506AE49C5}"/>
                  </a:ext>
                </a:extLst>
              </p:cNvPr>
              <p:cNvPicPr/>
              <p:nvPr/>
            </p:nvPicPr>
            <p:blipFill>
              <a:blip r:embed="rId192"/>
              <a:stretch>
                <a:fillRect/>
              </a:stretch>
            </p:blipFill>
            <p:spPr>
              <a:xfrm>
                <a:off x="10631202" y="5344601"/>
                <a:ext cx="74542" cy="312029"/>
              </a:xfrm>
              <a:prstGeom prst="rect">
                <a:avLst/>
              </a:prstGeom>
            </p:spPr>
          </p:pic>
        </mc:Fallback>
      </mc:AlternateContent>
      <mc:AlternateContent xmlns:mc="http://schemas.openxmlformats.org/markup-compatibility/2006">
        <mc:Choice xmlns:p14="http://schemas.microsoft.com/office/powerpoint/2010/main" Requires="p14">
          <p:contentPart p14:bwMode="auto" r:id="rId193">
            <p14:nvContentPartPr>
              <p14:cNvPr id="100" name="Ink 99">
                <a:extLst>
                  <a:ext uri="{FF2B5EF4-FFF2-40B4-BE49-F238E27FC236}">
                    <a16:creationId xmlns:a16="http://schemas.microsoft.com/office/drawing/2014/main" id="{AF468D65-AB95-C0D4-83E8-DA676E38A6E2}"/>
                  </a:ext>
                </a:extLst>
              </p14:cNvPr>
              <p14:cNvContentPartPr/>
              <p14:nvPr/>
            </p14:nvContentPartPr>
            <p14:xfrm>
              <a:off x="10725150" y="5483455"/>
              <a:ext cx="139216" cy="181758"/>
            </p14:xfrm>
          </p:contentPart>
        </mc:Choice>
        <mc:Fallback>
          <p:pic>
            <p:nvPicPr>
              <p:cNvPr id="100" name="Ink 99">
                <a:extLst>
                  <a:ext uri="{FF2B5EF4-FFF2-40B4-BE49-F238E27FC236}">
                    <a16:creationId xmlns:a16="http://schemas.microsoft.com/office/drawing/2014/main" id="{AF468D65-AB95-C0D4-83E8-DA676E38A6E2}"/>
                  </a:ext>
                </a:extLst>
              </p:cNvPr>
              <p:cNvPicPr/>
              <p:nvPr/>
            </p:nvPicPr>
            <p:blipFill>
              <a:blip r:embed="rId194"/>
              <a:stretch>
                <a:fillRect/>
              </a:stretch>
            </p:blipFill>
            <p:spPr>
              <a:xfrm>
                <a:off x="10707163" y="5465495"/>
                <a:ext cx="174829" cy="217319"/>
              </a:xfrm>
              <a:prstGeom prst="rect">
                <a:avLst/>
              </a:prstGeom>
            </p:spPr>
          </p:pic>
        </mc:Fallback>
      </mc:AlternateContent>
      <mc:AlternateContent xmlns:mc="http://schemas.openxmlformats.org/markup-compatibility/2006">
        <mc:Choice xmlns:p14="http://schemas.microsoft.com/office/powerpoint/2010/main" Requires="p14">
          <p:contentPart p14:bwMode="auto" r:id="rId195">
            <p14:nvContentPartPr>
              <p14:cNvPr id="101" name="Ink 100">
                <a:extLst>
                  <a:ext uri="{FF2B5EF4-FFF2-40B4-BE49-F238E27FC236}">
                    <a16:creationId xmlns:a16="http://schemas.microsoft.com/office/drawing/2014/main" id="{FD001120-1454-6AA5-FD56-D97E9C278A5A}"/>
                  </a:ext>
                </a:extLst>
              </p14:cNvPr>
              <p14:cNvContentPartPr/>
              <p14:nvPr/>
            </p14:nvContentPartPr>
            <p14:xfrm>
              <a:off x="10879137" y="5486562"/>
              <a:ext cx="155175" cy="184018"/>
            </p14:xfrm>
          </p:contentPart>
        </mc:Choice>
        <mc:Fallback>
          <p:pic>
            <p:nvPicPr>
              <p:cNvPr id="101" name="Ink 100">
                <a:extLst>
                  <a:ext uri="{FF2B5EF4-FFF2-40B4-BE49-F238E27FC236}">
                    <a16:creationId xmlns:a16="http://schemas.microsoft.com/office/drawing/2014/main" id="{FD001120-1454-6AA5-FD56-D97E9C278A5A}"/>
                  </a:ext>
                </a:extLst>
              </p:cNvPr>
              <p:cNvPicPr/>
              <p:nvPr/>
            </p:nvPicPr>
            <p:blipFill>
              <a:blip r:embed="rId196"/>
              <a:stretch>
                <a:fillRect/>
              </a:stretch>
            </p:blipFill>
            <p:spPr>
              <a:xfrm>
                <a:off x="10861177" y="5468627"/>
                <a:ext cx="190736" cy="219530"/>
              </a:xfrm>
              <a:prstGeom prst="rect">
                <a:avLst/>
              </a:prstGeom>
            </p:spPr>
          </p:pic>
        </mc:Fallback>
      </mc:AlternateContent>
      <p:grpSp>
        <p:nvGrpSpPr>
          <p:cNvPr id="119" name="Group 118">
            <a:extLst>
              <a:ext uri="{FF2B5EF4-FFF2-40B4-BE49-F238E27FC236}">
                <a16:creationId xmlns:a16="http://schemas.microsoft.com/office/drawing/2014/main" id="{28F75165-284D-0DC5-6214-B69DB7168A0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8969" y="1825"/>
            <a:ext cx="12261871" cy="1716626"/>
            <a:chOff x="460731" y="480226"/>
            <a:chExt cx="10954587" cy="1421948"/>
          </a:xfrm>
        </p:grpSpPr>
        <p:sp>
          <p:nvSpPr>
            <p:cNvPr id="117" name="Color">
              <a:extLst>
                <a:ext uri="{FF2B5EF4-FFF2-40B4-BE49-F238E27FC236}">
                  <a16:creationId xmlns:a16="http://schemas.microsoft.com/office/drawing/2014/main" id="{BDE15A44-816A-A385-E9FA-61267B24B2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9687" y="480226"/>
              <a:ext cx="10945630" cy="14219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 name="Color">
              <a:extLst>
                <a:ext uri="{FF2B5EF4-FFF2-40B4-BE49-F238E27FC236}">
                  <a16:creationId xmlns:a16="http://schemas.microsoft.com/office/drawing/2014/main" id="{3D4D8329-7B79-566C-6DC9-F6EFBBDB17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0731" y="505141"/>
              <a:ext cx="10954587" cy="1397030"/>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3D6BD942-99F1-D4F8-7845-34462FCC51F0}"/>
              </a:ext>
            </a:extLst>
          </p:cNvPr>
          <p:cNvSpPr>
            <a:spLocks noGrp="1"/>
          </p:cNvSpPr>
          <p:nvPr>
            <p:ph type="title"/>
          </p:nvPr>
        </p:nvSpPr>
        <p:spPr>
          <a:xfrm>
            <a:off x="119897" y="143418"/>
            <a:ext cx="10515600" cy="1325563"/>
          </a:xfrm>
        </p:spPr>
        <p:txBody>
          <a:bodyPr/>
          <a:lstStyle/>
          <a:p>
            <a:r>
              <a:rPr lang="en-US">
                <a:solidFill>
                  <a:schemeClr val="bg1"/>
                </a:solidFill>
              </a:rPr>
              <a:t>Oscar's 3d Mockup</a:t>
            </a:r>
          </a:p>
        </p:txBody>
      </p:sp>
    </p:spTree>
    <p:extLst>
      <p:ext uri="{BB962C8B-B14F-4D97-AF65-F5344CB8AC3E}">
        <p14:creationId xmlns:p14="http://schemas.microsoft.com/office/powerpoint/2010/main" val="137838146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E5528123-F0F3-A2FE-2974-EC49315BA70C}"/>
              </a:ext>
            </a:extLst>
          </p:cNvPr>
          <p:cNvPicPr>
            <a:picLocks noGrp="1" noChangeAspect="1"/>
          </p:cNvPicPr>
          <p:nvPr>
            <p:ph idx="1"/>
          </p:nvPr>
        </p:nvPicPr>
        <p:blipFill>
          <a:blip r:embed="rId2"/>
          <a:stretch>
            <a:fillRect/>
          </a:stretch>
        </p:blipFill>
        <p:spPr>
          <a:xfrm>
            <a:off x="3159607" y="1825625"/>
            <a:ext cx="5872785" cy="4351338"/>
          </a:xfrm>
          <a:prstGeom prst="rect">
            <a:avLst/>
          </a:prstGeom>
        </p:spPr>
      </p:pic>
      <mc:AlternateContent xmlns:mc="http://schemas.openxmlformats.org/markup-compatibility/2006">
        <mc:Choice xmlns:p14="http://schemas.microsoft.com/office/powerpoint/2010/main" Requires="p14">
          <p:contentPart p14:bwMode="auto" r:id="rId3">
            <p14:nvContentPartPr>
              <p14:cNvPr id="7" name="Ink 6">
                <a:extLst>
                  <a:ext uri="{FF2B5EF4-FFF2-40B4-BE49-F238E27FC236}">
                    <a16:creationId xmlns:a16="http://schemas.microsoft.com/office/drawing/2014/main" id="{DD83214B-4B73-BB69-47D9-EBB9CEEC6318}"/>
                  </a:ext>
                </a:extLst>
              </p14:cNvPr>
              <p14:cNvContentPartPr/>
              <p14:nvPr/>
            </p14:nvContentPartPr>
            <p14:xfrm>
              <a:off x="1409175" y="5671595"/>
              <a:ext cx="143001" cy="219306"/>
            </p14:xfrm>
          </p:contentPart>
        </mc:Choice>
        <mc:Fallback>
          <p:pic>
            <p:nvPicPr>
              <p:cNvPr id="7" name="Ink 6">
                <a:extLst>
                  <a:ext uri="{FF2B5EF4-FFF2-40B4-BE49-F238E27FC236}">
                    <a16:creationId xmlns:a16="http://schemas.microsoft.com/office/drawing/2014/main" id="{DD83214B-4B73-BB69-47D9-EBB9CEEC6318}"/>
                  </a:ext>
                </a:extLst>
              </p:cNvPr>
              <p:cNvPicPr/>
              <p:nvPr/>
            </p:nvPicPr>
            <p:blipFill>
              <a:blip r:embed="rId4"/>
              <a:stretch>
                <a:fillRect/>
              </a:stretch>
            </p:blipFill>
            <p:spPr>
              <a:xfrm>
                <a:off x="1391210" y="5653619"/>
                <a:ext cx="178572" cy="254898"/>
              </a:xfrm>
              <a:prstGeom prst="rect">
                <a:avLst/>
              </a:prstGeom>
            </p:spPr>
          </p:pic>
        </mc:Fallback>
      </mc:AlternateContent>
      <mc:AlternateContent xmlns:mc="http://schemas.openxmlformats.org/markup-compatibility/2006">
        <mc:Choice xmlns:p14="http://schemas.microsoft.com/office/powerpoint/2010/main" Requires="p14">
          <p:contentPart p14:bwMode="auto" r:id="rId5">
            <p14:nvContentPartPr>
              <p14:cNvPr id="8" name="Ink 7">
                <a:extLst>
                  <a:ext uri="{FF2B5EF4-FFF2-40B4-BE49-F238E27FC236}">
                    <a16:creationId xmlns:a16="http://schemas.microsoft.com/office/drawing/2014/main" id="{17C31F12-4642-0EAE-AFA8-60450374609B}"/>
                  </a:ext>
                </a:extLst>
              </p14:cNvPr>
              <p14:cNvContentPartPr/>
              <p14:nvPr/>
            </p14:nvContentPartPr>
            <p14:xfrm>
              <a:off x="1113483" y="5352121"/>
              <a:ext cx="82982" cy="122721"/>
            </p14:xfrm>
          </p:contentPart>
        </mc:Choice>
        <mc:Fallback>
          <p:pic>
            <p:nvPicPr>
              <p:cNvPr id="8" name="Ink 7">
                <a:extLst>
                  <a:ext uri="{FF2B5EF4-FFF2-40B4-BE49-F238E27FC236}">
                    <a16:creationId xmlns:a16="http://schemas.microsoft.com/office/drawing/2014/main" id="{17C31F12-4642-0EAE-AFA8-60450374609B}"/>
                  </a:ext>
                </a:extLst>
              </p:cNvPr>
              <p:cNvPicPr/>
              <p:nvPr/>
            </p:nvPicPr>
            <p:blipFill>
              <a:blip r:embed="rId6"/>
              <a:stretch>
                <a:fillRect/>
              </a:stretch>
            </p:blipFill>
            <p:spPr>
              <a:xfrm>
                <a:off x="1095599" y="5334179"/>
                <a:ext cx="118392" cy="158246"/>
              </a:xfrm>
              <a:prstGeom prst="rect">
                <a:avLst/>
              </a:prstGeom>
            </p:spPr>
          </p:pic>
        </mc:Fallback>
      </mc:AlternateContent>
      <mc:AlternateContent xmlns:mc="http://schemas.openxmlformats.org/markup-compatibility/2006">
        <mc:Choice xmlns:p14="http://schemas.microsoft.com/office/powerpoint/2010/main" Requires="p14">
          <p:contentPart p14:bwMode="auto" r:id="rId7">
            <p14:nvContentPartPr>
              <p14:cNvPr id="9" name="Ink 8">
                <a:extLst>
                  <a:ext uri="{FF2B5EF4-FFF2-40B4-BE49-F238E27FC236}">
                    <a16:creationId xmlns:a16="http://schemas.microsoft.com/office/drawing/2014/main" id="{41E0F5C2-C844-DBF6-E2A5-65D22B8F2EED}"/>
                  </a:ext>
                </a:extLst>
              </p14:cNvPr>
              <p14:cNvContentPartPr/>
              <p14:nvPr/>
            </p14:nvContentPartPr>
            <p14:xfrm>
              <a:off x="1522460" y="5233460"/>
              <a:ext cx="99167" cy="97093"/>
            </p14:xfrm>
          </p:contentPart>
        </mc:Choice>
        <mc:Fallback>
          <p:pic>
            <p:nvPicPr>
              <p:cNvPr id="9" name="Ink 8">
                <a:extLst>
                  <a:ext uri="{FF2B5EF4-FFF2-40B4-BE49-F238E27FC236}">
                    <a16:creationId xmlns:a16="http://schemas.microsoft.com/office/drawing/2014/main" id="{41E0F5C2-C844-DBF6-E2A5-65D22B8F2EED}"/>
                  </a:ext>
                </a:extLst>
              </p:cNvPr>
              <p:cNvPicPr/>
              <p:nvPr/>
            </p:nvPicPr>
            <p:blipFill>
              <a:blip r:embed="rId8"/>
              <a:stretch>
                <a:fillRect/>
              </a:stretch>
            </p:blipFill>
            <p:spPr>
              <a:xfrm>
                <a:off x="1504560" y="5215546"/>
                <a:ext cx="134609" cy="132562"/>
              </a:xfrm>
              <a:prstGeom prst="rect">
                <a:avLst/>
              </a:prstGeom>
            </p:spPr>
          </p:pic>
        </mc:Fallback>
      </mc:AlternateContent>
      <mc:AlternateContent xmlns:mc="http://schemas.openxmlformats.org/markup-compatibility/2006">
        <mc:Choice xmlns:p14="http://schemas.microsoft.com/office/powerpoint/2010/main" Requires="p14">
          <p:contentPart p14:bwMode="auto" r:id="rId9">
            <p14:nvContentPartPr>
              <p14:cNvPr id="10" name="Ink 9">
                <a:extLst>
                  <a:ext uri="{FF2B5EF4-FFF2-40B4-BE49-F238E27FC236}">
                    <a16:creationId xmlns:a16="http://schemas.microsoft.com/office/drawing/2014/main" id="{A93EDBE8-AFA5-BF0E-BD4B-41CF51756760}"/>
                  </a:ext>
                </a:extLst>
              </p14:cNvPr>
              <p14:cNvContentPartPr/>
              <p14:nvPr/>
            </p14:nvContentPartPr>
            <p14:xfrm>
              <a:off x="1098923" y="5058915"/>
              <a:ext cx="150686" cy="236502"/>
            </p14:xfrm>
          </p:contentPart>
        </mc:Choice>
        <mc:Fallback>
          <p:pic>
            <p:nvPicPr>
              <p:cNvPr id="10" name="Ink 9">
                <a:extLst>
                  <a:ext uri="{FF2B5EF4-FFF2-40B4-BE49-F238E27FC236}">
                    <a16:creationId xmlns:a16="http://schemas.microsoft.com/office/drawing/2014/main" id="{A93EDBE8-AFA5-BF0E-BD4B-41CF51756760}"/>
                  </a:ext>
                </a:extLst>
              </p:cNvPr>
              <p:cNvPicPr/>
              <p:nvPr/>
            </p:nvPicPr>
            <p:blipFill>
              <a:blip r:embed="rId10"/>
              <a:stretch>
                <a:fillRect/>
              </a:stretch>
            </p:blipFill>
            <p:spPr>
              <a:xfrm>
                <a:off x="1080941" y="5040944"/>
                <a:ext cx="186290" cy="272085"/>
              </a:xfrm>
              <a:prstGeom prst="rect">
                <a:avLst/>
              </a:prstGeom>
            </p:spPr>
          </p:pic>
        </mc:Fallback>
      </mc:AlternateContent>
      <mc:AlternateContent xmlns:mc="http://schemas.openxmlformats.org/markup-compatibility/2006">
        <mc:Choice xmlns:p14="http://schemas.microsoft.com/office/powerpoint/2010/main" Requires="p14">
          <p:contentPart p14:bwMode="auto" r:id="rId11">
            <p14:nvContentPartPr>
              <p14:cNvPr id="11" name="Ink 10">
                <a:extLst>
                  <a:ext uri="{FF2B5EF4-FFF2-40B4-BE49-F238E27FC236}">
                    <a16:creationId xmlns:a16="http://schemas.microsoft.com/office/drawing/2014/main" id="{67815F45-3C81-CDF9-F5C2-9F119495D6C8}"/>
                  </a:ext>
                </a:extLst>
              </p14:cNvPr>
              <p14:cNvContentPartPr/>
              <p14:nvPr/>
            </p14:nvContentPartPr>
            <p14:xfrm>
              <a:off x="1437189" y="5023952"/>
              <a:ext cx="159291" cy="190932"/>
            </p14:xfrm>
          </p:contentPart>
        </mc:Choice>
        <mc:Fallback>
          <p:pic>
            <p:nvPicPr>
              <p:cNvPr id="11" name="Ink 10">
                <a:extLst>
                  <a:ext uri="{FF2B5EF4-FFF2-40B4-BE49-F238E27FC236}">
                    <a16:creationId xmlns:a16="http://schemas.microsoft.com/office/drawing/2014/main" id="{67815F45-3C81-CDF9-F5C2-9F119495D6C8}"/>
                  </a:ext>
                </a:extLst>
              </p:cNvPr>
              <p:cNvPicPr/>
              <p:nvPr/>
            </p:nvPicPr>
            <p:blipFill>
              <a:blip r:embed="rId12"/>
              <a:stretch>
                <a:fillRect/>
              </a:stretch>
            </p:blipFill>
            <p:spPr>
              <a:xfrm>
                <a:off x="1419251" y="5006007"/>
                <a:ext cx="194809" cy="226463"/>
              </a:xfrm>
              <a:prstGeom prst="rect">
                <a:avLst/>
              </a:prstGeom>
            </p:spPr>
          </p:pic>
        </mc:Fallback>
      </mc:AlternateContent>
      <mc:AlternateContent xmlns:mc="http://schemas.openxmlformats.org/markup-compatibility/2006">
        <mc:Choice xmlns:p14="http://schemas.microsoft.com/office/powerpoint/2010/main" Requires="p14">
          <p:contentPart p14:bwMode="auto" r:id="rId13">
            <p14:nvContentPartPr>
              <p14:cNvPr id="14" name="Ink 13">
                <a:extLst>
                  <a:ext uri="{FF2B5EF4-FFF2-40B4-BE49-F238E27FC236}">
                    <a16:creationId xmlns:a16="http://schemas.microsoft.com/office/drawing/2014/main" id="{6372F040-46A4-8E92-5915-180878C6314D}"/>
                  </a:ext>
                </a:extLst>
              </p14:cNvPr>
              <p14:cNvContentPartPr/>
              <p14:nvPr/>
            </p14:nvContentPartPr>
            <p14:xfrm>
              <a:off x="896372" y="5009140"/>
              <a:ext cx="963560" cy="1055545"/>
            </p14:xfrm>
          </p:contentPart>
        </mc:Choice>
        <mc:Fallback>
          <p:pic>
            <p:nvPicPr>
              <p:cNvPr id="14" name="Ink 13">
                <a:extLst>
                  <a:ext uri="{FF2B5EF4-FFF2-40B4-BE49-F238E27FC236}">
                    <a16:creationId xmlns:a16="http://schemas.microsoft.com/office/drawing/2014/main" id="{6372F040-46A4-8E92-5915-180878C6314D}"/>
                  </a:ext>
                </a:extLst>
              </p:cNvPr>
              <p:cNvPicPr/>
              <p:nvPr/>
            </p:nvPicPr>
            <p:blipFill>
              <a:blip r:embed="rId14"/>
              <a:stretch>
                <a:fillRect/>
              </a:stretch>
            </p:blipFill>
            <p:spPr>
              <a:xfrm>
                <a:off x="878375" y="4991146"/>
                <a:ext cx="999194" cy="1091174"/>
              </a:xfrm>
              <a:prstGeom prst="rect">
                <a:avLst/>
              </a:prstGeom>
            </p:spPr>
          </p:pic>
        </mc:Fallback>
      </mc:AlternateContent>
      <mc:AlternateContent xmlns:mc="http://schemas.openxmlformats.org/markup-compatibility/2006">
        <mc:Choice xmlns:p14="http://schemas.microsoft.com/office/powerpoint/2010/main" Requires="p14">
          <p:contentPart p14:bwMode="auto" r:id="rId15">
            <p14:nvContentPartPr>
              <p14:cNvPr id="16" name="Ink 15">
                <a:extLst>
                  <a:ext uri="{FF2B5EF4-FFF2-40B4-BE49-F238E27FC236}">
                    <a16:creationId xmlns:a16="http://schemas.microsoft.com/office/drawing/2014/main" id="{F3AEAA8B-E5C7-AA52-85A6-1DC79E95D83B}"/>
                  </a:ext>
                </a:extLst>
              </p14:cNvPr>
              <p14:cNvContentPartPr/>
              <p14:nvPr/>
            </p14:nvContentPartPr>
            <p14:xfrm>
              <a:off x="1678329" y="5720453"/>
              <a:ext cx="480336" cy="153698"/>
            </p14:xfrm>
          </p:contentPart>
        </mc:Choice>
        <mc:Fallback>
          <p:pic>
            <p:nvPicPr>
              <p:cNvPr id="16" name="Ink 15">
                <a:extLst>
                  <a:ext uri="{FF2B5EF4-FFF2-40B4-BE49-F238E27FC236}">
                    <a16:creationId xmlns:a16="http://schemas.microsoft.com/office/drawing/2014/main" id="{F3AEAA8B-E5C7-AA52-85A6-1DC79E95D83B}"/>
                  </a:ext>
                </a:extLst>
              </p:cNvPr>
              <p:cNvPicPr/>
              <p:nvPr/>
            </p:nvPicPr>
            <p:blipFill>
              <a:blip r:embed="rId16"/>
              <a:stretch>
                <a:fillRect/>
              </a:stretch>
            </p:blipFill>
            <p:spPr>
              <a:xfrm>
                <a:off x="1660339" y="5702498"/>
                <a:ext cx="515956" cy="189250"/>
              </a:xfrm>
              <a:prstGeom prst="rect">
                <a:avLst/>
              </a:prstGeom>
            </p:spPr>
          </p:pic>
        </mc:Fallback>
      </mc:AlternateContent>
      <mc:AlternateContent xmlns:mc="http://schemas.openxmlformats.org/markup-compatibility/2006">
        <mc:Choice xmlns:p14="http://schemas.microsoft.com/office/powerpoint/2010/main" Requires="p14">
          <p:contentPart p14:bwMode="auto" r:id="rId17">
            <p14:nvContentPartPr>
              <p14:cNvPr id="17" name="Ink 16">
                <a:extLst>
                  <a:ext uri="{FF2B5EF4-FFF2-40B4-BE49-F238E27FC236}">
                    <a16:creationId xmlns:a16="http://schemas.microsoft.com/office/drawing/2014/main" id="{2C8F9C6B-8C15-5B4B-B82E-54982F902D27}"/>
                  </a:ext>
                </a:extLst>
              </p14:cNvPr>
              <p14:cNvContentPartPr/>
              <p14:nvPr/>
            </p14:nvContentPartPr>
            <p14:xfrm>
              <a:off x="2150962" y="5408638"/>
              <a:ext cx="814844" cy="349766"/>
            </p14:xfrm>
          </p:contentPart>
        </mc:Choice>
        <mc:Fallback>
          <p:pic>
            <p:nvPicPr>
              <p:cNvPr id="17" name="Ink 16">
                <a:extLst>
                  <a:ext uri="{FF2B5EF4-FFF2-40B4-BE49-F238E27FC236}">
                    <a16:creationId xmlns:a16="http://schemas.microsoft.com/office/drawing/2014/main" id="{2C8F9C6B-8C15-5B4B-B82E-54982F902D27}"/>
                  </a:ext>
                </a:extLst>
              </p:cNvPr>
              <p:cNvPicPr/>
              <p:nvPr/>
            </p:nvPicPr>
            <p:blipFill>
              <a:blip r:embed="rId18"/>
              <a:stretch>
                <a:fillRect/>
              </a:stretch>
            </p:blipFill>
            <p:spPr>
              <a:xfrm>
                <a:off x="2132974" y="5390664"/>
                <a:ext cx="850460" cy="385354"/>
              </a:xfrm>
              <a:prstGeom prst="rect">
                <a:avLst/>
              </a:prstGeom>
            </p:spPr>
          </p:pic>
        </mc:Fallback>
      </mc:AlternateContent>
      <mc:AlternateContent xmlns:mc="http://schemas.openxmlformats.org/markup-compatibility/2006">
        <mc:Choice xmlns:p14="http://schemas.microsoft.com/office/powerpoint/2010/main" Requires="p14">
          <p:contentPart p14:bwMode="auto" r:id="rId19">
            <p14:nvContentPartPr>
              <p14:cNvPr id="18" name="Ink 17">
                <a:extLst>
                  <a:ext uri="{FF2B5EF4-FFF2-40B4-BE49-F238E27FC236}">
                    <a16:creationId xmlns:a16="http://schemas.microsoft.com/office/drawing/2014/main" id="{90D55D5B-14F6-CAB4-5603-C0F69D161840}"/>
                  </a:ext>
                </a:extLst>
              </p14:cNvPr>
              <p14:cNvContentPartPr/>
              <p14:nvPr/>
            </p14:nvContentPartPr>
            <p14:xfrm>
              <a:off x="2740375" y="5517265"/>
              <a:ext cx="154136" cy="95857"/>
            </p14:xfrm>
          </p:contentPart>
        </mc:Choice>
        <mc:Fallback>
          <p:pic>
            <p:nvPicPr>
              <p:cNvPr id="18" name="Ink 17">
                <a:extLst>
                  <a:ext uri="{FF2B5EF4-FFF2-40B4-BE49-F238E27FC236}">
                    <a16:creationId xmlns:a16="http://schemas.microsoft.com/office/drawing/2014/main" id="{90D55D5B-14F6-CAB4-5603-C0F69D161840}"/>
                  </a:ext>
                </a:extLst>
              </p:cNvPr>
              <p:cNvPicPr/>
              <p:nvPr/>
            </p:nvPicPr>
            <p:blipFill>
              <a:blip r:embed="rId20"/>
              <a:stretch>
                <a:fillRect/>
              </a:stretch>
            </p:blipFill>
            <p:spPr>
              <a:xfrm>
                <a:off x="2722410" y="5499381"/>
                <a:ext cx="189706" cy="131267"/>
              </a:xfrm>
              <a:prstGeom prst="rect">
                <a:avLst/>
              </a:prstGeom>
            </p:spPr>
          </p:pic>
        </mc:Fallback>
      </mc:AlternateContent>
      <mc:AlternateContent xmlns:mc="http://schemas.openxmlformats.org/markup-compatibility/2006">
        <mc:Choice xmlns:p14="http://schemas.microsoft.com/office/powerpoint/2010/main" Requires="p14">
          <p:contentPart p14:bwMode="auto" r:id="rId21">
            <p14:nvContentPartPr>
              <p14:cNvPr id="20" name="Ink 19">
                <a:extLst>
                  <a:ext uri="{FF2B5EF4-FFF2-40B4-BE49-F238E27FC236}">
                    <a16:creationId xmlns:a16="http://schemas.microsoft.com/office/drawing/2014/main" id="{552FA346-3960-7D25-3979-3AA84BDD9F1E}"/>
                  </a:ext>
                </a:extLst>
              </p14:cNvPr>
              <p14:cNvContentPartPr/>
              <p14:nvPr/>
            </p14:nvContentPartPr>
            <p14:xfrm>
              <a:off x="2122902" y="5651391"/>
              <a:ext cx="471095" cy="463899"/>
            </p14:xfrm>
          </p:contentPart>
        </mc:Choice>
        <mc:Fallback>
          <p:pic>
            <p:nvPicPr>
              <p:cNvPr id="20" name="Ink 19">
                <a:extLst>
                  <a:ext uri="{FF2B5EF4-FFF2-40B4-BE49-F238E27FC236}">
                    <a16:creationId xmlns:a16="http://schemas.microsoft.com/office/drawing/2014/main" id="{552FA346-3960-7D25-3979-3AA84BDD9F1E}"/>
                  </a:ext>
                </a:extLst>
              </p:cNvPr>
              <p:cNvPicPr/>
              <p:nvPr/>
            </p:nvPicPr>
            <p:blipFill>
              <a:blip r:embed="rId22"/>
              <a:stretch>
                <a:fillRect/>
              </a:stretch>
            </p:blipFill>
            <p:spPr>
              <a:xfrm>
                <a:off x="2104921" y="5633410"/>
                <a:ext cx="506697" cy="499501"/>
              </a:xfrm>
              <a:prstGeom prst="rect">
                <a:avLst/>
              </a:prstGeom>
            </p:spPr>
          </p:pic>
        </mc:Fallback>
      </mc:AlternateContent>
      <mc:AlternateContent xmlns:mc="http://schemas.openxmlformats.org/markup-compatibility/2006">
        <mc:Choice xmlns:p14="http://schemas.microsoft.com/office/powerpoint/2010/main" Requires="p14">
          <p:contentPart p14:bwMode="auto" r:id="rId23">
            <p14:nvContentPartPr>
              <p14:cNvPr id="21" name="Ink 20">
                <a:extLst>
                  <a:ext uri="{FF2B5EF4-FFF2-40B4-BE49-F238E27FC236}">
                    <a16:creationId xmlns:a16="http://schemas.microsoft.com/office/drawing/2014/main" id="{B2C0A138-752B-7DC8-1547-03BFD5733C2D}"/>
                  </a:ext>
                </a:extLst>
              </p14:cNvPr>
              <p14:cNvContentPartPr/>
              <p14:nvPr/>
            </p14:nvContentPartPr>
            <p14:xfrm>
              <a:off x="1108983" y="5337249"/>
              <a:ext cx="66699" cy="122142"/>
            </p14:xfrm>
          </p:contentPart>
        </mc:Choice>
        <mc:Fallback>
          <p:pic>
            <p:nvPicPr>
              <p:cNvPr id="21" name="Ink 20">
                <a:extLst>
                  <a:ext uri="{FF2B5EF4-FFF2-40B4-BE49-F238E27FC236}">
                    <a16:creationId xmlns:a16="http://schemas.microsoft.com/office/drawing/2014/main" id="{B2C0A138-752B-7DC8-1547-03BFD5733C2D}"/>
                  </a:ext>
                </a:extLst>
              </p:cNvPr>
              <p:cNvPicPr/>
              <p:nvPr/>
            </p:nvPicPr>
            <p:blipFill>
              <a:blip r:embed="rId24"/>
              <a:stretch>
                <a:fillRect/>
              </a:stretch>
            </p:blipFill>
            <p:spPr>
              <a:xfrm>
                <a:off x="1091053" y="5319287"/>
                <a:ext cx="102200" cy="157707"/>
              </a:xfrm>
              <a:prstGeom prst="rect">
                <a:avLst/>
              </a:prstGeom>
            </p:spPr>
          </p:pic>
        </mc:Fallback>
      </mc:AlternateContent>
      <mc:AlternateContent xmlns:mc="http://schemas.openxmlformats.org/markup-compatibility/2006">
        <mc:Choice xmlns:p14="http://schemas.microsoft.com/office/powerpoint/2010/main" Requires="p14">
          <p:contentPart p14:bwMode="auto" r:id="rId25">
            <p14:nvContentPartPr>
              <p14:cNvPr id="22" name="Ink 21">
                <a:extLst>
                  <a:ext uri="{FF2B5EF4-FFF2-40B4-BE49-F238E27FC236}">
                    <a16:creationId xmlns:a16="http://schemas.microsoft.com/office/drawing/2014/main" id="{E611C550-EA3F-9BAD-F9E5-873007153A83}"/>
                  </a:ext>
                </a:extLst>
              </p14:cNvPr>
              <p14:cNvContentPartPr/>
              <p14:nvPr/>
            </p14:nvContentPartPr>
            <p14:xfrm>
              <a:off x="1516915" y="5211197"/>
              <a:ext cx="83703" cy="114554"/>
            </p14:xfrm>
          </p:contentPart>
        </mc:Choice>
        <mc:Fallback>
          <p:pic>
            <p:nvPicPr>
              <p:cNvPr id="22" name="Ink 21">
                <a:extLst>
                  <a:ext uri="{FF2B5EF4-FFF2-40B4-BE49-F238E27FC236}">
                    <a16:creationId xmlns:a16="http://schemas.microsoft.com/office/drawing/2014/main" id="{E611C550-EA3F-9BAD-F9E5-873007153A83}"/>
                  </a:ext>
                </a:extLst>
              </p:cNvPr>
              <p:cNvPicPr/>
              <p:nvPr/>
            </p:nvPicPr>
            <p:blipFill>
              <a:blip r:embed="rId26"/>
              <a:stretch>
                <a:fillRect/>
              </a:stretch>
            </p:blipFill>
            <p:spPr>
              <a:xfrm>
                <a:off x="1499030" y="5193242"/>
                <a:ext cx="119116" cy="150105"/>
              </a:xfrm>
              <a:prstGeom prst="rect">
                <a:avLst/>
              </a:prstGeom>
            </p:spPr>
          </p:pic>
        </mc:Fallback>
      </mc:AlternateContent>
      <p:grpSp>
        <p:nvGrpSpPr>
          <p:cNvPr id="12" name="Group 11">
            <a:extLst>
              <a:ext uri="{FF2B5EF4-FFF2-40B4-BE49-F238E27FC236}">
                <a16:creationId xmlns:a16="http://schemas.microsoft.com/office/drawing/2014/main" id="{5D53C378-6089-81FB-BDB3-B035E6A38F2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813" y="1825"/>
            <a:ext cx="12201716" cy="1776784"/>
            <a:chOff x="514473" y="480226"/>
            <a:chExt cx="10900845" cy="1471779"/>
          </a:xfrm>
        </p:grpSpPr>
        <p:sp>
          <p:nvSpPr>
            <p:cNvPr id="5" name="Color">
              <a:extLst>
                <a:ext uri="{FF2B5EF4-FFF2-40B4-BE49-F238E27FC236}">
                  <a16:creationId xmlns:a16="http://schemas.microsoft.com/office/drawing/2014/main" id="{9C05FCA0-ADC2-27BD-3E92-ECE76F9974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23432" y="480226"/>
              <a:ext cx="10891886" cy="147177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olor">
              <a:extLst>
                <a:ext uri="{FF2B5EF4-FFF2-40B4-BE49-F238E27FC236}">
                  <a16:creationId xmlns:a16="http://schemas.microsoft.com/office/drawing/2014/main" id="{1A82D0E5-48AB-C059-228B-1208D01BF4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14473" y="488531"/>
              <a:ext cx="10900843" cy="1455166"/>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C51CC66A-35D8-5EA1-54BF-2D890D21BE12}"/>
              </a:ext>
            </a:extLst>
          </p:cNvPr>
          <p:cNvSpPr>
            <a:spLocks noGrp="1"/>
          </p:cNvSpPr>
          <p:nvPr>
            <p:ph type="title"/>
          </p:nvPr>
        </p:nvSpPr>
        <p:spPr>
          <a:xfrm>
            <a:off x="276726" y="224757"/>
            <a:ext cx="10515600" cy="1325563"/>
          </a:xfrm>
        </p:spPr>
        <p:txBody>
          <a:bodyPr/>
          <a:lstStyle/>
          <a:p>
            <a:r>
              <a:rPr lang="en-US">
                <a:solidFill>
                  <a:schemeClr val="bg1"/>
                </a:solidFill>
              </a:rPr>
              <a:t>Zef's 3D mockup</a:t>
            </a:r>
          </a:p>
        </p:txBody>
      </p:sp>
    </p:spTree>
    <p:extLst>
      <p:ext uri="{BB962C8B-B14F-4D97-AF65-F5344CB8AC3E}">
        <p14:creationId xmlns:p14="http://schemas.microsoft.com/office/powerpoint/2010/main" val="41471915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p14="http://schemas.microsoft.com/office/powerpoint/2010/main" Requires="p14">
          <p:contentPart p14:bwMode="auto" r:id="rId2">
            <p14:nvContentPartPr>
              <p14:cNvPr id="15" name="Ink 14">
                <a:extLst>
                  <a:ext uri="{FF2B5EF4-FFF2-40B4-BE49-F238E27FC236}">
                    <a16:creationId xmlns:a16="http://schemas.microsoft.com/office/drawing/2014/main" id="{909F68AC-4533-5933-236C-3E8C64B7139B}"/>
                  </a:ext>
                </a:extLst>
              </p14:cNvPr>
              <p14:cNvContentPartPr/>
              <p14:nvPr/>
            </p14:nvContentPartPr>
            <p14:xfrm>
              <a:off x="6613401" y="1400487"/>
              <a:ext cx="14796" cy="14796"/>
            </p14:xfrm>
          </p:contentPart>
        </mc:Choice>
        <mc:Fallback>
          <p:pic>
            <p:nvPicPr>
              <p:cNvPr id="15" name="Ink 14">
                <a:extLst>
                  <a:ext uri="{FF2B5EF4-FFF2-40B4-BE49-F238E27FC236}">
                    <a16:creationId xmlns:a16="http://schemas.microsoft.com/office/drawing/2014/main" id="{909F68AC-4533-5933-236C-3E8C64B7139B}"/>
                  </a:ext>
                </a:extLst>
              </p:cNvPr>
              <p:cNvPicPr/>
              <p:nvPr/>
            </p:nvPicPr>
            <p:blipFill>
              <a:blip r:embed="rId3"/>
              <a:stretch>
                <a:fillRect/>
              </a:stretch>
            </p:blipFill>
            <p:spPr>
              <a:xfrm>
                <a:off x="5873601" y="660687"/>
                <a:ext cx="1479600" cy="1479600"/>
              </a:xfrm>
              <a:prstGeom prst="rect">
                <a:avLst/>
              </a:prstGeom>
            </p:spPr>
          </p:pic>
        </mc:Fallback>
      </mc:AlternateContent>
      <mc:AlternateContent xmlns:mc="http://schemas.openxmlformats.org/markup-compatibility/2006">
        <mc:Choice xmlns:p14="http://schemas.microsoft.com/office/powerpoint/2010/main" Requires="p14">
          <p:contentPart p14:bwMode="auto" r:id="rId4">
            <p14:nvContentPartPr>
              <p14:cNvPr id="17" name="Ink 16">
                <a:extLst>
                  <a:ext uri="{FF2B5EF4-FFF2-40B4-BE49-F238E27FC236}">
                    <a16:creationId xmlns:a16="http://schemas.microsoft.com/office/drawing/2014/main" id="{9D4E803E-C957-72AB-1BA1-FB3A08757C8F}"/>
                  </a:ext>
                </a:extLst>
              </p14:cNvPr>
              <p14:cNvContentPartPr/>
              <p14:nvPr/>
            </p14:nvContentPartPr>
            <p14:xfrm>
              <a:off x="8838194" y="1491171"/>
              <a:ext cx="14796" cy="14796"/>
            </p14:xfrm>
          </p:contentPart>
        </mc:Choice>
        <mc:Fallback>
          <p:pic>
            <p:nvPicPr>
              <p:cNvPr id="17" name="Ink 16">
                <a:extLst>
                  <a:ext uri="{FF2B5EF4-FFF2-40B4-BE49-F238E27FC236}">
                    <a16:creationId xmlns:a16="http://schemas.microsoft.com/office/drawing/2014/main" id="{9D4E803E-C957-72AB-1BA1-FB3A08757C8F}"/>
                  </a:ext>
                </a:extLst>
              </p:cNvPr>
              <p:cNvPicPr/>
              <p:nvPr/>
            </p:nvPicPr>
            <p:blipFill>
              <a:blip r:embed="rId3"/>
              <a:stretch>
                <a:fillRect/>
              </a:stretch>
            </p:blipFill>
            <p:spPr>
              <a:xfrm>
                <a:off x="8098394" y="751371"/>
                <a:ext cx="1479600" cy="1479600"/>
              </a:xfrm>
              <a:prstGeom prst="rect">
                <a:avLst/>
              </a:prstGeom>
            </p:spPr>
          </p:pic>
        </mc:Fallback>
      </mc:AlternateContent>
      <mc:AlternateContent xmlns:mc="http://schemas.openxmlformats.org/markup-compatibility/2006">
        <mc:Choice xmlns:p14="http://schemas.microsoft.com/office/powerpoint/2010/main" Requires="p14">
          <p:contentPart p14:bwMode="auto" r:id="rId5">
            <p14:nvContentPartPr>
              <p14:cNvPr id="18" name="Ink 17">
                <a:extLst>
                  <a:ext uri="{FF2B5EF4-FFF2-40B4-BE49-F238E27FC236}">
                    <a16:creationId xmlns:a16="http://schemas.microsoft.com/office/drawing/2014/main" id="{D845F142-7145-4B13-0DF0-D0D519116F4C}"/>
                  </a:ext>
                </a:extLst>
              </p14:cNvPr>
              <p14:cNvContentPartPr/>
              <p14:nvPr/>
            </p14:nvContentPartPr>
            <p14:xfrm>
              <a:off x="9025631" y="1167043"/>
              <a:ext cx="14796" cy="14796"/>
            </p14:xfrm>
          </p:contentPart>
        </mc:Choice>
        <mc:Fallback>
          <p:pic>
            <p:nvPicPr>
              <p:cNvPr id="18" name="Ink 17">
                <a:extLst>
                  <a:ext uri="{FF2B5EF4-FFF2-40B4-BE49-F238E27FC236}">
                    <a16:creationId xmlns:a16="http://schemas.microsoft.com/office/drawing/2014/main" id="{D845F142-7145-4B13-0DF0-D0D519116F4C}"/>
                  </a:ext>
                </a:extLst>
              </p:cNvPr>
              <p:cNvPicPr/>
              <p:nvPr/>
            </p:nvPicPr>
            <p:blipFill>
              <a:blip r:embed="rId6"/>
              <a:stretch>
                <a:fillRect/>
              </a:stretch>
            </p:blipFill>
            <p:spPr>
              <a:xfrm>
                <a:off x="8902331" y="1093063"/>
                <a:ext cx="258930" cy="161276"/>
              </a:xfrm>
              <a:prstGeom prst="rect">
                <a:avLst/>
              </a:prstGeom>
            </p:spPr>
          </p:pic>
        </mc:Fallback>
      </mc:AlternateContent>
      <p:sp>
        <p:nvSpPr>
          <p:cNvPr id="28" name="TextBox 27">
            <a:extLst>
              <a:ext uri="{FF2B5EF4-FFF2-40B4-BE49-F238E27FC236}">
                <a16:creationId xmlns:a16="http://schemas.microsoft.com/office/drawing/2014/main" id="{8C9A14B5-788B-221F-12D5-709CF3500FD7}"/>
              </a:ext>
            </a:extLst>
          </p:cNvPr>
          <p:cNvSpPr txBox="1"/>
          <p:nvPr/>
        </p:nvSpPr>
        <p:spPr>
          <a:xfrm>
            <a:off x="3593171" y="2354145"/>
            <a:ext cx="1759414"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Battery </a:t>
            </a:r>
          </a:p>
        </p:txBody>
      </p:sp>
      <p:sp>
        <p:nvSpPr>
          <p:cNvPr id="29" name="TextBox 28">
            <a:extLst>
              <a:ext uri="{FF2B5EF4-FFF2-40B4-BE49-F238E27FC236}">
                <a16:creationId xmlns:a16="http://schemas.microsoft.com/office/drawing/2014/main" id="{227F652D-B0AC-B1DD-3150-D818EBAACA94}"/>
              </a:ext>
            </a:extLst>
          </p:cNvPr>
          <p:cNvSpPr txBox="1"/>
          <p:nvPr/>
        </p:nvSpPr>
        <p:spPr>
          <a:xfrm>
            <a:off x="1239024" y="3085170"/>
            <a:ext cx="1251414"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Claws to help with stability</a:t>
            </a:r>
          </a:p>
        </p:txBody>
      </p:sp>
      <p:sp>
        <p:nvSpPr>
          <p:cNvPr id="30" name="TextBox 29">
            <a:extLst>
              <a:ext uri="{FF2B5EF4-FFF2-40B4-BE49-F238E27FC236}">
                <a16:creationId xmlns:a16="http://schemas.microsoft.com/office/drawing/2014/main" id="{E3F63929-B519-BC47-0876-AEC72E415CD6}"/>
              </a:ext>
            </a:extLst>
          </p:cNvPr>
          <p:cNvSpPr txBox="1"/>
          <p:nvPr/>
        </p:nvSpPr>
        <p:spPr>
          <a:xfrm>
            <a:off x="3227658" y="4008244"/>
            <a:ext cx="1734633"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Temperature probe</a:t>
            </a:r>
          </a:p>
        </p:txBody>
      </p:sp>
      <p:sp>
        <p:nvSpPr>
          <p:cNvPr id="31" name="TextBox 30">
            <a:extLst>
              <a:ext uri="{FF2B5EF4-FFF2-40B4-BE49-F238E27FC236}">
                <a16:creationId xmlns:a16="http://schemas.microsoft.com/office/drawing/2014/main" id="{FCA63AC3-8831-EB6C-322F-BFEFB1947719}"/>
              </a:ext>
            </a:extLst>
          </p:cNvPr>
          <p:cNvSpPr txBox="1"/>
          <p:nvPr/>
        </p:nvSpPr>
        <p:spPr>
          <a:xfrm>
            <a:off x="2106341" y="5464097"/>
            <a:ext cx="1028390"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SD card</a:t>
            </a:r>
          </a:p>
        </p:txBody>
      </p:sp>
      <p:grpSp>
        <p:nvGrpSpPr>
          <p:cNvPr id="6" name="Group 5">
            <a:extLst>
              <a:ext uri="{FF2B5EF4-FFF2-40B4-BE49-F238E27FC236}">
                <a16:creationId xmlns:a16="http://schemas.microsoft.com/office/drawing/2014/main" id="{5AE3057D-3A1F-C9DA-26F1-19C9E50D8C8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8969" y="1825"/>
            <a:ext cx="12261871" cy="1716626"/>
            <a:chOff x="460731" y="480226"/>
            <a:chExt cx="10954587" cy="1421948"/>
          </a:xfrm>
        </p:grpSpPr>
        <p:sp>
          <p:nvSpPr>
            <p:cNvPr id="4" name="Color">
              <a:extLst>
                <a:ext uri="{FF2B5EF4-FFF2-40B4-BE49-F238E27FC236}">
                  <a16:creationId xmlns:a16="http://schemas.microsoft.com/office/drawing/2014/main" id="{031CB1FB-A04C-6557-521D-41D97F61E9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9687" y="480226"/>
              <a:ext cx="10945630" cy="14219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Color">
              <a:extLst>
                <a:ext uri="{FF2B5EF4-FFF2-40B4-BE49-F238E27FC236}">
                  <a16:creationId xmlns:a16="http://schemas.microsoft.com/office/drawing/2014/main" id="{0FE45875-86A9-80B8-082B-D7DD031888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0731" y="505141"/>
              <a:ext cx="10954587" cy="1397030"/>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22" name="Picture 21">
            <a:extLst>
              <a:ext uri="{FF2B5EF4-FFF2-40B4-BE49-F238E27FC236}">
                <a16:creationId xmlns:a16="http://schemas.microsoft.com/office/drawing/2014/main" id="{A31A787D-A890-5EAD-46FA-26AC0E9C12AE}"/>
              </a:ext>
            </a:extLst>
          </p:cNvPr>
          <p:cNvPicPr>
            <a:picLocks noChangeAspect="1"/>
          </p:cNvPicPr>
          <p:nvPr/>
        </p:nvPicPr>
        <p:blipFill>
          <a:blip r:embed="rId7"/>
          <a:stretch>
            <a:fillRect/>
          </a:stretch>
        </p:blipFill>
        <p:spPr>
          <a:xfrm>
            <a:off x="7217931" y="1719065"/>
            <a:ext cx="4563923" cy="4989029"/>
          </a:xfrm>
          <a:prstGeom prst="rect">
            <a:avLst/>
          </a:prstGeom>
        </p:spPr>
      </p:pic>
      <p:sp>
        <p:nvSpPr>
          <p:cNvPr id="2" name="Title 1">
            <a:extLst>
              <a:ext uri="{FF2B5EF4-FFF2-40B4-BE49-F238E27FC236}">
                <a16:creationId xmlns:a16="http://schemas.microsoft.com/office/drawing/2014/main" id="{9E00B712-F478-3D2F-6FB3-DFD07B0CE486}"/>
              </a:ext>
            </a:extLst>
          </p:cNvPr>
          <p:cNvSpPr>
            <a:spLocks noGrp="1"/>
          </p:cNvSpPr>
          <p:nvPr>
            <p:ph type="title"/>
          </p:nvPr>
        </p:nvSpPr>
        <p:spPr>
          <a:xfrm>
            <a:off x="196515" y="194677"/>
            <a:ext cx="5869620" cy="1332961"/>
          </a:xfrm>
        </p:spPr>
        <p:txBody>
          <a:bodyPr/>
          <a:lstStyle/>
          <a:p>
            <a:r>
              <a:rPr lang="en-US">
                <a:solidFill>
                  <a:schemeClr val="bg1"/>
                </a:solidFill>
              </a:rPr>
              <a:t>Taliahs 3d Mockup</a:t>
            </a:r>
          </a:p>
        </p:txBody>
      </p:sp>
      <mc:AlternateContent xmlns:mc="http://schemas.openxmlformats.org/markup-compatibility/2006">
        <mc:Choice xmlns:p14="http://schemas.microsoft.com/office/powerpoint/2010/main" Requires="p14">
          <p:contentPart p14:bwMode="auto" r:id="rId8">
            <p14:nvContentPartPr>
              <p14:cNvPr id="7" name="Ink 6">
                <a:extLst>
                  <a:ext uri="{FF2B5EF4-FFF2-40B4-BE49-F238E27FC236}">
                    <a16:creationId xmlns:a16="http://schemas.microsoft.com/office/drawing/2014/main" id="{91AE0CCD-7AAA-1444-B849-98DE4F71B3C0}"/>
                  </a:ext>
                </a:extLst>
              </p14:cNvPr>
              <p14:cNvContentPartPr/>
              <p14:nvPr/>
            </p14:nvContentPartPr>
            <p14:xfrm>
              <a:off x="4423960" y="2576003"/>
              <a:ext cx="6108528" cy="950094"/>
            </p14:xfrm>
          </p:contentPart>
        </mc:Choice>
        <mc:Fallback>
          <p:pic>
            <p:nvPicPr>
              <p:cNvPr id="7" name="Ink 6">
                <a:extLst>
                  <a:ext uri="{FF2B5EF4-FFF2-40B4-BE49-F238E27FC236}">
                    <a16:creationId xmlns:a16="http://schemas.microsoft.com/office/drawing/2014/main" id="{91AE0CCD-7AAA-1444-B849-98DE4F71B3C0}"/>
                  </a:ext>
                </a:extLst>
              </p:cNvPr>
              <p:cNvPicPr/>
              <p:nvPr/>
            </p:nvPicPr>
            <p:blipFill>
              <a:blip r:embed="rId9"/>
              <a:stretch>
                <a:fillRect/>
              </a:stretch>
            </p:blipFill>
            <p:spPr>
              <a:xfrm>
                <a:off x="4405961" y="2558009"/>
                <a:ext cx="6144166" cy="985723"/>
              </a:xfrm>
              <a:prstGeom prst="rect">
                <a:avLst/>
              </a:prstGeom>
            </p:spPr>
          </p:pic>
        </mc:Fallback>
      </mc:AlternateContent>
      <mc:AlternateContent xmlns:mc="http://schemas.openxmlformats.org/markup-compatibility/2006">
        <mc:Choice xmlns:p14="http://schemas.microsoft.com/office/powerpoint/2010/main" Requires="p14">
          <p:contentPart p14:bwMode="auto" r:id="rId10">
            <p14:nvContentPartPr>
              <p14:cNvPr id="8" name="Ink 7">
                <a:extLst>
                  <a:ext uri="{FF2B5EF4-FFF2-40B4-BE49-F238E27FC236}">
                    <a16:creationId xmlns:a16="http://schemas.microsoft.com/office/drawing/2014/main" id="{F43F83C1-0D9F-C897-84F8-3A867C19DF1C}"/>
                  </a:ext>
                </a:extLst>
              </p14:cNvPr>
              <p14:cNvContentPartPr/>
              <p14:nvPr/>
            </p14:nvContentPartPr>
            <p14:xfrm>
              <a:off x="2354617" y="3535842"/>
              <a:ext cx="5638637" cy="1753459"/>
            </p14:xfrm>
          </p:contentPart>
        </mc:Choice>
        <mc:Fallback>
          <p:pic>
            <p:nvPicPr>
              <p:cNvPr id="8" name="Ink 7">
                <a:extLst>
                  <a:ext uri="{FF2B5EF4-FFF2-40B4-BE49-F238E27FC236}">
                    <a16:creationId xmlns:a16="http://schemas.microsoft.com/office/drawing/2014/main" id="{F43F83C1-0D9F-C897-84F8-3A867C19DF1C}"/>
                  </a:ext>
                </a:extLst>
              </p:cNvPr>
              <p:cNvPicPr/>
              <p:nvPr/>
            </p:nvPicPr>
            <p:blipFill>
              <a:blip r:embed="rId11"/>
              <a:stretch>
                <a:fillRect/>
              </a:stretch>
            </p:blipFill>
            <p:spPr>
              <a:xfrm>
                <a:off x="2336618" y="3517847"/>
                <a:ext cx="5674274" cy="1789090"/>
              </a:xfrm>
              <a:prstGeom prst="rect">
                <a:avLst/>
              </a:prstGeom>
            </p:spPr>
          </p:pic>
        </mc:Fallback>
      </mc:AlternateContent>
      <mc:AlternateContent xmlns:mc="http://schemas.openxmlformats.org/markup-compatibility/2006">
        <mc:Choice xmlns:p14="http://schemas.microsoft.com/office/powerpoint/2010/main" Requires="p14">
          <p:contentPart p14:bwMode="auto" r:id="rId12">
            <p14:nvContentPartPr>
              <p14:cNvPr id="9" name="Ink 8">
                <a:extLst>
                  <a:ext uri="{FF2B5EF4-FFF2-40B4-BE49-F238E27FC236}">
                    <a16:creationId xmlns:a16="http://schemas.microsoft.com/office/drawing/2014/main" id="{672704CA-A2DE-8082-6908-9F345769E0DE}"/>
                  </a:ext>
                </a:extLst>
              </p14:cNvPr>
              <p14:cNvContentPartPr/>
              <p14:nvPr/>
            </p14:nvContentPartPr>
            <p14:xfrm>
              <a:off x="3238500" y="5688915"/>
              <a:ext cx="7105146" cy="592571"/>
            </p14:xfrm>
          </p:contentPart>
        </mc:Choice>
        <mc:Fallback>
          <p:pic>
            <p:nvPicPr>
              <p:cNvPr id="9" name="Ink 8">
                <a:extLst>
                  <a:ext uri="{FF2B5EF4-FFF2-40B4-BE49-F238E27FC236}">
                    <a16:creationId xmlns:a16="http://schemas.microsoft.com/office/drawing/2014/main" id="{672704CA-A2DE-8082-6908-9F345769E0DE}"/>
                  </a:ext>
                </a:extLst>
              </p:cNvPr>
              <p:cNvPicPr/>
              <p:nvPr/>
            </p:nvPicPr>
            <p:blipFill>
              <a:blip r:embed="rId13"/>
              <a:stretch>
                <a:fillRect/>
              </a:stretch>
            </p:blipFill>
            <p:spPr>
              <a:xfrm>
                <a:off x="3220500" y="5670926"/>
                <a:ext cx="7140785" cy="628190"/>
              </a:xfrm>
              <a:prstGeom prst="rect">
                <a:avLst/>
              </a:prstGeom>
            </p:spPr>
          </p:pic>
        </mc:Fallback>
      </mc:AlternateContent>
      <mc:AlternateContent xmlns:mc="http://schemas.openxmlformats.org/markup-compatibility/2006">
        <mc:Choice xmlns:p14="http://schemas.microsoft.com/office/powerpoint/2010/main" Requires="p14">
          <p:contentPart p14:bwMode="auto" r:id="rId14">
            <p14:nvContentPartPr>
              <p14:cNvPr id="10" name="Ink 9">
                <a:extLst>
                  <a:ext uri="{FF2B5EF4-FFF2-40B4-BE49-F238E27FC236}">
                    <a16:creationId xmlns:a16="http://schemas.microsoft.com/office/drawing/2014/main" id="{3DE8B2C5-4F06-F761-4038-6F828EE8105B}"/>
                  </a:ext>
                </a:extLst>
              </p14:cNvPr>
              <p14:cNvContentPartPr/>
              <p14:nvPr/>
            </p14:nvContentPartPr>
            <p14:xfrm>
              <a:off x="4167852" y="4251052"/>
              <a:ext cx="5447306" cy="1593076"/>
            </p14:xfrm>
          </p:contentPart>
        </mc:Choice>
        <mc:Fallback>
          <p:pic>
            <p:nvPicPr>
              <p:cNvPr id="10" name="Ink 9">
                <a:extLst>
                  <a:ext uri="{FF2B5EF4-FFF2-40B4-BE49-F238E27FC236}">
                    <a16:creationId xmlns:a16="http://schemas.microsoft.com/office/drawing/2014/main" id="{3DE8B2C5-4F06-F761-4038-6F828EE8105B}"/>
                  </a:ext>
                </a:extLst>
              </p:cNvPr>
              <p:cNvPicPr/>
              <p:nvPr/>
            </p:nvPicPr>
            <p:blipFill>
              <a:blip r:embed="rId15"/>
              <a:stretch>
                <a:fillRect/>
              </a:stretch>
            </p:blipFill>
            <p:spPr>
              <a:xfrm>
                <a:off x="4149854" y="4233055"/>
                <a:ext cx="5482942" cy="1628710"/>
              </a:xfrm>
              <a:prstGeom prst="rect">
                <a:avLst/>
              </a:prstGeom>
            </p:spPr>
          </p:pic>
        </mc:Fallback>
      </mc:AlternateContent>
    </p:spTree>
    <p:extLst>
      <p:ext uri="{BB962C8B-B14F-4D97-AF65-F5344CB8AC3E}">
        <p14:creationId xmlns:p14="http://schemas.microsoft.com/office/powerpoint/2010/main" val="214972329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588E1B6B-A0D6-8247-31F9-647DEF5E7127}"/>
              </a:ext>
            </a:extLst>
          </p:cNvPr>
          <p:cNvPicPr>
            <a:picLocks noGrp="1" noChangeAspect="1"/>
          </p:cNvPicPr>
          <p:nvPr>
            <p:ph idx="1"/>
          </p:nvPr>
        </p:nvPicPr>
        <p:blipFill>
          <a:blip r:embed="rId2"/>
          <a:stretch>
            <a:fillRect/>
          </a:stretch>
        </p:blipFill>
        <p:spPr>
          <a:xfrm>
            <a:off x="1309739" y="2187059"/>
            <a:ext cx="9136320" cy="4559299"/>
          </a:xfrm>
          <a:prstGeom prst="rect">
            <a:avLst/>
          </a:prstGeom>
        </p:spPr>
      </p:pic>
      <p:grpSp>
        <p:nvGrpSpPr>
          <p:cNvPr id="11" name="Group 10">
            <a:extLst>
              <a:ext uri="{FF2B5EF4-FFF2-40B4-BE49-F238E27FC236}">
                <a16:creationId xmlns:a16="http://schemas.microsoft.com/office/drawing/2014/main" id="{ADEC6ED6-915F-8E19-B8CE-42C47769EA2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58944" y="1825"/>
            <a:ext cx="12251846" cy="1716626"/>
            <a:chOff x="469687" y="480226"/>
            <a:chExt cx="10945631" cy="1421948"/>
          </a:xfrm>
        </p:grpSpPr>
        <p:sp>
          <p:nvSpPr>
            <p:cNvPr id="9" name="Color">
              <a:extLst>
                <a:ext uri="{FF2B5EF4-FFF2-40B4-BE49-F238E27FC236}">
                  <a16:creationId xmlns:a16="http://schemas.microsoft.com/office/drawing/2014/main" id="{42C9A67B-F21D-7E6B-5D53-704A94B1418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9687" y="480226"/>
              <a:ext cx="10945630" cy="14219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Color">
              <a:extLst>
                <a:ext uri="{FF2B5EF4-FFF2-40B4-BE49-F238E27FC236}">
                  <a16:creationId xmlns:a16="http://schemas.microsoft.com/office/drawing/2014/main" id="{C3178A38-F0D4-0B0E-AB45-8134AF7F8E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8645" y="488531"/>
              <a:ext cx="10936673" cy="1413640"/>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1EC88F65-E257-50D0-F69C-69363F25BCCB}"/>
              </a:ext>
            </a:extLst>
          </p:cNvPr>
          <p:cNvSpPr>
            <a:spLocks noGrp="1"/>
          </p:cNvSpPr>
          <p:nvPr>
            <p:ph type="title"/>
          </p:nvPr>
        </p:nvSpPr>
        <p:spPr>
          <a:xfrm>
            <a:off x="417094" y="194678"/>
            <a:ext cx="10515600" cy="1325563"/>
          </a:xfrm>
        </p:spPr>
        <p:txBody>
          <a:bodyPr/>
          <a:lstStyle/>
          <a:p>
            <a:r>
              <a:rPr lang="en-US">
                <a:solidFill>
                  <a:srgbClr val="FFFFFF"/>
                </a:solidFill>
              </a:rPr>
              <a:t>Zef's Website Mockup</a:t>
            </a:r>
          </a:p>
        </p:txBody>
      </p:sp>
    </p:spTree>
    <p:extLst>
      <p:ext uri="{BB962C8B-B14F-4D97-AF65-F5344CB8AC3E}">
        <p14:creationId xmlns:p14="http://schemas.microsoft.com/office/powerpoint/2010/main" val="136686052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514FB030-11D3-7EF4-6BAE-B0DAAC286BAD}"/>
              </a:ext>
            </a:extLst>
          </p:cNvPr>
          <p:cNvPicPr>
            <a:picLocks noGrp="1" noChangeAspect="1"/>
          </p:cNvPicPr>
          <p:nvPr>
            <p:ph idx="1"/>
          </p:nvPr>
        </p:nvPicPr>
        <p:blipFill>
          <a:blip r:embed="rId2"/>
          <a:stretch>
            <a:fillRect/>
          </a:stretch>
        </p:blipFill>
        <p:spPr>
          <a:xfrm>
            <a:off x="3044999" y="2338457"/>
            <a:ext cx="6205132" cy="4520647"/>
          </a:xfrm>
          <a:prstGeom prst="rect">
            <a:avLst/>
          </a:prstGeom>
        </p:spPr>
      </p:pic>
      <p:grpSp>
        <p:nvGrpSpPr>
          <p:cNvPr id="11" name="Group 10">
            <a:extLst>
              <a:ext uri="{FF2B5EF4-FFF2-40B4-BE49-F238E27FC236}">
                <a16:creationId xmlns:a16="http://schemas.microsoft.com/office/drawing/2014/main" id="{C47CC5E7-9E0C-1C22-7558-600849365B6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8969" y="1825"/>
            <a:ext cx="12261871" cy="1716626"/>
            <a:chOff x="460731" y="480226"/>
            <a:chExt cx="10954587" cy="1421948"/>
          </a:xfrm>
        </p:grpSpPr>
        <p:sp>
          <p:nvSpPr>
            <p:cNvPr id="9" name="Color">
              <a:extLst>
                <a:ext uri="{FF2B5EF4-FFF2-40B4-BE49-F238E27FC236}">
                  <a16:creationId xmlns:a16="http://schemas.microsoft.com/office/drawing/2014/main" id="{51B8D2F8-C602-9AA0-8218-53FEA540B2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9687" y="480226"/>
              <a:ext cx="10945630" cy="14219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Color">
              <a:extLst>
                <a:ext uri="{FF2B5EF4-FFF2-40B4-BE49-F238E27FC236}">
                  <a16:creationId xmlns:a16="http://schemas.microsoft.com/office/drawing/2014/main" id="{08A53690-4B70-C5D2-5B7A-838AEFD40B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0731" y="505141"/>
              <a:ext cx="10954587" cy="1397030"/>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904BC8D6-7AFA-1B30-7B41-F587777381A9}"/>
              </a:ext>
            </a:extLst>
          </p:cNvPr>
          <p:cNvSpPr>
            <a:spLocks noGrp="1"/>
          </p:cNvSpPr>
          <p:nvPr>
            <p:ph type="title"/>
          </p:nvPr>
        </p:nvSpPr>
        <p:spPr>
          <a:xfrm>
            <a:off x="174336" y="197716"/>
            <a:ext cx="10515600" cy="1325563"/>
          </a:xfrm>
        </p:spPr>
        <p:txBody>
          <a:bodyPr/>
          <a:lstStyle/>
          <a:p>
            <a:r>
              <a:rPr lang="en-US">
                <a:solidFill>
                  <a:srgbClr val="FFFFFF"/>
                </a:solidFill>
              </a:rPr>
              <a:t>Oscar's Website Mockup</a:t>
            </a:r>
          </a:p>
        </p:txBody>
      </p:sp>
    </p:spTree>
    <p:extLst>
      <p:ext uri="{BB962C8B-B14F-4D97-AF65-F5344CB8AC3E}">
        <p14:creationId xmlns:p14="http://schemas.microsoft.com/office/powerpoint/2010/main" val="310793360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6EB7D4B0-5233-EF46-C5FB-4067893490FB}"/>
              </a:ext>
            </a:extLst>
          </p:cNvPr>
          <p:cNvPicPr>
            <a:picLocks noGrp="1" noChangeAspect="1"/>
          </p:cNvPicPr>
          <p:nvPr>
            <p:ph idx="1"/>
          </p:nvPr>
        </p:nvPicPr>
        <p:blipFill>
          <a:blip r:embed="rId2"/>
          <a:stretch>
            <a:fillRect/>
          </a:stretch>
        </p:blipFill>
        <p:spPr>
          <a:xfrm>
            <a:off x="4081587" y="2238199"/>
            <a:ext cx="6917185" cy="3880905"/>
          </a:xfrm>
          <a:prstGeom prst="rect">
            <a:avLst/>
          </a:prstGeom>
        </p:spPr>
      </p:pic>
      <mc:AlternateContent xmlns:mc="http://schemas.openxmlformats.org/markup-compatibility/2006">
        <mc:Choice xmlns:p14="http://schemas.microsoft.com/office/powerpoint/2010/main" Requires="p14">
          <p:contentPart p14:bwMode="auto" r:id="rId3">
            <p14:nvContentPartPr>
              <p14:cNvPr id="5" name="Ink 4">
                <a:extLst>
                  <a:ext uri="{FF2B5EF4-FFF2-40B4-BE49-F238E27FC236}">
                    <a16:creationId xmlns:a16="http://schemas.microsoft.com/office/drawing/2014/main" id="{291E65B1-4420-81D5-05F8-C0FF12741F77}"/>
                  </a:ext>
                </a:extLst>
              </p14:cNvPr>
              <p14:cNvContentPartPr/>
              <p14:nvPr/>
            </p14:nvContentPartPr>
            <p14:xfrm>
              <a:off x="2432625" y="2224683"/>
              <a:ext cx="3396522" cy="859071"/>
            </p14:xfrm>
          </p:contentPart>
        </mc:Choice>
        <mc:Fallback>
          <p:pic>
            <p:nvPicPr>
              <p:cNvPr id="5" name="Ink 4">
                <a:extLst>
                  <a:ext uri="{FF2B5EF4-FFF2-40B4-BE49-F238E27FC236}">
                    <a16:creationId xmlns:a16="http://schemas.microsoft.com/office/drawing/2014/main" id="{291E65B1-4420-81D5-05F8-C0FF12741F77}"/>
                  </a:ext>
                </a:extLst>
              </p:cNvPr>
              <p:cNvPicPr/>
              <p:nvPr/>
            </p:nvPicPr>
            <p:blipFill>
              <a:blip r:embed="rId4"/>
              <a:stretch>
                <a:fillRect/>
              </a:stretch>
            </p:blipFill>
            <p:spPr>
              <a:xfrm>
                <a:off x="2414625" y="2206688"/>
                <a:ext cx="3432161" cy="894701"/>
              </a:xfrm>
              <a:prstGeom prst="rect">
                <a:avLst/>
              </a:prstGeom>
            </p:spPr>
          </p:pic>
        </mc:Fallback>
      </mc:AlternateContent>
      <mc:AlternateContent xmlns:mc="http://schemas.openxmlformats.org/markup-compatibility/2006">
        <mc:Choice xmlns:p14="http://schemas.microsoft.com/office/powerpoint/2010/main" Requires="p14">
          <p:contentPart p14:bwMode="auto" r:id="rId5">
            <p14:nvContentPartPr>
              <p14:cNvPr id="11" name="Ink 10">
                <a:extLst>
                  <a:ext uri="{FF2B5EF4-FFF2-40B4-BE49-F238E27FC236}">
                    <a16:creationId xmlns:a16="http://schemas.microsoft.com/office/drawing/2014/main" id="{53A11908-C8F3-228A-2A42-64DCE78996A9}"/>
                  </a:ext>
                </a:extLst>
              </p14:cNvPr>
              <p14:cNvContentPartPr/>
              <p14:nvPr/>
            </p14:nvContentPartPr>
            <p14:xfrm>
              <a:off x="3567694" y="3854549"/>
              <a:ext cx="3965780" cy="486181"/>
            </p14:xfrm>
          </p:contentPart>
        </mc:Choice>
        <mc:Fallback>
          <p:pic>
            <p:nvPicPr>
              <p:cNvPr id="11" name="Ink 10">
                <a:extLst>
                  <a:ext uri="{FF2B5EF4-FFF2-40B4-BE49-F238E27FC236}">
                    <a16:creationId xmlns:a16="http://schemas.microsoft.com/office/drawing/2014/main" id="{53A11908-C8F3-228A-2A42-64DCE78996A9}"/>
                  </a:ext>
                </a:extLst>
              </p:cNvPr>
              <p:cNvPicPr/>
              <p:nvPr/>
            </p:nvPicPr>
            <p:blipFill>
              <a:blip r:embed="rId6"/>
              <a:stretch>
                <a:fillRect/>
              </a:stretch>
            </p:blipFill>
            <p:spPr>
              <a:xfrm>
                <a:off x="3549696" y="3836569"/>
                <a:ext cx="4001417" cy="521782"/>
              </a:xfrm>
              <a:prstGeom prst="rect">
                <a:avLst/>
              </a:prstGeom>
            </p:spPr>
          </p:pic>
        </mc:Fallback>
      </mc:AlternateContent>
      <mc:AlternateContent xmlns:mc="http://schemas.openxmlformats.org/markup-compatibility/2006">
        <mc:Choice xmlns:p14="http://schemas.microsoft.com/office/powerpoint/2010/main" Requires="p14">
          <p:contentPart p14:bwMode="auto" r:id="rId7">
            <p14:nvContentPartPr>
              <p14:cNvPr id="12" name="Ink 11">
                <a:extLst>
                  <a:ext uri="{FF2B5EF4-FFF2-40B4-BE49-F238E27FC236}">
                    <a16:creationId xmlns:a16="http://schemas.microsoft.com/office/drawing/2014/main" id="{AB26A816-7054-250C-2DD5-14C1B01A714F}"/>
                  </a:ext>
                </a:extLst>
              </p14:cNvPr>
              <p14:cNvContentPartPr/>
              <p14:nvPr/>
            </p14:nvContentPartPr>
            <p14:xfrm>
              <a:off x="3501141" y="3882410"/>
              <a:ext cx="3961299" cy="1036743"/>
            </p14:xfrm>
          </p:contentPart>
        </mc:Choice>
        <mc:Fallback>
          <p:pic>
            <p:nvPicPr>
              <p:cNvPr id="12" name="Ink 11">
                <a:extLst>
                  <a:ext uri="{FF2B5EF4-FFF2-40B4-BE49-F238E27FC236}">
                    <a16:creationId xmlns:a16="http://schemas.microsoft.com/office/drawing/2014/main" id="{AB26A816-7054-250C-2DD5-14C1B01A714F}"/>
                  </a:ext>
                </a:extLst>
              </p:cNvPr>
              <p:cNvPicPr/>
              <p:nvPr/>
            </p:nvPicPr>
            <p:blipFill>
              <a:blip r:embed="rId8"/>
              <a:stretch>
                <a:fillRect/>
              </a:stretch>
            </p:blipFill>
            <p:spPr>
              <a:xfrm>
                <a:off x="3483142" y="3864417"/>
                <a:ext cx="3996938" cy="1072369"/>
              </a:xfrm>
              <a:prstGeom prst="rect">
                <a:avLst/>
              </a:prstGeom>
            </p:spPr>
          </p:pic>
        </mc:Fallback>
      </mc:AlternateContent>
      <mc:AlternateContent xmlns:mc="http://schemas.openxmlformats.org/markup-compatibility/2006">
        <mc:Choice xmlns:p14="http://schemas.microsoft.com/office/powerpoint/2010/main" Requires="p14">
          <p:contentPart p14:bwMode="auto" r:id="rId9">
            <p14:nvContentPartPr>
              <p14:cNvPr id="13" name="Ink 12">
                <a:extLst>
                  <a:ext uri="{FF2B5EF4-FFF2-40B4-BE49-F238E27FC236}">
                    <a16:creationId xmlns:a16="http://schemas.microsoft.com/office/drawing/2014/main" id="{0D5BF425-7455-5047-8B5B-95729688C396}"/>
                  </a:ext>
                </a:extLst>
              </p14:cNvPr>
              <p14:cNvContentPartPr/>
              <p14:nvPr/>
            </p14:nvContentPartPr>
            <p14:xfrm>
              <a:off x="3448897" y="3842633"/>
              <a:ext cx="1878915" cy="453033"/>
            </p14:xfrm>
          </p:contentPart>
        </mc:Choice>
        <mc:Fallback>
          <p:pic>
            <p:nvPicPr>
              <p:cNvPr id="13" name="Ink 12">
                <a:extLst>
                  <a:ext uri="{FF2B5EF4-FFF2-40B4-BE49-F238E27FC236}">
                    <a16:creationId xmlns:a16="http://schemas.microsoft.com/office/drawing/2014/main" id="{0D5BF425-7455-5047-8B5B-95729688C396}"/>
                  </a:ext>
                </a:extLst>
              </p:cNvPr>
              <p:cNvPicPr/>
              <p:nvPr/>
            </p:nvPicPr>
            <p:blipFill>
              <a:blip r:embed="rId10"/>
              <a:stretch>
                <a:fillRect/>
              </a:stretch>
            </p:blipFill>
            <p:spPr>
              <a:xfrm>
                <a:off x="3430900" y="3824641"/>
                <a:ext cx="1914550" cy="488657"/>
              </a:xfrm>
              <a:prstGeom prst="rect">
                <a:avLst/>
              </a:prstGeom>
            </p:spPr>
          </p:pic>
        </mc:Fallback>
      </mc:AlternateContent>
      <mc:AlternateContent xmlns:mc="http://schemas.openxmlformats.org/markup-compatibility/2006">
        <mc:Choice xmlns:p14="http://schemas.microsoft.com/office/powerpoint/2010/main" Requires="p14">
          <p:contentPart p14:bwMode="auto" r:id="rId11">
            <p14:nvContentPartPr>
              <p14:cNvPr id="14" name="Ink 13">
                <a:extLst>
                  <a:ext uri="{FF2B5EF4-FFF2-40B4-BE49-F238E27FC236}">
                    <a16:creationId xmlns:a16="http://schemas.microsoft.com/office/drawing/2014/main" id="{2221E05B-8385-4427-59AE-C55D3918076B}"/>
                  </a:ext>
                </a:extLst>
              </p14:cNvPr>
              <p14:cNvContentPartPr/>
              <p14:nvPr/>
            </p14:nvContentPartPr>
            <p14:xfrm>
              <a:off x="3510431" y="3850126"/>
              <a:ext cx="1775883" cy="802648"/>
            </p14:xfrm>
          </p:contentPart>
        </mc:Choice>
        <mc:Fallback>
          <p:pic>
            <p:nvPicPr>
              <p:cNvPr id="14" name="Ink 13">
                <a:extLst>
                  <a:ext uri="{FF2B5EF4-FFF2-40B4-BE49-F238E27FC236}">
                    <a16:creationId xmlns:a16="http://schemas.microsoft.com/office/drawing/2014/main" id="{2221E05B-8385-4427-59AE-C55D3918076B}"/>
                  </a:ext>
                </a:extLst>
              </p:cNvPr>
              <p:cNvPicPr/>
              <p:nvPr/>
            </p:nvPicPr>
            <p:blipFill>
              <a:blip r:embed="rId12"/>
              <a:stretch>
                <a:fillRect/>
              </a:stretch>
            </p:blipFill>
            <p:spPr>
              <a:xfrm>
                <a:off x="3492435" y="3832137"/>
                <a:ext cx="1811516" cy="838265"/>
              </a:xfrm>
              <a:prstGeom prst="rect">
                <a:avLst/>
              </a:prstGeom>
            </p:spPr>
          </p:pic>
        </mc:Fallback>
      </mc:AlternateContent>
      <mc:AlternateContent xmlns:mc="http://schemas.openxmlformats.org/markup-compatibility/2006">
        <mc:Choice xmlns:p14="http://schemas.microsoft.com/office/powerpoint/2010/main" Requires="p14">
          <p:contentPart p14:bwMode="auto" r:id="rId13">
            <p14:nvContentPartPr>
              <p14:cNvPr id="15" name="Ink 14">
                <a:extLst>
                  <a:ext uri="{FF2B5EF4-FFF2-40B4-BE49-F238E27FC236}">
                    <a16:creationId xmlns:a16="http://schemas.microsoft.com/office/drawing/2014/main" id="{E139891A-B456-ABC2-8311-60B3B4D12537}"/>
                  </a:ext>
                </a:extLst>
              </p14:cNvPr>
              <p14:cNvContentPartPr/>
              <p14:nvPr/>
            </p14:nvContentPartPr>
            <p14:xfrm>
              <a:off x="1974101" y="5279849"/>
              <a:ext cx="4206857" cy="308726"/>
            </p14:xfrm>
          </p:contentPart>
        </mc:Choice>
        <mc:Fallback>
          <p:pic>
            <p:nvPicPr>
              <p:cNvPr id="15" name="Ink 14">
                <a:extLst>
                  <a:ext uri="{FF2B5EF4-FFF2-40B4-BE49-F238E27FC236}">
                    <a16:creationId xmlns:a16="http://schemas.microsoft.com/office/drawing/2014/main" id="{E139891A-B456-ABC2-8311-60B3B4D12537}"/>
                  </a:ext>
                </a:extLst>
              </p:cNvPr>
              <p:cNvPicPr/>
              <p:nvPr/>
            </p:nvPicPr>
            <p:blipFill>
              <a:blip r:embed="rId14"/>
              <a:stretch>
                <a:fillRect/>
              </a:stretch>
            </p:blipFill>
            <p:spPr>
              <a:xfrm>
                <a:off x="1956103" y="5261858"/>
                <a:ext cx="4242493" cy="344348"/>
              </a:xfrm>
              <a:prstGeom prst="rect">
                <a:avLst/>
              </a:prstGeom>
            </p:spPr>
          </p:pic>
        </mc:Fallback>
      </mc:AlternateContent>
      <p:sp>
        <p:nvSpPr>
          <p:cNvPr id="16" name="TextBox 15">
            <a:extLst>
              <a:ext uri="{FF2B5EF4-FFF2-40B4-BE49-F238E27FC236}">
                <a16:creationId xmlns:a16="http://schemas.microsoft.com/office/drawing/2014/main" id="{24FEF3ED-F281-D4E7-22C3-88CFF0405EB0}"/>
              </a:ext>
            </a:extLst>
          </p:cNvPr>
          <p:cNvSpPr txBox="1"/>
          <p:nvPr/>
        </p:nvSpPr>
        <p:spPr>
          <a:xfrm>
            <a:off x="478733" y="2052765"/>
            <a:ext cx="2071454"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Our name in a blue </a:t>
            </a:r>
            <a:r>
              <a:rPr lang="en-US" err="1"/>
              <a:t>colour</a:t>
            </a:r>
            <a:r>
              <a:rPr lang="en-US"/>
              <a:t> scheme to represent the water </a:t>
            </a:r>
          </a:p>
        </p:txBody>
      </p:sp>
      <p:sp>
        <p:nvSpPr>
          <p:cNvPr id="22" name="TextBox 21">
            <a:extLst>
              <a:ext uri="{FF2B5EF4-FFF2-40B4-BE49-F238E27FC236}">
                <a16:creationId xmlns:a16="http://schemas.microsoft.com/office/drawing/2014/main" id="{50409287-EF5B-CF5B-A14E-2C5D39440B15}"/>
              </a:ext>
            </a:extLst>
          </p:cNvPr>
          <p:cNvSpPr txBox="1"/>
          <p:nvPr/>
        </p:nvSpPr>
        <p:spPr>
          <a:xfrm>
            <a:off x="2032325" y="3650746"/>
            <a:ext cx="2101048"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Clicks onto another page </a:t>
            </a:r>
          </a:p>
        </p:txBody>
      </p:sp>
      <p:sp>
        <p:nvSpPr>
          <p:cNvPr id="23" name="TextBox 22">
            <a:extLst>
              <a:ext uri="{FF2B5EF4-FFF2-40B4-BE49-F238E27FC236}">
                <a16:creationId xmlns:a16="http://schemas.microsoft.com/office/drawing/2014/main" id="{4FF51D3C-6667-07BD-0EBF-46440DDD405A}"/>
              </a:ext>
            </a:extLst>
          </p:cNvPr>
          <p:cNvSpPr txBox="1"/>
          <p:nvPr/>
        </p:nvSpPr>
        <p:spPr>
          <a:xfrm>
            <a:off x="477048" y="4922370"/>
            <a:ext cx="1583184"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Clicks onto a page were users can buy the probe</a:t>
            </a:r>
          </a:p>
        </p:txBody>
      </p:sp>
      <p:grpSp>
        <p:nvGrpSpPr>
          <p:cNvPr id="18" name="Group 17">
            <a:extLst>
              <a:ext uri="{FF2B5EF4-FFF2-40B4-BE49-F238E27FC236}">
                <a16:creationId xmlns:a16="http://schemas.microsoft.com/office/drawing/2014/main" id="{874B9EED-B8A1-41F2-433B-899420AECD4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8969" y="1825"/>
            <a:ext cx="12261871" cy="1716626"/>
            <a:chOff x="460731" y="480226"/>
            <a:chExt cx="10954587" cy="1421948"/>
          </a:xfrm>
        </p:grpSpPr>
        <p:sp>
          <p:nvSpPr>
            <p:cNvPr id="10" name="Color">
              <a:extLst>
                <a:ext uri="{FF2B5EF4-FFF2-40B4-BE49-F238E27FC236}">
                  <a16:creationId xmlns:a16="http://schemas.microsoft.com/office/drawing/2014/main" id="{0B11F266-29C2-C315-D5CE-194D3BE0755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9687" y="480226"/>
              <a:ext cx="10945630" cy="14219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Color">
              <a:extLst>
                <a:ext uri="{FF2B5EF4-FFF2-40B4-BE49-F238E27FC236}">
                  <a16:creationId xmlns:a16="http://schemas.microsoft.com/office/drawing/2014/main" id="{74BEF22A-C833-41A9-4568-ADC4E8EA23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0731" y="505141"/>
              <a:ext cx="10954587" cy="1397030"/>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DECC06B4-3A01-A656-443F-0A54FBECDA36}"/>
              </a:ext>
            </a:extLst>
          </p:cNvPr>
          <p:cNvSpPr>
            <a:spLocks noGrp="1"/>
          </p:cNvSpPr>
          <p:nvPr>
            <p:ph type="title"/>
          </p:nvPr>
        </p:nvSpPr>
        <p:spPr>
          <a:xfrm>
            <a:off x="46122" y="194678"/>
            <a:ext cx="10515600" cy="1325563"/>
          </a:xfrm>
        </p:spPr>
        <p:txBody>
          <a:bodyPr/>
          <a:lstStyle/>
          <a:p>
            <a:r>
              <a:rPr lang="en-US">
                <a:solidFill>
                  <a:schemeClr val="bg1"/>
                </a:solidFill>
              </a:rPr>
              <a:t>Taliahs Website Mockup</a:t>
            </a:r>
          </a:p>
        </p:txBody>
      </p:sp>
    </p:spTree>
    <p:extLst>
      <p:ext uri="{BB962C8B-B14F-4D97-AF65-F5344CB8AC3E}">
        <p14:creationId xmlns:p14="http://schemas.microsoft.com/office/powerpoint/2010/main" val="41964531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7087900-9F6A-E9B8-8CC1-5248A5AD74C7}"/>
              </a:ext>
            </a:extLst>
          </p:cNvPr>
          <p:cNvPicPr>
            <a:picLocks noChangeAspect="1"/>
          </p:cNvPicPr>
          <p:nvPr/>
        </p:nvPicPr>
        <p:blipFill>
          <a:blip r:embed="rId2"/>
          <a:stretch>
            <a:fillRect/>
          </a:stretch>
        </p:blipFill>
        <p:spPr>
          <a:xfrm>
            <a:off x="4172917" y="2686188"/>
            <a:ext cx="3843131" cy="3843131"/>
          </a:xfrm>
          <a:prstGeom prst="rect">
            <a:avLst/>
          </a:prstGeom>
        </p:spPr>
      </p:pic>
      <p:grpSp>
        <p:nvGrpSpPr>
          <p:cNvPr id="7" name="Group 6">
            <a:extLst>
              <a:ext uri="{FF2B5EF4-FFF2-40B4-BE49-F238E27FC236}">
                <a16:creationId xmlns:a16="http://schemas.microsoft.com/office/drawing/2014/main" id="{CECE36E4-90FD-D8E9-5273-90FEDF63ED5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8969" y="1825"/>
            <a:ext cx="12261871" cy="1716626"/>
            <a:chOff x="460731" y="480226"/>
            <a:chExt cx="10954587" cy="1421948"/>
          </a:xfrm>
        </p:grpSpPr>
        <p:sp>
          <p:nvSpPr>
            <p:cNvPr id="5" name="Color">
              <a:extLst>
                <a:ext uri="{FF2B5EF4-FFF2-40B4-BE49-F238E27FC236}">
                  <a16:creationId xmlns:a16="http://schemas.microsoft.com/office/drawing/2014/main" id="{D00CDF6C-2858-01DD-78AE-3FB7712D23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9687" y="480226"/>
              <a:ext cx="10945630" cy="14219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olor">
              <a:extLst>
                <a:ext uri="{FF2B5EF4-FFF2-40B4-BE49-F238E27FC236}">
                  <a16:creationId xmlns:a16="http://schemas.microsoft.com/office/drawing/2014/main" id="{0BBF08C7-C96B-5410-249C-D72D85F0A26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0731" y="505141"/>
              <a:ext cx="10954587" cy="1397030"/>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1E87D877-1A18-83C4-94B1-173689B4C6A1}"/>
              </a:ext>
            </a:extLst>
          </p:cNvPr>
          <p:cNvSpPr>
            <a:spLocks noGrp="1"/>
          </p:cNvSpPr>
          <p:nvPr>
            <p:ph type="title"/>
          </p:nvPr>
        </p:nvSpPr>
        <p:spPr>
          <a:xfrm>
            <a:off x="197427" y="197715"/>
            <a:ext cx="10515600" cy="1325563"/>
          </a:xfrm>
        </p:spPr>
        <p:txBody>
          <a:bodyPr/>
          <a:lstStyle/>
          <a:p>
            <a:r>
              <a:rPr lang="en-US">
                <a:solidFill>
                  <a:schemeClr val="bg1"/>
                </a:solidFill>
              </a:rPr>
              <a:t>Zef's Logo Mockup</a:t>
            </a:r>
          </a:p>
        </p:txBody>
      </p:sp>
    </p:spTree>
    <p:extLst>
      <p:ext uri="{BB962C8B-B14F-4D97-AF65-F5344CB8AC3E}">
        <p14:creationId xmlns:p14="http://schemas.microsoft.com/office/powerpoint/2010/main" val="285385500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2E4EAD7D-C846-7894-026B-0BD0ABEA5624}"/>
              </a:ext>
            </a:extLst>
          </p:cNvPr>
          <p:cNvPicPr>
            <a:picLocks noGrp="1" noChangeAspect="1"/>
          </p:cNvPicPr>
          <p:nvPr>
            <p:ph idx="1"/>
          </p:nvPr>
        </p:nvPicPr>
        <p:blipFill>
          <a:blip r:embed="rId2"/>
          <a:stretch>
            <a:fillRect/>
          </a:stretch>
        </p:blipFill>
        <p:spPr>
          <a:xfrm>
            <a:off x="3859634" y="2603500"/>
            <a:ext cx="3416300" cy="3416300"/>
          </a:xfrm>
          <a:prstGeom prst="rect">
            <a:avLst/>
          </a:prstGeom>
        </p:spPr>
      </p:pic>
      <p:sp>
        <p:nvSpPr>
          <p:cNvPr id="5" name="TextBox 4">
            <a:extLst>
              <a:ext uri="{FF2B5EF4-FFF2-40B4-BE49-F238E27FC236}">
                <a16:creationId xmlns:a16="http://schemas.microsoft.com/office/drawing/2014/main" id="{876E83F0-23FE-F5A7-E3DD-6082A5B8E14C}"/>
              </a:ext>
            </a:extLst>
          </p:cNvPr>
          <p:cNvSpPr txBox="1"/>
          <p:nvPr/>
        </p:nvSpPr>
        <p:spPr>
          <a:xfrm>
            <a:off x="1167576" y="2843051"/>
            <a:ext cx="2675103"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Blue to represent the water it works in</a:t>
            </a:r>
          </a:p>
        </p:txBody>
      </p:sp>
      <p:grpSp>
        <p:nvGrpSpPr>
          <p:cNvPr id="8" name="Group 7">
            <a:extLst>
              <a:ext uri="{FF2B5EF4-FFF2-40B4-BE49-F238E27FC236}">
                <a16:creationId xmlns:a16="http://schemas.microsoft.com/office/drawing/2014/main" id="{BF5CF546-A14D-56BE-E340-21EE8FE6558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8969" y="1825"/>
            <a:ext cx="12261871" cy="1716626"/>
            <a:chOff x="460731" y="480226"/>
            <a:chExt cx="10954587" cy="1421948"/>
          </a:xfrm>
        </p:grpSpPr>
        <p:sp>
          <p:nvSpPr>
            <p:cNvPr id="6" name="Color">
              <a:extLst>
                <a:ext uri="{FF2B5EF4-FFF2-40B4-BE49-F238E27FC236}">
                  <a16:creationId xmlns:a16="http://schemas.microsoft.com/office/drawing/2014/main" id="{55F7DB37-A8EF-2470-DB74-B2BCCA4AE03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9687" y="480226"/>
              <a:ext cx="10945630" cy="14219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olor">
              <a:extLst>
                <a:ext uri="{FF2B5EF4-FFF2-40B4-BE49-F238E27FC236}">
                  <a16:creationId xmlns:a16="http://schemas.microsoft.com/office/drawing/2014/main" id="{2D5FFFA6-390D-AA3E-29FD-1A333CC07AD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0731" y="505141"/>
              <a:ext cx="10954587" cy="1397030"/>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9606A4EE-1A20-9BCE-F68F-8A6820025ED2}"/>
              </a:ext>
            </a:extLst>
          </p:cNvPr>
          <p:cNvSpPr>
            <a:spLocks noGrp="1"/>
          </p:cNvSpPr>
          <p:nvPr>
            <p:ph type="title"/>
          </p:nvPr>
        </p:nvSpPr>
        <p:spPr>
          <a:xfrm>
            <a:off x="180110" y="197716"/>
            <a:ext cx="10515600" cy="1325563"/>
          </a:xfrm>
        </p:spPr>
        <p:txBody>
          <a:bodyPr/>
          <a:lstStyle/>
          <a:p>
            <a:r>
              <a:rPr lang="en-US">
                <a:solidFill>
                  <a:schemeClr val="bg1"/>
                </a:solidFill>
              </a:rPr>
              <a:t>Oscar's Logo Mockup</a:t>
            </a:r>
          </a:p>
        </p:txBody>
      </p:sp>
    </p:spTree>
    <p:extLst>
      <p:ext uri="{BB962C8B-B14F-4D97-AF65-F5344CB8AC3E}">
        <p14:creationId xmlns:p14="http://schemas.microsoft.com/office/powerpoint/2010/main" val="138032169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E5450514-D7F2-2BB6-89C5-113A6524D56D}"/>
              </a:ext>
            </a:extLst>
          </p:cNvPr>
          <p:cNvPicPr>
            <a:picLocks noGrp="1" noChangeAspect="1"/>
          </p:cNvPicPr>
          <p:nvPr>
            <p:ph idx="1"/>
          </p:nvPr>
        </p:nvPicPr>
        <p:blipFill>
          <a:blip r:embed="rId2"/>
          <a:stretch>
            <a:fillRect/>
          </a:stretch>
        </p:blipFill>
        <p:spPr>
          <a:xfrm>
            <a:off x="3273986" y="1695860"/>
            <a:ext cx="5244027" cy="4585092"/>
          </a:xfrm>
          <a:prstGeom prst="rect">
            <a:avLst/>
          </a:prstGeom>
        </p:spPr>
      </p:pic>
      <p:grpSp>
        <p:nvGrpSpPr>
          <p:cNvPr id="7" name="Group 6">
            <a:extLst>
              <a:ext uri="{FF2B5EF4-FFF2-40B4-BE49-F238E27FC236}">
                <a16:creationId xmlns:a16="http://schemas.microsoft.com/office/drawing/2014/main" id="{3F7ECD6C-158E-67A6-ADB4-4A21A3108B3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8969" y="1825"/>
            <a:ext cx="12261871" cy="1716626"/>
            <a:chOff x="460731" y="480226"/>
            <a:chExt cx="10954587" cy="1421948"/>
          </a:xfrm>
        </p:grpSpPr>
        <p:sp>
          <p:nvSpPr>
            <p:cNvPr id="4" name="Color">
              <a:extLst>
                <a:ext uri="{FF2B5EF4-FFF2-40B4-BE49-F238E27FC236}">
                  <a16:creationId xmlns:a16="http://schemas.microsoft.com/office/drawing/2014/main" id="{1CD01FD3-954A-3A23-1D31-52BAFDF7D2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9687" y="480226"/>
              <a:ext cx="10945630" cy="14219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olor">
              <a:extLst>
                <a:ext uri="{FF2B5EF4-FFF2-40B4-BE49-F238E27FC236}">
                  <a16:creationId xmlns:a16="http://schemas.microsoft.com/office/drawing/2014/main" id="{35DAA2F6-71B6-7CD7-B239-BE46061B13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0731" y="505141"/>
              <a:ext cx="10954587" cy="1397030"/>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1EEB6081-E41C-E3FF-269E-8B1C60D65713}"/>
              </a:ext>
            </a:extLst>
          </p:cNvPr>
          <p:cNvSpPr>
            <a:spLocks noGrp="1"/>
          </p:cNvSpPr>
          <p:nvPr>
            <p:ph type="title"/>
          </p:nvPr>
        </p:nvSpPr>
        <p:spPr>
          <a:xfrm>
            <a:off x="180109" y="197716"/>
            <a:ext cx="10515600" cy="1325563"/>
          </a:xfrm>
        </p:spPr>
        <p:txBody>
          <a:bodyPr/>
          <a:lstStyle/>
          <a:p>
            <a:r>
              <a:rPr lang="en-US">
                <a:solidFill>
                  <a:schemeClr val="bg1"/>
                </a:solidFill>
              </a:rPr>
              <a:t>Taliah's logo Mockup</a:t>
            </a:r>
          </a:p>
        </p:txBody>
      </p:sp>
    </p:spTree>
    <p:extLst>
      <p:ext uri="{BB962C8B-B14F-4D97-AF65-F5344CB8AC3E}">
        <p14:creationId xmlns:p14="http://schemas.microsoft.com/office/powerpoint/2010/main" val="13189327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2243F-7CAA-E711-F86C-D9681700D12F}"/>
              </a:ext>
            </a:extLst>
          </p:cNvPr>
          <p:cNvSpPr>
            <a:spLocks noGrp="1"/>
          </p:cNvSpPr>
          <p:nvPr>
            <p:ph type="title"/>
          </p:nvPr>
        </p:nvSpPr>
        <p:spPr/>
        <p:txBody>
          <a:bodyPr/>
          <a:lstStyle/>
          <a:p>
            <a:r>
              <a:rPr lang="en-AU"/>
              <a:t>Pseudocode for the probe</a:t>
            </a:r>
          </a:p>
        </p:txBody>
      </p:sp>
      <p:sp>
        <p:nvSpPr>
          <p:cNvPr id="3" name="Content Placeholder 2">
            <a:extLst>
              <a:ext uri="{FF2B5EF4-FFF2-40B4-BE49-F238E27FC236}">
                <a16:creationId xmlns:a16="http://schemas.microsoft.com/office/drawing/2014/main" id="{FD82AECB-7093-DF04-FFEC-BFC29CD7CED8}"/>
              </a:ext>
            </a:extLst>
          </p:cNvPr>
          <p:cNvSpPr>
            <a:spLocks noGrp="1"/>
          </p:cNvSpPr>
          <p:nvPr>
            <p:ph idx="1"/>
          </p:nvPr>
        </p:nvSpPr>
        <p:spPr/>
        <p:txBody>
          <a:bodyPr numCol="5">
            <a:normAutofit fontScale="25000" lnSpcReduction="20000"/>
          </a:bodyPr>
          <a:lstStyle/>
          <a:p>
            <a:pPr marL="0" indent="0">
              <a:buNone/>
            </a:pPr>
            <a:r>
              <a:rPr lang="en-AU" i="1"/>
              <a:t>CONSTANT SD_CS_PIN ← 10</a:t>
            </a:r>
          </a:p>
          <a:p>
            <a:pPr marL="0" indent="0">
              <a:buNone/>
            </a:pPr>
            <a:r>
              <a:rPr lang="en-AU" i="1"/>
              <a:t>CONSTANT TEMP_PIN ← 2</a:t>
            </a:r>
          </a:p>
          <a:p>
            <a:pPr marL="0" indent="0">
              <a:buNone/>
            </a:pPr>
            <a:r>
              <a:rPr lang="en-AU" i="1"/>
              <a:t>CONSTANT TRIG_PIN ← 6</a:t>
            </a:r>
          </a:p>
          <a:p>
            <a:pPr marL="0" indent="0">
              <a:buNone/>
            </a:pPr>
            <a:r>
              <a:rPr lang="en-AU" i="1"/>
              <a:t>CONSTANT ECHO_PIN ← 5</a:t>
            </a:r>
          </a:p>
          <a:p>
            <a:pPr marL="0" indent="0">
              <a:buNone/>
            </a:pPr>
            <a:r>
              <a:rPr lang="en-AU" i="1"/>
              <a:t>CONSTANT TURBIDITY_PIN ← A0</a:t>
            </a:r>
          </a:p>
          <a:p>
            <a:pPr marL="0" indent="0">
              <a:buNone/>
            </a:pPr>
            <a:r>
              <a:rPr lang="en-AU" i="1"/>
              <a:t>CONSTANT LED_RED_PIN ← 7</a:t>
            </a:r>
          </a:p>
          <a:p>
            <a:pPr marL="0" indent="0">
              <a:buNone/>
            </a:pPr>
            <a:r>
              <a:rPr lang="en-AU" i="1"/>
              <a:t>CONSTANT LED_YELLOW_PIN ← 4</a:t>
            </a:r>
          </a:p>
          <a:p>
            <a:pPr marL="0" indent="0">
              <a:buNone/>
            </a:pPr>
            <a:r>
              <a:rPr lang="en-AU" i="1"/>
              <a:t>CONSTANT READ_INTERVAL ← 0.1 SECONDS</a:t>
            </a:r>
          </a:p>
          <a:p>
            <a:pPr marL="0" indent="0">
              <a:buNone/>
            </a:pPr>
            <a:r>
              <a:rPr lang="en-AU" i="1"/>
              <a:t>CONSTANT WARN_THRESHOLD ← 50</a:t>
            </a:r>
          </a:p>
          <a:p>
            <a:pPr marL="0" indent="0">
              <a:buNone/>
            </a:pPr>
            <a:r>
              <a:rPr lang="en-AU" i="1"/>
              <a:t>CONSTANT BAD_THRESHOLD ← 100</a:t>
            </a:r>
          </a:p>
          <a:p>
            <a:pPr marL="0" indent="0">
              <a:buNone/>
            </a:pPr>
            <a:endParaRPr lang="en-AU" i="1"/>
          </a:p>
          <a:p>
            <a:pPr marL="0" indent="0">
              <a:buNone/>
            </a:pPr>
            <a:r>
              <a:rPr lang="en-AU" i="1"/>
              <a:t>DECLARE timestamp AS INTEGER</a:t>
            </a:r>
          </a:p>
          <a:p>
            <a:pPr marL="0" indent="0">
              <a:buNone/>
            </a:pPr>
            <a:r>
              <a:rPr lang="en-AU" i="1"/>
              <a:t>DECLARE </a:t>
            </a:r>
            <a:r>
              <a:rPr lang="en-AU" i="1" err="1"/>
              <a:t>distanceCm</a:t>
            </a:r>
            <a:r>
              <a:rPr lang="en-AU" i="1"/>
              <a:t> AS REAL</a:t>
            </a:r>
          </a:p>
          <a:p>
            <a:pPr marL="0" indent="0">
              <a:buNone/>
            </a:pPr>
            <a:r>
              <a:rPr lang="en-AU" i="1"/>
              <a:t>DECLARE </a:t>
            </a:r>
            <a:r>
              <a:rPr lang="en-AU" i="1" err="1"/>
              <a:t>tempC</a:t>
            </a:r>
            <a:r>
              <a:rPr lang="en-AU" i="1"/>
              <a:t> AS REAL</a:t>
            </a:r>
          </a:p>
          <a:p>
            <a:pPr marL="0" indent="0">
              <a:buNone/>
            </a:pPr>
            <a:r>
              <a:rPr lang="en-AU" i="1"/>
              <a:t>DECLARE </a:t>
            </a:r>
            <a:r>
              <a:rPr lang="en-AU" i="1" err="1"/>
              <a:t>turbidityNTU</a:t>
            </a:r>
            <a:r>
              <a:rPr lang="en-AU" i="1"/>
              <a:t> AS REAL</a:t>
            </a:r>
          </a:p>
          <a:p>
            <a:pPr marL="0" indent="0">
              <a:buNone/>
            </a:pPr>
            <a:endParaRPr lang="en-AU" i="1"/>
          </a:p>
          <a:p>
            <a:pPr marL="0" indent="0">
              <a:buNone/>
            </a:pPr>
            <a:r>
              <a:rPr lang="en-AU" i="1"/>
              <a:t>PROCEDURE Setup</a:t>
            </a:r>
          </a:p>
          <a:p>
            <a:pPr marL="0" indent="0">
              <a:buNone/>
            </a:pPr>
            <a:r>
              <a:rPr lang="en-AU" i="1"/>
              <a:t>    BEGIN</a:t>
            </a:r>
          </a:p>
          <a:p>
            <a:pPr marL="0" indent="0">
              <a:buNone/>
            </a:pPr>
            <a:r>
              <a:rPr lang="en-AU" i="1"/>
              <a:t>        SET LED_RED_PIN AS OUTPUT</a:t>
            </a:r>
          </a:p>
          <a:p>
            <a:pPr marL="0" indent="0">
              <a:buNone/>
            </a:pPr>
            <a:r>
              <a:rPr lang="en-AU" i="1"/>
              <a:t>        SET LED_YELLOW_PIN AS OUTPUT</a:t>
            </a:r>
          </a:p>
          <a:p>
            <a:pPr marL="0" indent="0">
              <a:buNone/>
            </a:pPr>
            <a:r>
              <a:rPr lang="en-AU" i="1"/>
              <a:t>        OPEN serial connection</a:t>
            </a:r>
          </a:p>
          <a:p>
            <a:pPr marL="0" indent="0">
              <a:buNone/>
            </a:pPr>
            <a:endParaRPr lang="en-AU" i="1"/>
          </a:p>
          <a:p>
            <a:pPr marL="0" indent="0">
              <a:buNone/>
            </a:pPr>
            <a:r>
              <a:rPr lang="en-AU" i="1"/>
              <a:t>        IF SD card FAILS TO INITIALIZE THEN</a:t>
            </a:r>
          </a:p>
          <a:p>
            <a:pPr marL="0" indent="0">
              <a:buNone/>
            </a:pPr>
            <a:r>
              <a:rPr lang="en-AU" i="1"/>
              <a:t>            DISPLAY "SD </a:t>
            </a:r>
            <a:r>
              <a:rPr lang="en-AU" i="1" err="1"/>
              <a:t>init</a:t>
            </a:r>
            <a:r>
              <a:rPr lang="en-AU" i="1"/>
              <a:t> failed"</a:t>
            </a:r>
          </a:p>
          <a:p>
            <a:pPr marL="0" indent="0">
              <a:buNone/>
            </a:pPr>
            <a:r>
              <a:rPr lang="en-AU" i="1"/>
              <a:t>            STOP PROGRAM</a:t>
            </a:r>
          </a:p>
          <a:p>
            <a:pPr marL="0" indent="0">
              <a:buNone/>
            </a:pPr>
            <a:r>
              <a:rPr lang="en-AU" i="1"/>
              <a:t>        ENDIF</a:t>
            </a:r>
          </a:p>
          <a:p>
            <a:pPr marL="0" indent="0">
              <a:buNone/>
            </a:pPr>
            <a:r>
              <a:rPr lang="en-AU" i="1"/>
              <a:t>        INITIALIZE temperature sensor</a:t>
            </a:r>
          </a:p>
          <a:p>
            <a:pPr marL="0" indent="0">
              <a:buNone/>
            </a:pPr>
            <a:r>
              <a:rPr lang="en-AU" i="1"/>
              <a:t>        WRITE "</a:t>
            </a:r>
            <a:r>
              <a:rPr lang="en-AU" i="1" err="1"/>
              <a:t>millis,distance_cm,temp_C,turbidity_NTU</a:t>
            </a:r>
            <a:r>
              <a:rPr lang="en-AU" i="1"/>
              <a:t>" AS HEADER TO FILE "datalog.csv"</a:t>
            </a:r>
          </a:p>
          <a:p>
            <a:pPr marL="0" indent="0">
              <a:buNone/>
            </a:pPr>
            <a:r>
              <a:rPr lang="en-AU" i="1"/>
              <a:t>    END</a:t>
            </a:r>
          </a:p>
          <a:p>
            <a:pPr marL="0" indent="0">
              <a:buNone/>
            </a:pPr>
            <a:r>
              <a:rPr lang="en-AU" i="1"/>
              <a:t>PROCEDURE </a:t>
            </a:r>
            <a:r>
              <a:rPr lang="en-AU" i="1" err="1"/>
              <a:t>MainLoop</a:t>
            </a:r>
            <a:endParaRPr lang="en-AU" i="1"/>
          </a:p>
          <a:p>
            <a:pPr marL="0" indent="0">
              <a:buNone/>
            </a:pPr>
            <a:r>
              <a:rPr lang="en-AU" i="1"/>
              <a:t>    BEGIN</a:t>
            </a:r>
          </a:p>
          <a:p>
            <a:pPr marL="0" indent="0">
              <a:buNone/>
            </a:pPr>
            <a:r>
              <a:rPr lang="en-AU" i="1"/>
              <a:t>        WHILE TRUE DO</a:t>
            </a:r>
          </a:p>
          <a:p>
            <a:pPr marL="0" indent="0">
              <a:buNone/>
            </a:pPr>
            <a:r>
              <a:rPr lang="en-AU" i="1"/>
              <a:t>            timestamp ← CURRENT TIME IN MILLISECONDS</a:t>
            </a:r>
          </a:p>
          <a:p>
            <a:pPr marL="0" indent="0">
              <a:buNone/>
            </a:pPr>
            <a:r>
              <a:rPr lang="en-AU" i="1"/>
              <a:t>            </a:t>
            </a:r>
            <a:r>
              <a:rPr lang="en-AU" i="1" err="1"/>
              <a:t>distanceCm</a:t>
            </a:r>
            <a:r>
              <a:rPr lang="en-AU" i="1"/>
              <a:t> ← CALL </a:t>
            </a:r>
            <a:r>
              <a:rPr lang="en-AU" i="1" err="1"/>
              <a:t>ReadDistance</a:t>
            </a:r>
            <a:r>
              <a:rPr lang="en-AU" i="1"/>
              <a:t>()</a:t>
            </a:r>
          </a:p>
          <a:p>
            <a:pPr marL="0" indent="0">
              <a:buNone/>
            </a:pPr>
            <a:r>
              <a:rPr lang="en-AU" i="1"/>
              <a:t>            </a:t>
            </a:r>
            <a:r>
              <a:rPr lang="en-AU" i="1" err="1"/>
              <a:t>tempC</a:t>
            </a:r>
            <a:r>
              <a:rPr lang="en-AU" i="1"/>
              <a:t> ← CALL </a:t>
            </a:r>
            <a:r>
              <a:rPr lang="en-AU" i="1" err="1"/>
              <a:t>ReadTemperature</a:t>
            </a:r>
            <a:r>
              <a:rPr lang="en-AU" i="1"/>
              <a:t>()</a:t>
            </a:r>
          </a:p>
          <a:p>
            <a:pPr marL="0" indent="0">
              <a:buNone/>
            </a:pPr>
            <a:r>
              <a:rPr lang="en-AU" i="1"/>
              <a:t>            </a:t>
            </a:r>
            <a:r>
              <a:rPr lang="en-AU" i="1" err="1"/>
              <a:t>turbidityNTU</a:t>
            </a:r>
            <a:r>
              <a:rPr lang="en-AU" i="1"/>
              <a:t> ← CALL </a:t>
            </a:r>
            <a:r>
              <a:rPr lang="en-AU" i="1" err="1"/>
              <a:t>ReadTurbidity</a:t>
            </a:r>
            <a:r>
              <a:rPr lang="en-AU" i="1"/>
              <a:t>()</a:t>
            </a:r>
          </a:p>
          <a:p>
            <a:pPr marL="0" indent="0">
              <a:buNone/>
            </a:pPr>
            <a:endParaRPr lang="en-AU" i="1"/>
          </a:p>
          <a:p>
            <a:pPr marL="0" indent="0">
              <a:buNone/>
            </a:pPr>
            <a:r>
              <a:rPr lang="en-AU" i="1"/>
              <a:t>            CALL </a:t>
            </a:r>
            <a:r>
              <a:rPr lang="en-AU" i="1" err="1"/>
              <a:t>UpdateIndicatorLights</a:t>
            </a:r>
            <a:r>
              <a:rPr lang="en-AU" i="1"/>
              <a:t>(</a:t>
            </a:r>
            <a:r>
              <a:rPr lang="en-AU" i="1" err="1"/>
              <a:t>turbidityNTU</a:t>
            </a:r>
            <a:r>
              <a:rPr lang="en-AU" i="1"/>
              <a:t>)</a:t>
            </a:r>
          </a:p>
          <a:p>
            <a:pPr marL="0" indent="0">
              <a:buNone/>
            </a:pPr>
            <a:r>
              <a:rPr lang="en-AU" i="1"/>
              <a:t>            CALL </a:t>
            </a:r>
            <a:r>
              <a:rPr lang="en-AU" i="1" err="1"/>
              <a:t>WriteReadingToFile</a:t>
            </a:r>
            <a:r>
              <a:rPr lang="en-AU" i="1"/>
              <a:t>(timestamp, </a:t>
            </a:r>
            <a:r>
              <a:rPr lang="en-AU" i="1" err="1"/>
              <a:t>distanceCm</a:t>
            </a:r>
            <a:r>
              <a:rPr lang="en-AU" i="1"/>
              <a:t>, </a:t>
            </a:r>
            <a:r>
              <a:rPr lang="en-AU" i="1" err="1"/>
              <a:t>tempC</a:t>
            </a:r>
            <a:r>
              <a:rPr lang="en-AU" i="1"/>
              <a:t>, </a:t>
            </a:r>
            <a:r>
              <a:rPr lang="en-AU" i="1" err="1"/>
              <a:t>turbidityNTU</a:t>
            </a:r>
            <a:r>
              <a:rPr lang="en-AU" i="1"/>
              <a:t>)</a:t>
            </a:r>
          </a:p>
          <a:p>
            <a:pPr marL="0" indent="0">
              <a:buNone/>
            </a:pPr>
            <a:endParaRPr lang="en-AU" i="1"/>
          </a:p>
          <a:p>
            <a:pPr marL="0" indent="0">
              <a:buNone/>
            </a:pPr>
            <a:r>
              <a:rPr lang="en-AU" i="1"/>
              <a:t>            WAIT FOR READ_INTERVAL</a:t>
            </a:r>
          </a:p>
          <a:p>
            <a:pPr marL="0" indent="0">
              <a:buNone/>
            </a:pPr>
            <a:r>
              <a:rPr lang="en-AU" i="1"/>
              <a:t>        ENDWHILE</a:t>
            </a:r>
          </a:p>
          <a:p>
            <a:pPr marL="0" indent="0">
              <a:buNone/>
            </a:pPr>
            <a:r>
              <a:rPr lang="en-AU" i="1"/>
              <a:t>    END</a:t>
            </a:r>
          </a:p>
          <a:p>
            <a:pPr marL="0" indent="0">
              <a:buNone/>
            </a:pPr>
            <a:r>
              <a:rPr lang="en-AU" i="1"/>
              <a:t>FUNCTION </a:t>
            </a:r>
            <a:r>
              <a:rPr lang="en-AU" i="1" err="1"/>
              <a:t>ReadDistance</a:t>
            </a:r>
            <a:r>
              <a:rPr lang="en-AU" i="1"/>
              <a:t> RETURNS REAL</a:t>
            </a:r>
          </a:p>
          <a:p>
            <a:pPr marL="0" indent="0">
              <a:buNone/>
            </a:pPr>
            <a:r>
              <a:rPr lang="en-AU" i="1"/>
              <a:t>    DECLARE </a:t>
            </a:r>
            <a:r>
              <a:rPr lang="en-AU" i="1" err="1"/>
              <a:t>echoTime</a:t>
            </a:r>
            <a:r>
              <a:rPr lang="en-AU" i="1"/>
              <a:t> AS REAL</a:t>
            </a:r>
          </a:p>
          <a:p>
            <a:pPr marL="0" indent="0">
              <a:buNone/>
            </a:pPr>
            <a:r>
              <a:rPr lang="en-AU" i="1"/>
              <a:t>    BEGIN</a:t>
            </a:r>
          </a:p>
          <a:p>
            <a:pPr marL="0" indent="0">
              <a:buNone/>
            </a:pPr>
            <a:r>
              <a:rPr lang="en-AU" i="1"/>
              <a:t>        </a:t>
            </a:r>
            <a:r>
              <a:rPr lang="en-AU" i="1" err="1"/>
              <a:t>echoTime</a:t>
            </a:r>
            <a:r>
              <a:rPr lang="en-AU" i="1"/>
              <a:t> ← MEASURE ultrasonic echo time ON ECHO_PIN</a:t>
            </a:r>
          </a:p>
          <a:p>
            <a:pPr marL="0" indent="0">
              <a:buNone/>
            </a:pPr>
            <a:r>
              <a:rPr lang="en-AU" i="1"/>
              <a:t>        RETURN CONVERT </a:t>
            </a:r>
            <a:r>
              <a:rPr lang="en-AU" i="1" err="1"/>
              <a:t>echoTime</a:t>
            </a:r>
            <a:r>
              <a:rPr lang="en-AU" i="1"/>
              <a:t> TO CENTIMETERS</a:t>
            </a:r>
          </a:p>
          <a:p>
            <a:pPr marL="0" indent="0">
              <a:buNone/>
            </a:pPr>
            <a:r>
              <a:rPr lang="en-AU" i="1"/>
              <a:t>    END</a:t>
            </a:r>
          </a:p>
          <a:p>
            <a:pPr marL="0" indent="0">
              <a:buNone/>
            </a:pPr>
            <a:r>
              <a:rPr lang="en-AU" i="1"/>
              <a:t>FUNCTION </a:t>
            </a:r>
            <a:r>
              <a:rPr lang="en-AU" i="1" err="1"/>
              <a:t>ReadTemperature</a:t>
            </a:r>
            <a:r>
              <a:rPr lang="en-AU" i="1"/>
              <a:t> RETURNS REAL</a:t>
            </a:r>
          </a:p>
          <a:p>
            <a:pPr marL="0" indent="0">
              <a:buNone/>
            </a:pPr>
            <a:r>
              <a:rPr lang="en-AU" i="1"/>
              <a:t>    DECLARE </a:t>
            </a:r>
            <a:r>
              <a:rPr lang="en-AU" i="1" err="1"/>
              <a:t>currentTemp</a:t>
            </a:r>
            <a:r>
              <a:rPr lang="en-AU" i="1"/>
              <a:t> AS REAL</a:t>
            </a:r>
          </a:p>
          <a:p>
            <a:pPr marL="0" indent="0">
              <a:buNone/>
            </a:pPr>
            <a:r>
              <a:rPr lang="en-AU" i="1"/>
              <a:t>    BEGIN</a:t>
            </a:r>
          </a:p>
          <a:p>
            <a:pPr marL="0" indent="0">
              <a:buNone/>
            </a:pPr>
            <a:r>
              <a:rPr lang="en-AU" i="1"/>
              <a:t>        REQUEST reading FROM temperature sensor</a:t>
            </a:r>
          </a:p>
          <a:p>
            <a:pPr marL="0" indent="0">
              <a:buNone/>
            </a:pPr>
            <a:r>
              <a:rPr lang="en-AU" i="1"/>
              <a:t>        </a:t>
            </a:r>
            <a:r>
              <a:rPr lang="en-AU" i="1" err="1"/>
              <a:t>currentTemp</a:t>
            </a:r>
            <a:r>
              <a:rPr lang="en-AU" i="1"/>
              <a:t> ← temperature sensor's FIRST reading</a:t>
            </a:r>
          </a:p>
          <a:p>
            <a:pPr marL="0" indent="0">
              <a:buNone/>
            </a:pPr>
            <a:r>
              <a:rPr lang="en-AU" i="1"/>
              <a:t>        RETURN </a:t>
            </a:r>
            <a:r>
              <a:rPr lang="en-AU" i="1" err="1"/>
              <a:t>currentTemp</a:t>
            </a:r>
            <a:endParaRPr lang="en-AU" i="1"/>
          </a:p>
          <a:p>
            <a:pPr marL="0" indent="0">
              <a:buNone/>
            </a:pPr>
            <a:r>
              <a:rPr lang="en-AU" i="1"/>
              <a:t>    END</a:t>
            </a:r>
          </a:p>
          <a:p>
            <a:pPr marL="0" indent="0">
              <a:buNone/>
            </a:pPr>
            <a:r>
              <a:rPr lang="en-AU" i="1"/>
              <a:t>FUNCTION </a:t>
            </a:r>
            <a:r>
              <a:rPr lang="en-AU" i="1" err="1"/>
              <a:t>ReadTurbidity</a:t>
            </a:r>
            <a:r>
              <a:rPr lang="en-AU" i="1"/>
              <a:t> RETURNS REAL</a:t>
            </a:r>
          </a:p>
          <a:p>
            <a:pPr marL="0" indent="0">
              <a:buNone/>
            </a:pPr>
            <a:r>
              <a:rPr lang="en-AU" i="1"/>
              <a:t>    DECLARE </a:t>
            </a:r>
            <a:r>
              <a:rPr lang="en-AU" i="1" err="1"/>
              <a:t>rawValue</a:t>
            </a:r>
            <a:r>
              <a:rPr lang="en-AU" i="1"/>
              <a:t> AS INTEGER</a:t>
            </a:r>
          </a:p>
          <a:p>
            <a:pPr marL="0" indent="0">
              <a:buNone/>
            </a:pPr>
            <a:r>
              <a:rPr lang="en-AU" i="1"/>
              <a:t>    DECLARE voltage AS REAL</a:t>
            </a:r>
          </a:p>
          <a:p>
            <a:pPr marL="0" indent="0">
              <a:buNone/>
            </a:pPr>
            <a:r>
              <a:rPr lang="en-AU" i="1"/>
              <a:t>    DECLARE </a:t>
            </a:r>
            <a:r>
              <a:rPr lang="en-AU" i="1" err="1"/>
              <a:t>ntu</a:t>
            </a:r>
            <a:r>
              <a:rPr lang="en-AU" i="1"/>
              <a:t> AS REAL</a:t>
            </a:r>
          </a:p>
          <a:p>
            <a:pPr marL="0" indent="0">
              <a:buNone/>
            </a:pPr>
            <a:r>
              <a:rPr lang="en-AU" i="1"/>
              <a:t>    BEGIN</a:t>
            </a:r>
          </a:p>
          <a:p>
            <a:pPr marL="0" indent="0">
              <a:buNone/>
            </a:pPr>
            <a:r>
              <a:rPr lang="en-AU" i="1"/>
              <a:t>        </a:t>
            </a:r>
            <a:r>
              <a:rPr lang="en-AU" i="1" err="1"/>
              <a:t>rawValue</a:t>
            </a:r>
            <a:r>
              <a:rPr lang="en-AU" i="1"/>
              <a:t> ← READ ANALOG VALUE FROM TURBIDITY_PIN</a:t>
            </a:r>
          </a:p>
          <a:p>
            <a:pPr marL="0" indent="0">
              <a:buNone/>
            </a:pPr>
            <a:r>
              <a:rPr lang="en-AU" i="1"/>
              <a:t>        voltage ← CONVERT </a:t>
            </a:r>
            <a:r>
              <a:rPr lang="en-AU" i="1" err="1"/>
              <a:t>rawValue</a:t>
            </a:r>
            <a:r>
              <a:rPr lang="en-AU" i="1"/>
              <a:t> TO VOLTAGE</a:t>
            </a:r>
          </a:p>
          <a:p>
            <a:pPr marL="0" indent="0">
              <a:buNone/>
            </a:pPr>
            <a:endParaRPr lang="en-AU" i="1"/>
          </a:p>
          <a:p>
            <a:pPr marL="0" indent="0">
              <a:buNone/>
            </a:pPr>
            <a:r>
              <a:rPr lang="en-AU" i="1"/>
              <a:t>        </a:t>
            </a:r>
            <a:r>
              <a:rPr lang="en-AU" i="1" err="1"/>
              <a:t>ntu</a:t>
            </a:r>
            <a:r>
              <a:rPr lang="en-AU" i="1"/>
              <a:t> ← CALCULATE turbidity FROM voltage USING calibration curve</a:t>
            </a:r>
          </a:p>
          <a:p>
            <a:pPr marL="0" indent="0">
              <a:buNone/>
            </a:pPr>
            <a:endParaRPr lang="en-AU" i="1"/>
          </a:p>
          <a:p>
            <a:pPr marL="0" indent="0">
              <a:buNone/>
            </a:pPr>
            <a:r>
              <a:rPr lang="en-AU" i="1"/>
              <a:t>        IF </a:t>
            </a:r>
            <a:r>
              <a:rPr lang="en-AU" i="1" err="1"/>
              <a:t>ntu</a:t>
            </a:r>
            <a:r>
              <a:rPr lang="en-AU" i="1"/>
              <a:t> &lt; 0 THEN</a:t>
            </a:r>
          </a:p>
          <a:p>
            <a:pPr marL="0" indent="0">
              <a:buNone/>
            </a:pPr>
            <a:r>
              <a:rPr lang="en-AU" i="1"/>
              <a:t>            </a:t>
            </a:r>
            <a:r>
              <a:rPr lang="en-AU" i="1" err="1"/>
              <a:t>ntu</a:t>
            </a:r>
            <a:r>
              <a:rPr lang="en-AU" i="1"/>
              <a:t> ← 0</a:t>
            </a:r>
          </a:p>
          <a:p>
            <a:pPr marL="0" indent="0">
              <a:buNone/>
            </a:pPr>
            <a:r>
              <a:rPr lang="en-AU" i="1"/>
              <a:t>        ENDIF</a:t>
            </a:r>
          </a:p>
          <a:p>
            <a:pPr marL="0" indent="0">
              <a:buNone/>
            </a:pPr>
            <a:endParaRPr lang="en-AU" i="1"/>
          </a:p>
          <a:p>
            <a:pPr marL="0" indent="0">
              <a:buNone/>
            </a:pPr>
            <a:r>
              <a:rPr lang="en-AU" i="1"/>
              <a:t>        RETURN </a:t>
            </a:r>
            <a:r>
              <a:rPr lang="en-AU" i="1" err="1"/>
              <a:t>ntu</a:t>
            </a:r>
            <a:endParaRPr lang="en-AU" i="1"/>
          </a:p>
          <a:p>
            <a:pPr marL="0" indent="0">
              <a:buNone/>
            </a:pPr>
            <a:r>
              <a:rPr lang="en-AU" i="1"/>
              <a:t>    END</a:t>
            </a:r>
          </a:p>
          <a:p>
            <a:pPr marL="0" indent="0">
              <a:buNone/>
            </a:pPr>
            <a:endParaRPr lang="en-AU" i="1"/>
          </a:p>
          <a:p>
            <a:pPr marL="0" indent="0">
              <a:buNone/>
            </a:pPr>
            <a:r>
              <a:rPr lang="en-AU" i="1"/>
              <a:t>PROCEDURE </a:t>
            </a:r>
            <a:r>
              <a:rPr lang="en-AU" i="1" err="1"/>
              <a:t>UpdateIndicatorLights</a:t>
            </a:r>
            <a:r>
              <a:rPr lang="en-AU" i="1"/>
              <a:t>(</a:t>
            </a:r>
            <a:r>
              <a:rPr lang="en-AU" i="1" err="1"/>
              <a:t>turbidityNTU</a:t>
            </a:r>
            <a:r>
              <a:rPr lang="en-AU" i="1"/>
              <a:t> AS REAL)</a:t>
            </a:r>
          </a:p>
          <a:p>
            <a:pPr marL="0" indent="0">
              <a:buNone/>
            </a:pPr>
            <a:r>
              <a:rPr lang="en-AU" i="1"/>
              <a:t>    BEGIN</a:t>
            </a:r>
          </a:p>
          <a:p>
            <a:pPr marL="0" indent="0">
              <a:buNone/>
            </a:pPr>
            <a:r>
              <a:rPr lang="en-AU" i="1"/>
              <a:t>        IF </a:t>
            </a:r>
            <a:r>
              <a:rPr lang="en-AU" i="1" err="1"/>
              <a:t>turbidityNTU</a:t>
            </a:r>
            <a:r>
              <a:rPr lang="en-AU" i="1"/>
              <a:t> &gt;= BAD_THRESHOLD THEN</a:t>
            </a:r>
          </a:p>
          <a:p>
            <a:pPr marL="0" indent="0">
              <a:buNone/>
            </a:pPr>
            <a:r>
              <a:rPr lang="en-AU" i="1"/>
              <a:t>            TURN ON LED_RED_PIN</a:t>
            </a:r>
          </a:p>
          <a:p>
            <a:pPr marL="0" indent="0">
              <a:buNone/>
            </a:pPr>
            <a:r>
              <a:rPr lang="en-AU" i="1"/>
              <a:t>            TURN OFF LED_YELLOW_PIN</a:t>
            </a:r>
          </a:p>
          <a:p>
            <a:pPr marL="0" indent="0">
              <a:buNone/>
            </a:pPr>
            <a:r>
              <a:rPr lang="en-AU" i="1"/>
              <a:t>        ELSE IF </a:t>
            </a:r>
            <a:r>
              <a:rPr lang="en-AU" i="1" err="1"/>
              <a:t>turbidityNTU</a:t>
            </a:r>
            <a:r>
              <a:rPr lang="en-AU" i="1"/>
              <a:t> &gt;= WARN_THRESHOLD THEN</a:t>
            </a:r>
          </a:p>
          <a:p>
            <a:pPr marL="0" indent="0">
              <a:buNone/>
            </a:pPr>
            <a:r>
              <a:rPr lang="en-AU" i="1"/>
              <a:t>            TURN OFF LED_RED_PIN</a:t>
            </a:r>
          </a:p>
          <a:p>
            <a:pPr marL="0" indent="0">
              <a:buNone/>
            </a:pPr>
            <a:r>
              <a:rPr lang="en-AU" i="1"/>
              <a:t>            TURN ON LED_YELLOW_PIN</a:t>
            </a:r>
          </a:p>
          <a:p>
            <a:pPr marL="0" indent="0">
              <a:buNone/>
            </a:pPr>
            <a:r>
              <a:rPr lang="en-AU" i="1"/>
              <a:t>        ELSE</a:t>
            </a:r>
          </a:p>
          <a:p>
            <a:pPr marL="0" indent="0">
              <a:buNone/>
            </a:pPr>
            <a:r>
              <a:rPr lang="en-AU" i="1"/>
              <a:t>            TURN OFF LED_RED_PIN</a:t>
            </a:r>
          </a:p>
          <a:p>
            <a:pPr marL="0" indent="0">
              <a:buNone/>
            </a:pPr>
            <a:r>
              <a:rPr lang="en-AU" i="1"/>
              <a:t>            TURN OFF LED_YELLOW_PIN</a:t>
            </a:r>
          </a:p>
          <a:p>
            <a:pPr marL="0" indent="0">
              <a:buNone/>
            </a:pPr>
            <a:r>
              <a:rPr lang="en-AU" i="1"/>
              <a:t>        ENDIF</a:t>
            </a:r>
          </a:p>
          <a:p>
            <a:pPr marL="0" indent="0">
              <a:buNone/>
            </a:pPr>
            <a:r>
              <a:rPr lang="en-AU" i="1"/>
              <a:t>    END</a:t>
            </a:r>
          </a:p>
          <a:p>
            <a:pPr marL="0" indent="0">
              <a:buNone/>
            </a:pPr>
            <a:r>
              <a:rPr lang="en-AU" i="1"/>
              <a:t>PROCEDURE </a:t>
            </a:r>
            <a:r>
              <a:rPr lang="en-AU" i="1" err="1"/>
              <a:t>WriteReadingToFile</a:t>
            </a:r>
            <a:r>
              <a:rPr lang="en-AU" i="1"/>
              <a:t>(timestamp AS INTEGER, </a:t>
            </a:r>
            <a:r>
              <a:rPr lang="en-AU" i="1" err="1"/>
              <a:t>distanceCm</a:t>
            </a:r>
            <a:r>
              <a:rPr lang="en-AU" i="1"/>
              <a:t> AS REAL, </a:t>
            </a:r>
            <a:r>
              <a:rPr lang="en-AU" i="1" err="1"/>
              <a:t>tempC</a:t>
            </a:r>
            <a:r>
              <a:rPr lang="en-AU" i="1"/>
              <a:t> AS REAL, </a:t>
            </a:r>
            <a:r>
              <a:rPr lang="en-AU" i="1" err="1"/>
              <a:t>turbidityNTU</a:t>
            </a:r>
            <a:r>
              <a:rPr lang="en-AU" i="1"/>
              <a:t> AS REAL)</a:t>
            </a:r>
          </a:p>
          <a:p>
            <a:pPr marL="0" indent="0">
              <a:buNone/>
            </a:pPr>
            <a:r>
              <a:rPr lang="en-AU" i="1"/>
              <a:t>    BEGIN</a:t>
            </a:r>
          </a:p>
          <a:p>
            <a:pPr marL="0" indent="0">
              <a:buNone/>
            </a:pPr>
            <a:r>
              <a:rPr lang="en-AU" i="1"/>
              <a:t>        OPEN FILE "datalog.csv" FOR APPENDING</a:t>
            </a:r>
          </a:p>
          <a:p>
            <a:pPr marL="0" indent="0">
              <a:buNone/>
            </a:pPr>
            <a:endParaRPr lang="en-AU" i="1"/>
          </a:p>
          <a:p>
            <a:pPr marL="0" indent="0">
              <a:buNone/>
            </a:pPr>
            <a:r>
              <a:rPr lang="en-AU" i="1"/>
              <a:t>        IF file OPENED SUCCESSFULLY THEN</a:t>
            </a:r>
          </a:p>
          <a:p>
            <a:pPr marL="0" indent="0">
              <a:buNone/>
            </a:pPr>
            <a:r>
              <a:rPr lang="en-AU" i="1"/>
              <a:t>            WRITE timestamp, </a:t>
            </a:r>
            <a:r>
              <a:rPr lang="en-AU" i="1" err="1"/>
              <a:t>distanceCm</a:t>
            </a:r>
            <a:r>
              <a:rPr lang="en-AU" i="1"/>
              <a:t>, </a:t>
            </a:r>
            <a:r>
              <a:rPr lang="en-AU" i="1" err="1"/>
              <a:t>tempC</a:t>
            </a:r>
            <a:r>
              <a:rPr lang="en-AU" i="1"/>
              <a:t>, </a:t>
            </a:r>
            <a:r>
              <a:rPr lang="en-AU" i="1" err="1"/>
              <a:t>turbidityNTU</a:t>
            </a:r>
            <a:r>
              <a:rPr lang="en-AU" i="1"/>
              <a:t> AS COMMA-SEPARATED LINE TO FILE</a:t>
            </a:r>
          </a:p>
          <a:p>
            <a:pPr marL="0" indent="0">
              <a:buNone/>
            </a:pPr>
            <a:r>
              <a:rPr lang="en-AU" i="1"/>
              <a:t>            CLOSE FILE</a:t>
            </a:r>
          </a:p>
          <a:p>
            <a:pPr marL="0" indent="0">
              <a:buNone/>
            </a:pPr>
            <a:r>
              <a:rPr lang="en-AU" i="1"/>
              <a:t>        ELSE</a:t>
            </a:r>
          </a:p>
          <a:p>
            <a:pPr marL="0" indent="0">
              <a:buNone/>
            </a:pPr>
            <a:r>
              <a:rPr lang="en-AU" i="1"/>
              <a:t>            DISPLAY "Error opening datalog.csv"</a:t>
            </a:r>
          </a:p>
          <a:p>
            <a:pPr marL="0" indent="0">
              <a:buNone/>
            </a:pPr>
            <a:r>
              <a:rPr lang="en-AU" i="1"/>
              <a:t>        ENDIF</a:t>
            </a:r>
          </a:p>
          <a:p>
            <a:pPr marL="0" indent="0">
              <a:buNone/>
            </a:pPr>
            <a:r>
              <a:rPr lang="en-AU" i="1"/>
              <a:t>    END</a:t>
            </a:r>
          </a:p>
          <a:p>
            <a:pPr marL="0" indent="0">
              <a:buNone/>
            </a:pPr>
            <a:endParaRPr lang="en-AU" i="1"/>
          </a:p>
          <a:p>
            <a:pPr marL="0" indent="0">
              <a:buNone/>
            </a:pPr>
            <a:r>
              <a:rPr lang="en-AU" i="1"/>
              <a:t>END ALGORITHM</a:t>
            </a:r>
            <a:endParaRPr lang="en-AU"/>
          </a:p>
        </p:txBody>
      </p:sp>
    </p:spTree>
    <p:extLst>
      <p:ext uri="{BB962C8B-B14F-4D97-AF65-F5344CB8AC3E}">
        <p14:creationId xmlns:p14="http://schemas.microsoft.com/office/powerpoint/2010/main" val="269166582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7" name="Color Cover">
            <a:extLst>
              <a:ext uri="{FF2B5EF4-FFF2-40B4-BE49-F238E27FC236}">
                <a16:creationId xmlns:a16="http://schemas.microsoft.com/office/drawing/2014/main" id="{815925C2-A704-4D47-B1C1-3FCA52512E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Color Cover">
            <a:extLst>
              <a:ext uri="{FF2B5EF4-FFF2-40B4-BE49-F238E27FC236}">
                <a16:creationId xmlns:a16="http://schemas.microsoft.com/office/drawing/2014/main" id="{01D4315C-C23C-4FD3-98DF-08C29E2292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9" name="Group 28">
            <a:extLst>
              <a:ext uri="{FF2B5EF4-FFF2-40B4-BE49-F238E27FC236}">
                <a16:creationId xmlns:a16="http://schemas.microsoft.com/office/drawing/2014/main" id="{5E6B47BC-43FD-4C91-8BFF-B41B99A8A39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6064235" cy="6858000"/>
            <a:chOff x="651279" y="598259"/>
            <a:chExt cx="10889442" cy="5680742"/>
          </a:xfrm>
        </p:grpSpPr>
        <p:sp>
          <p:nvSpPr>
            <p:cNvPr id="13" name="Color">
              <a:extLst>
                <a:ext uri="{FF2B5EF4-FFF2-40B4-BE49-F238E27FC236}">
                  <a16:creationId xmlns:a16="http://schemas.microsoft.com/office/drawing/2014/main" id="{13038185-AC3C-4595-945F-25311424C5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Color">
              <a:extLst>
                <a:ext uri="{FF2B5EF4-FFF2-40B4-BE49-F238E27FC236}">
                  <a16:creationId xmlns:a16="http://schemas.microsoft.com/office/drawing/2014/main" id="{75D51AA0-C095-4650-A361-B294320BFE4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1" name="Group 30">
            <a:extLst>
              <a:ext uri="{FF2B5EF4-FFF2-40B4-BE49-F238E27FC236}">
                <a16:creationId xmlns:a16="http://schemas.microsoft.com/office/drawing/2014/main" id="{43F5E015-E085-4624-B431-B424144486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17" name="Freeform: Shape 16">
              <a:extLst>
                <a:ext uri="{FF2B5EF4-FFF2-40B4-BE49-F238E27FC236}">
                  <a16:creationId xmlns:a16="http://schemas.microsoft.com/office/drawing/2014/main" id="{4DDB60AE-8B9C-4BA0-93DC-F8C9EBF6D8B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2" name="Freeform: Shape 17">
              <a:extLst>
                <a:ext uri="{FF2B5EF4-FFF2-40B4-BE49-F238E27FC236}">
                  <a16:creationId xmlns:a16="http://schemas.microsoft.com/office/drawing/2014/main" id="{9F247760-BE07-41A2-969E-570081E655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3" name="Freeform: Shape 18">
              <a:extLst>
                <a:ext uri="{FF2B5EF4-FFF2-40B4-BE49-F238E27FC236}">
                  <a16:creationId xmlns:a16="http://schemas.microsoft.com/office/drawing/2014/main" id="{57A70BD2-76FC-4BDD-9E64-3B93D5EF36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4" name="Freeform: Shape 19">
              <a:extLst>
                <a:ext uri="{FF2B5EF4-FFF2-40B4-BE49-F238E27FC236}">
                  <a16:creationId xmlns:a16="http://schemas.microsoft.com/office/drawing/2014/main" id="{AADD9643-5489-42CB-9762-FBAC2AAE9F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5" name="Freeform: Shape 20">
              <a:extLst>
                <a:ext uri="{FF2B5EF4-FFF2-40B4-BE49-F238E27FC236}">
                  <a16:creationId xmlns:a16="http://schemas.microsoft.com/office/drawing/2014/main" id="{09A2C16E-2745-4E3D-BECC-D66755221E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6" name="Freeform: Shape 21">
              <a:extLst>
                <a:ext uri="{FF2B5EF4-FFF2-40B4-BE49-F238E27FC236}">
                  <a16:creationId xmlns:a16="http://schemas.microsoft.com/office/drawing/2014/main" id="{52E5A063-571D-4461-9869-B3E93F6E69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7" name="Freeform: Shape 22">
              <a:extLst>
                <a:ext uri="{FF2B5EF4-FFF2-40B4-BE49-F238E27FC236}">
                  <a16:creationId xmlns:a16="http://schemas.microsoft.com/office/drawing/2014/main" id="{366019AD-E33B-4DBF-BAD3-AE36116031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itle 1">
            <a:extLst>
              <a:ext uri="{FF2B5EF4-FFF2-40B4-BE49-F238E27FC236}">
                <a16:creationId xmlns:a16="http://schemas.microsoft.com/office/drawing/2014/main" id="{6644ADED-1A5A-500A-E7C0-093A69BF8FBF}"/>
              </a:ext>
            </a:extLst>
          </p:cNvPr>
          <p:cNvSpPr>
            <a:spLocks noGrp="1"/>
          </p:cNvSpPr>
          <p:nvPr>
            <p:ph type="title"/>
          </p:nvPr>
        </p:nvSpPr>
        <p:spPr>
          <a:xfrm>
            <a:off x="786385" y="841248"/>
            <a:ext cx="5129600" cy="5340097"/>
          </a:xfrm>
        </p:spPr>
        <p:txBody>
          <a:bodyPr anchor="ctr">
            <a:normAutofit/>
          </a:bodyPr>
          <a:lstStyle/>
          <a:p>
            <a:r>
              <a:rPr lang="en-AU" sz="4800">
                <a:solidFill>
                  <a:schemeClr val="bg1"/>
                </a:solidFill>
              </a:rPr>
              <a:t>Design Overview</a:t>
            </a:r>
          </a:p>
        </p:txBody>
      </p:sp>
      <p:sp>
        <p:nvSpPr>
          <p:cNvPr id="3" name="Content Placeholder 2">
            <a:extLst>
              <a:ext uri="{FF2B5EF4-FFF2-40B4-BE49-F238E27FC236}">
                <a16:creationId xmlns:a16="http://schemas.microsoft.com/office/drawing/2014/main" id="{438FDCC9-E644-5E6F-5AB7-F0B89BA812ED}"/>
              </a:ext>
            </a:extLst>
          </p:cNvPr>
          <p:cNvSpPr>
            <a:spLocks noGrp="1"/>
          </p:cNvSpPr>
          <p:nvPr>
            <p:ph idx="1"/>
          </p:nvPr>
        </p:nvSpPr>
        <p:spPr>
          <a:xfrm>
            <a:off x="6464410" y="841247"/>
            <a:ext cx="4484536" cy="5340097"/>
          </a:xfrm>
        </p:spPr>
        <p:txBody>
          <a:bodyPr anchor="ctr">
            <a:normAutofit/>
          </a:bodyPr>
          <a:lstStyle/>
          <a:p>
            <a:pPr marL="0" indent="0">
              <a:buNone/>
            </a:pPr>
            <a:r>
              <a:rPr lang="en-AU" sz="1700">
                <a:solidFill>
                  <a:schemeClr val="tx2"/>
                </a:solidFill>
              </a:rPr>
              <a:t>S.W.Q.S.S is the entire idea and project, S.W.Q.S is the website and the analysing tool used to interpretate data. SWQSP is the physical probe designed to collect the specific data. All hardware is non-proprietary and all software is opensource using libraries that do not require licensing or have free licences. These decisions were made so that any person could develop their own version of the probe with tools they have available to them so that money or access is not a contributing factor to not use the system. The website and probe are designed to work hand in hand but can also work completely exclusively of each other. The website only requires 4 metrics for a reading to be assessed and the data from the probe can be uploaded to any platform or tool that can read comma-separated vector files. For our branding and designs we used Zef’s logo, a combination of all three 3d mock ups in the final prototype, and Oscar’s website mock up.</a:t>
            </a:r>
          </a:p>
        </p:txBody>
      </p:sp>
    </p:spTree>
    <p:extLst>
      <p:ext uri="{BB962C8B-B14F-4D97-AF65-F5344CB8AC3E}">
        <p14:creationId xmlns:p14="http://schemas.microsoft.com/office/powerpoint/2010/main" val="22259510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Bright ladder against dull ladders">
            <a:extLst>
              <a:ext uri="{FF2B5EF4-FFF2-40B4-BE49-F238E27FC236}">
                <a16:creationId xmlns:a16="http://schemas.microsoft.com/office/drawing/2014/main" id="{EB071ED1-E2ED-B576-036D-08218BFADB9B}"/>
              </a:ext>
            </a:extLst>
          </p:cNvPr>
          <p:cNvPicPr>
            <a:picLocks noChangeAspect="1"/>
          </p:cNvPicPr>
          <p:nvPr/>
        </p:nvPicPr>
        <p:blipFill>
          <a:blip r:embed="rId2"/>
          <a:srcRect l="5200"/>
          <a:stretch>
            <a:fillRect/>
          </a:stretch>
        </p:blipFill>
        <p:spPr>
          <a:xfrm>
            <a:off x="3523488" y="10"/>
            <a:ext cx="8668512" cy="6857990"/>
          </a:xfrm>
          <a:prstGeom prst="rect">
            <a:avLst/>
          </a:prstGeom>
        </p:spPr>
      </p:pic>
      <p:sp>
        <p:nvSpPr>
          <p:cNvPr id="11" name="Rectangle 10">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6CA8428-9C35-7305-8A0E-25E6A78B46CC}"/>
              </a:ext>
            </a:extLst>
          </p:cNvPr>
          <p:cNvSpPr>
            <a:spLocks noGrp="1"/>
          </p:cNvSpPr>
          <p:nvPr>
            <p:ph type="title"/>
          </p:nvPr>
        </p:nvSpPr>
        <p:spPr>
          <a:xfrm>
            <a:off x="477981" y="1122363"/>
            <a:ext cx="4023360" cy="3204134"/>
          </a:xfrm>
        </p:spPr>
        <p:txBody>
          <a:bodyPr vert="horz" lIns="91440" tIns="45720" rIns="91440" bIns="45720" rtlCol="0" anchor="b">
            <a:normAutofit/>
          </a:bodyPr>
          <a:lstStyle/>
          <a:p>
            <a:r>
              <a:rPr lang="en-US" sz="4800">
                <a:solidFill>
                  <a:schemeClr val="bg1"/>
                </a:solidFill>
              </a:rPr>
              <a:t>Development Stage</a:t>
            </a:r>
          </a:p>
        </p:txBody>
      </p:sp>
      <p:sp>
        <p:nvSpPr>
          <p:cNvPr id="13" name="Rectangle 12">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5" name="Rectangle 14">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32726035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 name="Color Cover">
            <a:extLst>
              <a:ext uri="{FF2B5EF4-FFF2-40B4-BE49-F238E27FC236}">
                <a16:creationId xmlns:a16="http://schemas.microsoft.com/office/drawing/2014/main" id="{815925C2-A704-4D47-B1C1-3FCA52512E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olor Cover">
            <a:extLst>
              <a:ext uri="{FF2B5EF4-FFF2-40B4-BE49-F238E27FC236}">
                <a16:creationId xmlns:a16="http://schemas.microsoft.com/office/drawing/2014/main" id="{01D4315C-C23C-4FD3-98DF-08C29E2292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 name="Group 6">
            <a:extLst>
              <a:ext uri="{FF2B5EF4-FFF2-40B4-BE49-F238E27FC236}">
                <a16:creationId xmlns:a16="http://schemas.microsoft.com/office/drawing/2014/main" id="{5E6B47BC-43FD-4C91-8BFF-B41B99A8A39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6064235" cy="6858000"/>
            <a:chOff x="651279" y="598259"/>
            <a:chExt cx="10889442" cy="5680742"/>
          </a:xfrm>
        </p:grpSpPr>
        <p:sp>
          <p:nvSpPr>
            <p:cNvPr id="13" name="Color">
              <a:extLst>
                <a:ext uri="{FF2B5EF4-FFF2-40B4-BE49-F238E27FC236}">
                  <a16:creationId xmlns:a16="http://schemas.microsoft.com/office/drawing/2014/main" id="{13038185-AC3C-4595-945F-25311424C5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Color">
              <a:extLst>
                <a:ext uri="{FF2B5EF4-FFF2-40B4-BE49-F238E27FC236}">
                  <a16:creationId xmlns:a16="http://schemas.microsoft.com/office/drawing/2014/main" id="{75D51AA0-C095-4650-A361-B294320BFE4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 name="Group 15">
            <a:extLst>
              <a:ext uri="{FF2B5EF4-FFF2-40B4-BE49-F238E27FC236}">
                <a16:creationId xmlns:a16="http://schemas.microsoft.com/office/drawing/2014/main" id="{43F5E015-E085-4624-B431-B424144486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17" name="Freeform: Shape 16">
              <a:extLst>
                <a:ext uri="{FF2B5EF4-FFF2-40B4-BE49-F238E27FC236}">
                  <a16:creationId xmlns:a16="http://schemas.microsoft.com/office/drawing/2014/main" id="{4DDB60AE-8B9C-4BA0-93DC-F8C9EBF6D8B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8" name="Freeform: Shape 17">
              <a:extLst>
                <a:ext uri="{FF2B5EF4-FFF2-40B4-BE49-F238E27FC236}">
                  <a16:creationId xmlns:a16="http://schemas.microsoft.com/office/drawing/2014/main" id="{9F247760-BE07-41A2-969E-570081E655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9" name="Freeform: Shape 18">
              <a:extLst>
                <a:ext uri="{FF2B5EF4-FFF2-40B4-BE49-F238E27FC236}">
                  <a16:creationId xmlns:a16="http://schemas.microsoft.com/office/drawing/2014/main" id="{57A70BD2-76FC-4BDD-9E64-3B93D5EF36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0" name="Freeform: Shape 19">
              <a:extLst>
                <a:ext uri="{FF2B5EF4-FFF2-40B4-BE49-F238E27FC236}">
                  <a16:creationId xmlns:a16="http://schemas.microsoft.com/office/drawing/2014/main" id="{AADD9643-5489-42CB-9762-FBAC2AAE9F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1" name="Freeform: Shape 20">
              <a:extLst>
                <a:ext uri="{FF2B5EF4-FFF2-40B4-BE49-F238E27FC236}">
                  <a16:creationId xmlns:a16="http://schemas.microsoft.com/office/drawing/2014/main" id="{09A2C16E-2745-4E3D-BECC-D66755221E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2" name="Freeform: Shape 21">
              <a:extLst>
                <a:ext uri="{FF2B5EF4-FFF2-40B4-BE49-F238E27FC236}">
                  <a16:creationId xmlns:a16="http://schemas.microsoft.com/office/drawing/2014/main" id="{52E5A063-571D-4461-9869-B3E93F6E69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3" name="Freeform: Shape 22">
              <a:extLst>
                <a:ext uri="{FF2B5EF4-FFF2-40B4-BE49-F238E27FC236}">
                  <a16:creationId xmlns:a16="http://schemas.microsoft.com/office/drawing/2014/main" id="{366019AD-E33B-4DBF-BAD3-AE36116031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itle 1">
            <a:extLst>
              <a:ext uri="{FF2B5EF4-FFF2-40B4-BE49-F238E27FC236}">
                <a16:creationId xmlns:a16="http://schemas.microsoft.com/office/drawing/2014/main" id="{9A6D4E23-7F5E-FFF1-E437-7D524E9B201B}"/>
              </a:ext>
            </a:extLst>
          </p:cNvPr>
          <p:cNvSpPr>
            <a:spLocks noGrp="1"/>
          </p:cNvSpPr>
          <p:nvPr>
            <p:ph type="title"/>
          </p:nvPr>
        </p:nvSpPr>
        <p:spPr>
          <a:xfrm>
            <a:off x="786385" y="841248"/>
            <a:ext cx="5129600" cy="5340097"/>
          </a:xfrm>
        </p:spPr>
        <p:txBody>
          <a:bodyPr anchor="ctr">
            <a:normAutofit/>
          </a:bodyPr>
          <a:lstStyle/>
          <a:p>
            <a:r>
              <a:rPr lang="en-US" sz="4800">
                <a:solidFill>
                  <a:schemeClr val="bg1"/>
                </a:solidFill>
              </a:rPr>
              <a:t>Evaluation Criteria</a:t>
            </a:r>
          </a:p>
        </p:txBody>
      </p:sp>
      <p:sp>
        <p:nvSpPr>
          <p:cNvPr id="3" name="Content Placeholder 2">
            <a:extLst>
              <a:ext uri="{FF2B5EF4-FFF2-40B4-BE49-F238E27FC236}">
                <a16:creationId xmlns:a16="http://schemas.microsoft.com/office/drawing/2014/main" id="{C999C599-B8CA-EE81-4840-2B23F0BFE06D}"/>
              </a:ext>
            </a:extLst>
          </p:cNvPr>
          <p:cNvSpPr>
            <a:spLocks noGrp="1"/>
          </p:cNvSpPr>
          <p:nvPr>
            <p:ph idx="1"/>
          </p:nvPr>
        </p:nvSpPr>
        <p:spPr>
          <a:xfrm>
            <a:off x="6464410" y="841247"/>
            <a:ext cx="4484536" cy="5340097"/>
          </a:xfrm>
        </p:spPr>
        <p:txBody>
          <a:bodyPr vert="horz" lIns="91440" tIns="45720" rIns="91440" bIns="45720" rtlCol="0" anchor="ctr">
            <a:normAutofit/>
          </a:bodyPr>
          <a:lstStyle/>
          <a:p>
            <a:r>
              <a:rPr lang="en-US" sz="1800">
                <a:solidFill>
                  <a:schemeClr val="tx2"/>
                </a:solidFill>
              </a:rPr>
              <a:t>The user can easily identify where to find instructions to use the probe (30 seconds at most).</a:t>
            </a:r>
          </a:p>
          <a:p>
            <a:r>
              <a:rPr lang="en-US" sz="1800">
                <a:solidFill>
                  <a:schemeClr val="tx2"/>
                </a:solidFill>
              </a:rPr>
              <a:t>The instructions is clear and concise enough that the average user can understand how to use the probe and upload a reading within 10 minutes</a:t>
            </a:r>
          </a:p>
          <a:p>
            <a:r>
              <a:rPr lang="en-US" sz="1800">
                <a:solidFill>
                  <a:schemeClr val="tx2"/>
                </a:solidFill>
              </a:rPr>
              <a:t>The reading interface is clear enough so that the average user can easily analyze and understand the results of a reading (high/low turbidity, dangerous/safe, etc.)</a:t>
            </a:r>
          </a:p>
          <a:p>
            <a:r>
              <a:rPr lang="en-US" sz="1800">
                <a:solidFill>
                  <a:schemeClr val="tx2"/>
                </a:solidFill>
              </a:rPr>
              <a:t>The user can figure out where to find their previous readings within 30 seconds.</a:t>
            </a:r>
          </a:p>
          <a:p>
            <a:r>
              <a:rPr lang="en-US" sz="1800">
                <a:solidFill>
                  <a:schemeClr val="tx2"/>
                </a:solidFill>
              </a:rPr>
              <a:t>The website is intuitive enough that the user is easily aware of which part of the website they are in and how to navigate to other pages</a:t>
            </a:r>
          </a:p>
        </p:txBody>
      </p:sp>
    </p:spTree>
    <p:extLst>
      <p:ext uri="{BB962C8B-B14F-4D97-AF65-F5344CB8AC3E}">
        <p14:creationId xmlns:p14="http://schemas.microsoft.com/office/powerpoint/2010/main" val="345769296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8D5546-F543-E983-0D78-C69AF9D017C7}"/>
              </a:ext>
            </a:extLst>
          </p:cNvPr>
          <p:cNvSpPr>
            <a:spLocks noGrp="1"/>
          </p:cNvSpPr>
          <p:nvPr>
            <p:ph type="title"/>
          </p:nvPr>
        </p:nvSpPr>
        <p:spPr/>
        <p:txBody>
          <a:bodyPr/>
          <a:lstStyle/>
          <a:p>
            <a:r>
              <a:rPr lang="en-US"/>
              <a:t>Dev photos</a:t>
            </a:r>
            <a:endParaRPr lang="en-AU"/>
          </a:p>
        </p:txBody>
      </p:sp>
      <p:pic>
        <p:nvPicPr>
          <p:cNvPr id="4" name="Content Placeholder 3">
            <a:extLst>
              <a:ext uri="{FF2B5EF4-FFF2-40B4-BE49-F238E27FC236}">
                <a16:creationId xmlns:a16="http://schemas.microsoft.com/office/drawing/2014/main" id="{13CD3E5F-6DDB-3E6E-1B79-36B4A7057C1C}"/>
              </a:ext>
              <a:ext uri="{C183D7F6-B498-43B3-948B-1728B52AA6E4}">
                <adec:decorative xmlns:adec="http://schemas.microsoft.com/office/drawing/2017/decorative" val="1"/>
              </a:ext>
            </a:extLst>
          </p:cNvPr>
          <p:cNvPicPr>
            <a:picLocks noGrp="1" noChangeAspect="1"/>
          </p:cNvPicPr>
          <p:nvPr>
            <p:ph idx="1"/>
          </p:nvPr>
        </p:nvPicPr>
        <p:blipFill>
          <a:blip r:embed="rId2"/>
          <a:stretch>
            <a:fillRect/>
          </a:stretch>
        </p:blipFill>
        <p:spPr>
          <a:xfrm>
            <a:off x="838200" y="1690688"/>
            <a:ext cx="3264729" cy="4351338"/>
          </a:xfrm>
          <a:prstGeom prst="rect">
            <a:avLst/>
          </a:prstGeom>
        </p:spPr>
      </p:pic>
      <p:pic>
        <p:nvPicPr>
          <p:cNvPr id="5" name="Picture 4">
            <a:extLst>
              <a:ext uri="{FF2B5EF4-FFF2-40B4-BE49-F238E27FC236}">
                <a16:creationId xmlns:a16="http://schemas.microsoft.com/office/drawing/2014/main" id="{F81DD368-11F9-36AC-FE8A-2861CB1825FF}"/>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4284133" y="1690688"/>
            <a:ext cx="4114800" cy="3086100"/>
          </a:xfrm>
          <a:prstGeom prst="rect">
            <a:avLst/>
          </a:prstGeom>
        </p:spPr>
      </p:pic>
    </p:spTree>
    <p:extLst>
      <p:ext uri="{BB962C8B-B14F-4D97-AF65-F5344CB8AC3E}">
        <p14:creationId xmlns:p14="http://schemas.microsoft.com/office/powerpoint/2010/main" val="46955345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Color Cover">
            <a:extLst>
              <a:ext uri="{FF2B5EF4-FFF2-40B4-BE49-F238E27FC236}">
                <a16:creationId xmlns:a16="http://schemas.microsoft.com/office/drawing/2014/main" id="{815925C2-A704-4D47-B1C1-3FCA52512E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Color Cover">
            <a:extLst>
              <a:ext uri="{FF2B5EF4-FFF2-40B4-BE49-F238E27FC236}">
                <a16:creationId xmlns:a16="http://schemas.microsoft.com/office/drawing/2014/main" id="{01D4315C-C23C-4FD3-98DF-08C29E2292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5E6B47BC-43FD-4C91-8BFF-B41B99A8A39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6064235" cy="6858000"/>
            <a:chOff x="651279" y="598259"/>
            <a:chExt cx="10889442" cy="5680742"/>
          </a:xfrm>
        </p:grpSpPr>
        <p:sp>
          <p:nvSpPr>
            <p:cNvPr id="13" name="Color">
              <a:extLst>
                <a:ext uri="{FF2B5EF4-FFF2-40B4-BE49-F238E27FC236}">
                  <a16:creationId xmlns:a16="http://schemas.microsoft.com/office/drawing/2014/main" id="{13038185-AC3C-4595-945F-25311424C5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Color">
              <a:extLst>
                <a:ext uri="{FF2B5EF4-FFF2-40B4-BE49-F238E27FC236}">
                  <a16:creationId xmlns:a16="http://schemas.microsoft.com/office/drawing/2014/main" id="{75D51AA0-C095-4650-A361-B294320BFE4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 name="Group 15">
            <a:extLst>
              <a:ext uri="{FF2B5EF4-FFF2-40B4-BE49-F238E27FC236}">
                <a16:creationId xmlns:a16="http://schemas.microsoft.com/office/drawing/2014/main" id="{43F5E015-E085-4624-B431-B424144486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17" name="Freeform: Shape 16">
              <a:extLst>
                <a:ext uri="{FF2B5EF4-FFF2-40B4-BE49-F238E27FC236}">
                  <a16:creationId xmlns:a16="http://schemas.microsoft.com/office/drawing/2014/main" id="{4DDB60AE-8B9C-4BA0-93DC-F8C9EBF6D8B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8" name="Freeform: Shape 17">
              <a:extLst>
                <a:ext uri="{FF2B5EF4-FFF2-40B4-BE49-F238E27FC236}">
                  <a16:creationId xmlns:a16="http://schemas.microsoft.com/office/drawing/2014/main" id="{9F247760-BE07-41A2-969E-570081E655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9" name="Freeform: Shape 18">
              <a:extLst>
                <a:ext uri="{FF2B5EF4-FFF2-40B4-BE49-F238E27FC236}">
                  <a16:creationId xmlns:a16="http://schemas.microsoft.com/office/drawing/2014/main" id="{57A70BD2-76FC-4BDD-9E64-3B93D5EF36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0" name="Freeform: Shape 19">
              <a:extLst>
                <a:ext uri="{FF2B5EF4-FFF2-40B4-BE49-F238E27FC236}">
                  <a16:creationId xmlns:a16="http://schemas.microsoft.com/office/drawing/2014/main" id="{AADD9643-5489-42CB-9762-FBAC2AAE9F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1" name="Freeform: Shape 20">
              <a:extLst>
                <a:ext uri="{FF2B5EF4-FFF2-40B4-BE49-F238E27FC236}">
                  <a16:creationId xmlns:a16="http://schemas.microsoft.com/office/drawing/2014/main" id="{09A2C16E-2745-4E3D-BECC-D66755221E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2" name="Freeform: Shape 21">
              <a:extLst>
                <a:ext uri="{FF2B5EF4-FFF2-40B4-BE49-F238E27FC236}">
                  <a16:creationId xmlns:a16="http://schemas.microsoft.com/office/drawing/2014/main" id="{52E5A063-571D-4461-9869-B3E93F6E69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3" name="Freeform: Shape 22">
              <a:extLst>
                <a:ext uri="{FF2B5EF4-FFF2-40B4-BE49-F238E27FC236}">
                  <a16:creationId xmlns:a16="http://schemas.microsoft.com/office/drawing/2014/main" id="{366019AD-E33B-4DBF-BAD3-AE36116031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itle 1">
            <a:extLst>
              <a:ext uri="{FF2B5EF4-FFF2-40B4-BE49-F238E27FC236}">
                <a16:creationId xmlns:a16="http://schemas.microsoft.com/office/drawing/2014/main" id="{2B8B04F1-A195-CB1E-1357-9CFAEA9070D2}"/>
              </a:ext>
            </a:extLst>
          </p:cNvPr>
          <p:cNvSpPr>
            <a:spLocks noGrp="1"/>
          </p:cNvSpPr>
          <p:nvPr>
            <p:ph type="title"/>
          </p:nvPr>
        </p:nvSpPr>
        <p:spPr>
          <a:xfrm>
            <a:off x="786385" y="841248"/>
            <a:ext cx="5129600" cy="5340097"/>
          </a:xfrm>
        </p:spPr>
        <p:txBody>
          <a:bodyPr anchor="ctr">
            <a:normAutofit/>
          </a:bodyPr>
          <a:lstStyle/>
          <a:p>
            <a:r>
              <a:rPr lang="en-AU" sz="4800">
                <a:solidFill>
                  <a:schemeClr val="bg1"/>
                </a:solidFill>
              </a:rPr>
              <a:t>Probe parts used (Prototype)</a:t>
            </a:r>
          </a:p>
        </p:txBody>
      </p:sp>
      <p:sp>
        <p:nvSpPr>
          <p:cNvPr id="3" name="Content Placeholder 2">
            <a:extLst>
              <a:ext uri="{FF2B5EF4-FFF2-40B4-BE49-F238E27FC236}">
                <a16:creationId xmlns:a16="http://schemas.microsoft.com/office/drawing/2014/main" id="{45CEAAFE-5C49-C7BC-6C61-67B3E1047D2D}"/>
              </a:ext>
            </a:extLst>
          </p:cNvPr>
          <p:cNvSpPr>
            <a:spLocks noGrp="1"/>
          </p:cNvSpPr>
          <p:nvPr>
            <p:ph idx="1"/>
          </p:nvPr>
        </p:nvSpPr>
        <p:spPr>
          <a:xfrm>
            <a:off x="6464410" y="841247"/>
            <a:ext cx="4484536" cy="5340097"/>
          </a:xfrm>
        </p:spPr>
        <p:txBody>
          <a:bodyPr anchor="ctr">
            <a:normAutofit/>
          </a:bodyPr>
          <a:lstStyle/>
          <a:p>
            <a:pPr marL="0" indent="0">
              <a:buNone/>
            </a:pPr>
            <a:r>
              <a:rPr lang="en-AU" sz="1800">
                <a:solidFill>
                  <a:schemeClr val="tx2"/>
                </a:solidFill>
              </a:rPr>
              <a:t>Arduino uno R3 development board</a:t>
            </a:r>
          </a:p>
          <a:p>
            <a:pPr marL="0" indent="0">
              <a:buNone/>
            </a:pPr>
            <a:r>
              <a:rPr lang="en-AU" sz="1800">
                <a:solidFill>
                  <a:schemeClr val="tx2"/>
                </a:solidFill>
              </a:rPr>
              <a:t>6 cell AA battery pack wired in a 9v configuration</a:t>
            </a:r>
          </a:p>
          <a:p>
            <a:pPr marL="0" indent="0">
              <a:buNone/>
            </a:pPr>
            <a:r>
              <a:rPr lang="en-AU" sz="1800">
                <a:solidFill>
                  <a:schemeClr val="tx2"/>
                </a:solidFill>
              </a:rPr>
              <a:t>DS18B20 water proof temperature sensor</a:t>
            </a:r>
          </a:p>
          <a:p>
            <a:pPr marL="0" indent="0">
              <a:buNone/>
            </a:pPr>
            <a:r>
              <a:rPr lang="en-AU" sz="1800">
                <a:solidFill>
                  <a:schemeClr val="tx2"/>
                </a:solidFill>
              </a:rPr>
              <a:t>JSN-SR04T V3.0 Waterproof Ultrasonic Sensor</a:t>
            </a:r>
          </a:p>
          <a:p>
            <a:pPr marL="0" indent="0">
              <a:buNone/>
            </a:pPr>
            <a:r>
              <a:rPr lang="en-AU" sz="1800">
                <a:solidFill>
                  <a:schemeClr val="tx2"/>
                </a:solidFill>
              </a:rPr>
              <a:t>Arduino Turbidity sensor Kit</a:t>
            </a:r>
          </a:p>
          <a:p>
            <a:pPr marL="0" indent="0">
              <a:buNone/>
            </a:pPr>
            <a:r>
              <a:rPr lang="en-AU" sz="1800">
                <a:solidFill>
                  <a:schemeClr val="tx2"/>
                </a:solidFill>
              </a:rPr>
              <a:t>Micro SD Card Reader Module for Arduino</a:t>
            </a:r>
          </a:p>
          <a:p>
            <a:pPr marL="0" indent="0">
              <a:buNone/>
            </a:pPr>
            <a:endParaRPr lang="en-AU" sz="1800">
              <a:solidFill>
                <a:schemeClr val="tx2"/>
              </a:solidFill>
            </a:endParaRPr>
          </a:p>
          <a:p>
            <a:pPr marL="0" indent="0">
              <a:buNone/>
            </a:pPr>
            <a:r>
              <a:rPr lang="en-AU" sz="1800">
                <a:solidFill>
                  <a:schemeClr val="tx2"/>
                </a:solidFill>
              </a:rPr>
              <a:t>Approximate Price: ~$20</a:t>
            </a:r>
          </a:p>
          <a:p>
            <a:pPr marL="0" indent="0">
              <a:buNone/>
            </a:pPr>
            <a:r>
              <a:rPr lang="en-AU" sz="1800">
                <a:solidFill>
                  <a:schemeClr val="tx2"/>
                </a:solidFill>
              </a:rPr>
              <a:t>Approximate Price for full build: ~$25 - $30</a:t>
            </a:r>
          </a:p>
        </p:txBody>
      </p:sp>
    </p:spTree>
    <p:extLst>
      <p:ext uri="{BB962C8B-B14F-4D97-AF65-F5344CB8AC3E}">
        <p14:creationId xmlns:p14="http://schemas.microsoft.com/office/powerpoint/2010/main" val="378810364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FA57B9B-C51B-5B72-84BA-2D9EE3F6A843}"/>
            </a:ext>
          </a:extLst>
        </p:cNvPr>
        <p:cNvGrpSpPr/>
        <p:nvPr/>
      </p:nvGrpSpPr>
      <p:grpSpPr>
        <a:xfrm>
          <a:off x="0" y="0"/>
          <a:ext cx="0" cy="0"/>
          <a:chOff x="0" y="0"/>
          <a:chExt cx="0" cy="0"/>
        </a:xfrm>
      </p:grpSpPr>
      <p:sp useBgFill="1">
        <p:nvSpPr>
          <p:cNvPr id="9" name="Slide Background Fill">
            <a:extLst>
              <a:ext uri="{FF2B5EF4-FFF2-40B4-BE49-F238E27FC236}">
                <a16:creationId xmlns:a16="http://schemas.microsoft.com/office/drawing/2014/main" id="{CC24DAD9-F3A6-490F-6C33-C3BDAE884F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D3B4DF44-0239-0DCD-FADF-A33E78DAA45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12188952" cy="6858000"/>
            <a:chOff x="651279" y="598259"/>
            <a:chExt cx="10889442" cy="5680742"/>
          </a:xfrm>
        </p:grpSpPr>
        <p:sp>
          <p:nvSpPr>
            <p:cNvPr id="12" name="Color">
              <a:extLst>
                <a:ext uri="{FF2B5EF4-FFF2-40B4-BE49-F238E27FC236}">
                  <a16:creationId xmlns:a16="http://schemas.microsoft.com/office/drawing/2014/main" id="{CB141FB8-5AB6-C429-B46F-22A5A08A694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olor">
              <a:extLst>
                <a:ext uri="{FF2B5EF4-FFF2-40B4-BE49-F238E27FC236}">
                  <a16:creationId xmlns:a16="http://schemas.microsoft.com/office/drawing/2014/main" id="{B87BF8D4-5DD9-AD06-2D21-26B022864C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5" name="Group 14">
            <a:extLst>
              <a:ext uri="{FF2B5EF4-FFF2-40B4-BE49-F238E27FC236}">
                <a16:creationId xmlns:a16="http://schemas.microsoft.com/office/drawing/2014/main" id="{A989CC8D-8007-C869-5319-1309702B706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16" name="Freeform: Shape 15">
              <a:extLst>
                <a:ext uri="{FF2B5EF4-FFF2-40B4-BE49-F238E27FC236}">
                  <a16:creationId xmlns:a16="http://schemas.microsoft.com/office/drawing/2014/main" id="{3E4E50C2-5D41-9F6B-5B91-9994EF9B80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7" name="Freeform: Shape 16">
              <a:extLst>
                <a:ext uri="{FF2B5EF4-FFF2-40B4-BE49-F238E27FC236}">
                  <a16:creationId xmlns:a16="http://schemas.microsoft.com/office/drawing/2014/main" id="{252B05BA-BCDC-344C-F116-43288CB2713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8" name="Freeform: Shape 17">
              <a:extLst>
                <a:ext uri="{FF2B5EF4-FFF2-40B4-BE49-F238E27FC236}">
                  <a16:creationId xmlns:a16="http://schemas.microsoft.com/office/drawing/2014/main" id="{D838EF80-D631-0A46-462A-0FC14A517A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9" name="Freeform: Shape 18">
              <a:extLst>
                <a:ext uri="{FF2B5EF4-FFF2-40B4-BE49-F238E27FC236}">
                  <a16:creationId xmlns:a16="http://schemas.microsoft.com/office/drawing/2014/main" id="{427C6F1F-1966-7155-A359-2F4DEDE9C4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0" name="Freeform: Shape 19">
              <a:extLst>
                <a:ext uri="{FF2B5EF4-FFF2-40B4-BE49-F238E27FC236}">
                  <a16:creationId xmlns:a16="http://schemas.microsoft.com/office/drawing/2014/main" id="{345D449E-4348-4C1B-374B-B9B2DC3925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1" name="Freeform: Shape 20">
              <a:extLst>
                <a:ext uri="{FF2B5EF4-FFF2-40B4-BE49-F238E27FC236}">
                  <a16:creationId xmlns:a16="http://schemas.microsoft.com/office/drawing/2014/main" id="{2FECB381-6DFC-F070-CB65-25CB97A4B1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2" name="Freeform: Shape 21">
              <a:extLst>
                <a:ext uri="{FF2B5EF4-FFF2-40B4-BE49-F238E27FC236}">
                  <a16:creationId xmlns:a16="http://schemas.microsoft.com/office/drawing/2014/main" id="{33989254-3C45-B3F6-D17A-30CE5CA413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itle 1">
            <a:extLst>
              <a:ext uri="{FF2B5EF4-FFF2-40B4-BE49-F238E27FC236}">
                <a16:creationId xmlns:a16="http://schemas.microsoft.com/office/drawing/2014/main" id="{13ED188D-ADDE-FBEC-E53A-58CE9CC9B82C}"/>
              </a:ext>
            </a:extLst>
          </p:cNvPr>
          <p:cNvSpPr>
            <a:spLocks noGrp="1"/>
          </p:cNvSpPr>
          <p:nvPr>
            <p:ph type="title"/>
          </p:nvPr>
        </p:nvSpPr>
        <p:spPr>
          <a:xfrm>
            <a:off x="790418" y="447104"/>
            <a:ext cx="10545713" cy="1114331"/>
          </a:xfrm>
        </p:spPr>
        <p:txBody>
          <a:bodyPr anchor="b">
            <a:normAutofit/>
          </a:bodyPr>
          <a:lstStyle/>
          <a:p>
            <a:pPr algn="ctr"/>
            <a:r>
              <a:rPr lang="en-AU" sz="4800">
                <a:solidFill>
                  <a:schemeClr val="bg1"/>
                </a:solidFill>
              </a:rPr>
              <a:t>Evaluation Criteria</a:t>
            </a:r>
          </a:p>
        </p:txBody>
      </p:sp>
      <p:sp>
        <p:nvSpPr>
          <p:cNvPr id="24" name="Rectangle 23">
            <a:extLst>
              <a:ext uri="{FF2B5EF4-FFF2-40B4-BE49-F238E27FC236}">
                <a16:creationId xmlns:a16="http://schemas.microsoft.com/office/drawing/2014/main" id="{E1B61EC4-481A-271B-8C3B-C98F5D37C4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6757" y="3245529"/>
            <a:ext cx="10911259" cy="325106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4" name="Content Placeholder 3">
            <a:extLst>
              <a:ext uri="{FF2B5EF4-FFF2-40B4-BE49-F238E27FC236}">
                <a16:creationId xmlns:a16="http://schemas.microsoft.com/office/drawing/2014/main" id="{6B0CC77D-A31B-F699-0CDC-D817DF05AE4C}"/>
              </a:ext>
            </a:extLst>
          </p:cNvPr>
          <p:cNvGraphicFramePr>
            <a:graphicFrameLocks noGrp="1"/>
          </p:cNvGraphicFramePr>
          <p:nvPr>
            <p:ph idx="1"/>
            <p:extLst>
              <p:ext uri="{D42A27DB-BD31-4B8C-83A1-F6EECF244321}">
                <p14:modId xmlns:p14="http://schemas.microsoft.com/office/powerpoint/2010/main" val="2072953114"/>
              </p:ext>
            </p:extLst>
          </p:nvPr>
        </p:nvGraphicFramePr>
        <p:xfrm>
          <a:off x="633984" y="1778750"/>
          <a:ext cx="10924032" cy="4303490"/>
        </p:xfrm>
        <a:graphic>
          <a:graphicData uri="http://schemas.openxmlformats.org/drawingml/2006/table">
            <a:tbl>
              <a:tblPr firstRow="1" bandRow="1">
                <a:tableStyleId>{7DF18680-E054-41AD-8BC1-D1AEF772440D}</a:tableStyleId>
              </a:tblPr>
              <a:tblGrid>
                <a:gridCol w="3294829">
                  <a:extLst>
                    <a:ext uri="{9D8B030D-6E8A-4147-A177-3AD203B41FA5}">
                      <a16:colId xmlns:a16="http://schemas.microsoft.com/office/drawing/2014/main" val="503308077"/>
                    </a:ext>
                  </a:extLst>
                </a:gridCol>
                <a:gridCol w="3753147">
                  <a:extLst>
                    <a:ext uri="{9D8B030D-6E8A-4147-A177-3AD203B41FA5}">
                      <a16:colId xmlns:a16="http://schemas.microsoft.com/office/drawing/2014/main" val="3927458890"/>
                    </a:ext>
                  </a:extLst>
                </a:gridCol>
                <a:gridCol w="3876056">
                  <a:extLst>
                    <a:ext uri="{9D8B030D-6E8A-4147-A177-3AD203B41FA5}">
                      <a16:colId xmlns:a16="http://schemas.microsoft.com/office/drawing/2014/main" val="3897131024"/>
                    </a:ext>
                  </a:extLst>
                </a:gridCol>
              </a:tblGrid>
              <a:tr h="373396">
                <a:tc>
                  <a:txBody>
                    <a:bodyPr/>
                    <a:lstStyle/>
                    <a:p>
                      <a:r>
                        <a:rPr lang="en-AU" sz="1100"/>
                        <a:t>Evaluation Criterion</a:t>
                      </a:r>
                    </a:p>
                  </a:txBody>
                  <a:tcPr marL="67115" marR="67115" marT="33558" marB="33558"/>
                </a:tc>
                <a:tc>
                  <a:txBody>
                    <a:bodyPr/>
                    <a:lstStyle/>
                    <a:p>
                      <a:r>
                        <a:rPr lang="en-AU" sz="1100"/>
                        <a:t>Efficiency or Effectiveness</a:t>
                      </a:r>
                    </a:p>
                  </a:txBody>
                  <a:tcPr marL="67115" marR="67115" marT="33558" marB="33558"/>
                </a:tc>
                <a:tc>
                  <a:txBody>
                    <a:bodyPr/>
                    <a:lstStyle/>
                    <a:p>
                      <a:r>
                        <a:rPr lang="en-AU" sz="1100"/>
                        <a:t>Method</a:t>
                      </a:r>
                    </a:p>
                  </a:txBody>
                  <a:tcPr marL="67115" marR="67115" marT="33558" marB="33558"/>
                </a:tc>
                <a:extLst>
                  <a:ext uri="{0D108BD9-81ED-4DB2-BD59-A6C34878D82A}">
                    <a16:rowId xmlns:a16="http://schemas.microsoft.com/office/drawing/2014/main" val="3079093291"/>
                  </a:ext>
                </a:extLst>
              </a:tr>
              <a:tr h="463833">
                <a:tc>
                  <a:txBody>
                    <a:bodyPr/>
                    <a:lstStyle/>
                    <a:p>
                      <a:r>
                        <a:rPr lang="en-US" sz="1100"/>
                        <a:t>The user can easily identify where to find instructions to use the probe (30 seconds at most).</a:t>
                      </a:r>
                    </a:p>
                  </a:txBody>
                  <a:tcPr marL="67115" marR="67115" marT="33558" marB="33558"/>
                </a:tc>
                <a:tc>
                  <a:txBody>
                    <a:bodyPr/>
                    <a:lstStyle/>
                    <a:p>
                      <a:r>
                        <a:rPr lang="en-AU" sz="1100"/>
                        <a:t>Efficiency – Objective</a:t>
                      </a:r>
                    </a:p>
                  </a:txBody>
                  <a:tcPr marL="67115" marR="67115" marT="33558" marB="33558"/>
                </a:tc>
                <a:tc>
                  <a:txBody>
                    <a:bodyPr/>
                    <a:lstStyle/>
                    <a:p>
                      <a:r>
                        <a:rPr lang="en-AU" sz="1100"/>
                        <a:t>Start the user on the landing page and time them to see how long it takes to navigate to the instructions page</a:t>
                      </a:r>
                    </a:p>
                  </a:txBody>
                  <a:tcPr marL="67115" marR="67115" marT="33558" marB="33558"/>
                </a:tc>
                <a:extLst>
                  <a:ext uri="{0D108BD9-81ED-4DB2-BD59-A6C34878D82A}">
                    <a16:rowId xmlns:a16="http://schemas.microsoft.com/office/drawing/2014/main" val="3162842260"/>
                  </a:ext>
                </a:extLst>
              </a:tr>
              <a:tr h="954157">
                <a:tc>
                  <a:txBody>
                    <a:bodyPr/>
                    <a:lstStyle/>
                    <a:p>
                      <a:r>
                        <a:rPr lang="en-US" sz="1100"/>
                        <a:t>The instructions are clear and concise enough that the average user can understand how to use the probe and upload a reading within 10 minutes</a:t>
                      </a:r>
                      <a:r>
                        <a:rPr lang="en-AU" sz="1100"/>
                        <a:t>.</a:t>
                      </a:r>
                      <a:endParaRPr lang="en-US" sz="1100"/>
                    </a:p>
                  </a:txBody>
                  <a:tcPr marL="67115" marR="67115" marT="33558" marB="33558"/>
                </a:tc>
                <a:tc>
                  <a:txBody>
                    <a:bodyPr/>
                    <a:lstStyle/>
                    <a:p>
                      <a:r>
                        <a:rPr lang="en-AU" sz="1100"/>
                        <a:t>Efficiency/Effectiveness - Objective</a:t>
                      </a:r>
                    </a:p>
                  </a:txBody>
                  <a:tcPr marL="67115" marR="67115" marT="33558" marB="33558"/>
                </a:tc>
                <a:tc>
                  <a:txBody>
                    <a:bodyPr/>
                    <a:lstStyle/>
                    <a:p>
                      <a:r>
                        <a:rPr lang="en-AU" sz="1100"/>
                        <a:t>Start the user on the instructions page, have them read it, before explaining what they think to you, the observer. Let them read and attempt to explain it back until the 10 minutes is up. End the timer when they successfully explain the instructions</a:t>
                      </a:r>
                    </a:p>
                  </a:txBody>
                  <a:tcPr marL="67115" marR="67115" marT="33558" marB="33558"/>
                </a:tc>
                <a:extLst>
                  <a:ext uri="{0D108BD9-81ED-4DB2-BD59-A6C34878D82A}">
                    <a16:rowId xmlns:a16="http://schemas.microsoft.com/office/drawing/2014/main" val="937070395"/>
                  </a:ext>
                </a:extLst>
              </a:tr>
              <a:tr h="771276">
                <a:tc>
                  <a:txBody>
                    <a:bodyPr/>
                    <a:lstStyle/>
                    <a:p>
                      <a:r>
                        <a:rPr lang="en-US" sz="1100"/>
                        <a:t>The reading interface is clear enough so that the average user can easily analyze and understand the results of a reading (high/low turbidity, dangerous/safe, etc.)</a:t>
                      </a:r>
                    </a:p>
                  </a:txBody>
                  <a:tcPr marL="67115" marR="67115" marT="33558" marB="33558"/>
                </a:tc>
                <a:tc>
                  <a:txBody>
                    <a:bodyPr/>
                    <a:lstStyle/>
                    <a:p>
                      <a:r>
                        <a:rPr lang="en-AU" sz="1100"/>
                        <a:t>Effectiveness - Subjective</a:t>
                      </a:r>
                    </a:p>
                  </a:txBody>
                  <a:tcPr marL="67115" marR="67115" marT="33558" marB="33558"/>
                </a:tc>
                <a:tc>
                  <a:txBody>
                    <a:bodyPr/>
                    <a:lstStyle/>
                    <a:p>
                      <a:r>
                        <a:rPr lang="en-AU" sz="1100"/>
                        <a:t>Start the user on the reading page on a premade reading. Ask the user to explain the use case of each section of the page (average panels, water quality assessment, trends over time, readings, recent uploads)</a:t>
                      </a:r>
                    </a:p>
                  </a:txBody>
                  <a:tcPr marL="67115" marR="67115" marT="33558" marB="33558"/>
                </a:tc>
                <a:extLst>
                  <a:ext uri="{0D108BD9-81ED-4DB2-BD59-A6C34878D82A}">
                    <a16:rowId xmlns:a16="http://schemas.microsoft.com/office/drawing/2014/main" val="3784089063"/>
                  </a:ext>
                </a:extLst>
              </a:tr>
              <a:tr h="510729">
                <a:tc>
                  <a:txBody>
                    <a:bodyPr/>
                    <a:lstStyle/>
                    <a:p>
                      <a:r>
                        <a:rPr lang="en-US" sz="1100"/>
                        <a:t>The user can figure out where to find their previous readings within 30 seconds.</a:t>
                      </a:r>
                    </a:p>
                  </a:txBody>
                  <a:tcPr marL="67115" marR="67115" marT="33558" marB="33558"/>
                </a:tc>
                <a:tc>
                  <a:txBody>
                    <a:bodyPr/>
                    <a:lstStyle/>
                    <a:p>
                      <a:r>
                        <a:rPr lang="en-AU" sz="1100"/>
                        <a:t>Efficiency - Objective</a:t>
                      </a:r>
                    </a:p>
                  </a:txBody>
                  <a:tcPr marL="67115" marR="67115" marT="33558" marB="33558"/>
                </a:tc>
                <a:tc>
                  <a:txBody>
                    <a:bodyPr/>
                    <a:lstStyle/>
                    <a:p>
                      <a:r>
                        <a:rPr lang="en-AU" sz="1100"/>
                        <a:t>Start the user on the landing page and time them to see how long it takes them to navigate to where the user can see previous readings. Upload page and a reading review page works</a:t>
                      </a:r>
                    </a:p>
                  </a:txBody>
                  <a:tcPr marL="67115" marR="67115" marT="33558" marB="33558"/>
                </a:tc>
                <a:extLst>
                  <a:ext uri="{0D108BD9-81ED-4DB2-BD59-A6C34878D82A}">
                    <a16:rowId xmlns:a16="http://schemas.microsoft.com/office/drawing/2014/main" val="3337377998"/>
                  </a:ext>
                </a:extLst>
              </a:tr>
              <a:tr h="1003152">
                <a:tc>
                  <a:txBody>
                    <a:bodyPr/>
                    <a:lstStyle/>
                    <a:p>
                      <a:r>
                        <a:rPr lang="en-US" sz="1100"/>
                        <a:t>The website is intuitive enough that the user is easily aware of which part of the website they are in and how to navigate to other pages</a:t>
                      </a:r>
                    </a:p>
                  </a:txBody>
                  <a:tcPr marL="67115" marR="67115" marT="33558" marB="33558"/>
                </a:tc>
                <a:tc>
                  <a:txBody>
                    <a:bodyPr/>
                    <a:lstStyle/>
                    <a:p>
                      <a:r>
                        <a:rPr lang="en-AU" sz="1100"/>
                        <a:t>Effectiveness - Subjective</a:t>
                      </a:r>
                    </a:p>
                  </a:txBody>
                  <a:tcPr marL="67115" marR="67115" marT="33558" marB="33558"/>
                </a:tc>
                <a:tc>
                  <a:txBody>
                    <a:bodyPr/>
                    <a:lstStyle/>
                    <a:p>
                      <a:r>
                        <a:rPr lang="en-AU" sz="1100"/>
                        <a:t>Turn the laptop away from the user and, as the observer, navigate to a random page on the app. Show the screen to the user and ask them to describe it, and repeat this two more times. If a description is correct or accurate enough, mark it correct. All three need to be marked correct</a:t>
                      </a:r>
                    </a:p>
                  </a:txBody>
                  <a:tcPr marL="67115" marR="67115" marT="33558" marB="33558"/>
                </a:tc>
                <a:extLst>
                  <a:ext uri="{0D108BD9-81ED-4DB2-BD59-A6C34878D82A}">
                    <a16:rowId xmlns:a16="http://schemas.microsoft.com/office/drawing/2014/main" val="793788931"/>
                  </a:ext>
                </a:extLst>
              </a:tr>
            </a:tbl>
          </a:graphicData>
        </a:graphic>
      </p:graphicFrame>
    </p:spTree>
    <p:extLst>
      <p:ext uri="{BB962C8B-B14F-4D97-AF65-F5344CB8AC3E}">
        <p14:creationId xmlns:p14="http://schemas.microsoft.com/office/powerpoint/2010/main" val="76926911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Slide Background Fill">
            <a:extLst>
              <a:ext uri="{FF2B5EF4-FFF2-40B4-BE49-F238E27FC236}">
                <a16:creationId xmlns:a16="http://schemas.microsoft.com/office/drawing/2014/main" id="{C3420C89-0B09-4632-A4AF-3971D08BF7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Color Cover">
            <a:extLst>
              <a:ext uri="{FF2B5EF4-FFF2-40B4-BE49-F238E27FC236}">
                <a16:creationId xmlns:a16="http://schemas.microsoft.com/office/drawing/2014/main" id="{4E5CBA61-BF74-40B4-A3A8-366BBA626C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AC27E70C-5470-4262-B9CE-AE52C51CF4C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2929"/>
            <a:ext cx="12188952" cy="3490956"/>
            <a:chOff x="651279" y="598259"/>
            <a:chExt cx="10889442" cy="5680742"/>
          </a:xfrm>
        </p:grpSpPr>
        <p:sp>
          <p:nvSpPr>
            <p:cNvPr id="21" name="Color">
              <a:extLst>
                <a:ext uri="{FF2B5EF4-FFF2-40B4-BE49-F238E27FC236}">
                  <a16:creationId xmlns:a16="http://schemas.microsoft.com/office/drawing/2014/main" id="{B5C7D35F-738C-47DF-AD6E-859806E460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Color">
              <a:extLst>
                <a:ext uri="{FF2B5EF4-FFF2-40B4-BE49-F238E27FC236}">
                  <a16:creationId xmlns:a16="http://schemas.microsoft.com/office/drawing/2014/main" id="{740F8C8B-E52F-46CF-89C7-51C6A037CF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5" name="Picture 4">
            <a:extLst>
              <a:ext uri="{FF2B5EF4-FFF2-40B4-BE49-F238E27FC236}">
                <a16:creationId xmlns:a16="http://schemas.microsoft.com/office/drawing/2014/main" id="{C9A0F5B2-B3B2-4448-F130-E01E44E49D91}"/>
              </a:ext>
            </a:extLst>
          </p:cNvPr>
          <p:cNvPicPr>
            <a:picLocks noChangeAspect="1"/>
          </p:cNvPicPr>
          <p:nvPr/>
        </p:nvPicPr>
        <p:blipFill>
          <a:blip r:embed="rId2"/>
          <a:stretch>
            <a:fillRect/>
          </a:stretch>
        </p:blipFill>
        <p:spPr>
          <a:xfrm>
            <a:off x="6803647" y="2151842"/>
            <a:ext cx="4730214" cy="2554316"/>
          </a:xfrm>
          <a:prstGeom prst="rect">
            <a:avLst/>
          </a:prstGeom>
        </p:spPr>
      </p:pic>
      <p:grpSp>
        <p:nvGrpSpPr>
          <p:cNvPr id="24" name="Group 23">
            <a:extLst>
              <a:ext uri="{FF2B5EF4-FFF2-40B4-BE49-F238E27FC236}">
                <a16:creationId xmlns:a16="http://schemas.microsoft.com/office/drawing/2014/main" id="{E27AF472-EAE3-4572-AB69-B92BD10DBC6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25" name="Freeform: Shape 24">
              <a:extLst>
                <a:ext uri="{FF2B5EF4-FFF2-40B4-BE49-F238E27FC236}">
                  <a16:creationId xmlns:a16="http://schemas.microsoft.com/office/drawing/2014/main" id="{BF4DB9D2-6215-420C-874C-82EADF8C6C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6" name="Freeform: Shape 25">
              <a:extLst>
                <a:ext uri="{FF2B5EF4-FFF2-40B4-BE49-F238E27FC236}">
                  <a16:creationId xmlns:a16="http://schemas.microsoft.com/office/drawing/2014/main" id="{1F003139-C97C-44FA-B139-32E4DFDCE9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7" name="Freeform: Shape 26">
              <a:extLst>
                <a:ext uri="{FF2B5EF4-FFF2-40B4-BE49-F238E27FC236}">
                  <a16:creationId xmlns:a16="http://schemas.microsoft.com/office/drawing/2014/main" id="{5CE4DD6E-8CEA-45EE-B630-DBC22144D8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8" name="Freeform: Shape 27">
              <a:extLst>
                <a:ext uri="{FF2B5EF4-FFF2-40B4-BE49-F238E27FC236}">
                  <a16:creationId xmlns:a16="http://schemas.microsoft.com/office/drawing/2014/main" id="{A4372F7F-AA3C-470B-AA61-7C35B7722C9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5" name="Freeform: Shape 14">
              <a:extLst>
                <a:ext uri="{FF2B5EF4-FFF2-40B4-BE49-F238E27FC236}">
                  <a16:creationId xmlns:a16="http://schemas.microsoft.com/office/drawing/2014/main" id="{34B605BF-D199-43DD-9328-E99F2ADFC6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0" name="Freeform: Shape 29">
              <a:extLst>
                <a:ext uri="{FF2B5EF4-FFF2-40B4-BE49-F238E27FC236}">
                  <a16:creationId xmlns:a16="http://schemas.microsoft.com/office/drawing/2014/main" id="{E5D42A77-7336-4A35-8922-8098A16AA27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7" name="Freeform: Shape 16">
              <a:extLst>
                <a:ext uri="{FF2B5EF4-FFF2-40B4-BE49-F238E27FC236}">
                  <a16:creationId xmlns:a16="http://schemas.microsoft.com/office/drawing/2014/main" id="{7401EE7D-B85D-4C10-AB8C-71884EFB11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itle 1">
            <a:extLst>
              <a:ext uri="{FF2B5EF4-FFF2-40B4-BE49-F238E27FC236}">
                <a16:creationId xmlns:a16="http://schemas.microsoft.com/office/drawing/2014/main" id="{A2820B42-F2E1-0D4A-CA11-6969E8E37672}"/>
              </a:ext>
            </a:extLst>
          </p:cNvPr>
          <p:cNvSpPr>
            <a:spLocks noGrp="1"/>
          </p:cNvSpPr>
          <p:nvPr>
            <p:ph type="title"/>
          </p:nvPr>
        </p:nvSpPr>
        <p:spPr>
          <a:xfrm>
            <a:off x="786384" y="841249"/>
            <a:ext cx="5692953" cy="2587131"/>
          </a:xfrm>
        </p:spPr>
        <p:txBody>
          <a:bodyPr anchor="b">
            <a:normAutofit/>
          </a:bodyPr>
          <a:lstStyle/>
          <a:p>
            <a:r>
              <a:rPr lang="en-AU" sz="4800">
                <a:solidFill>
                  <a:schemeClr val="bg1"/>
                </a:solidFill>
              </a:rPr>
              <a:t>Version Control</a:t>
            </a:r>
          </a:p>
        </p:txBody>
      </p:sp>
      <p:sp>
        <p:nvSpPr>
          <p:cNvPr id="3" name="Content Placeholder 2">
            <a:extLst>
              <a:ext uri="{FF2B5EF4-FFF2-40B4-BE49-F238E27FC236}">
                <a16:creationId xmlns:a16="http://schemas.microsoft.com/office/drawing/2014/main" id="{78A9B5C1-0D08-E7D6-1604-F4E765D729ED}"/>
              </a:ext>
            </a:extLst>
          </p:cNvPr>
          <p:cNvSpPr>
            <a:spLocks noGrp="1"/>
          </p:cNvSpPr>
          <p:nvPr>
            <p:ph idx="1"/>
          </p:nvPr>
        </p:nvSpPr>
        <p:spPr>
          <a:xfrm>
            <a:off x="786383" y="3566810"/>
            <a:ext cx="5692953" cy="2651110"/>
          </a:xfrm>
        </p:spPr>
        <p:txBody>
          <a:bodyPr anchor="ctr">
            <a:normAutofit/>
          </a:bodyPr>
          <a:lstStyle/>
          <a:p>
            <a:pPr marL="0" indent="0">
              <a:buNone/>
            </a:pPr>
            <a:r>
              <a:rPr lang="en-AU" sz="2000">
                <a:solidFill>
                  <a:schemeClr val="tx2"/>
                </a:solidFill>
              </a:rPr>
              <a:t>The version control is maintained on GitHub primarily by Oscar. It is used to keep track of all versions of the project and who made what changes. If a problem arises the version can be reverted to an older, working version of the project.</a:t>
            </a:r>
            <a:endParaRPr lang="en-US" sz="2000">
              <a:solidFill>
                <a:schemeClr val="tx2"/>
              </a:solidFill>
            </a:endParaRPr>
          </a:p>
        </p:txBody>
      </p:sp>
    </p:spTree>
    <p:extLst>
      <p:ext uri="{BB962C8B-B14F-4D97-AF65-F5344CB8AC3E}">
        <p14:creationId xmlns:p14="http://schemas.microsoft.com/office/powerpoint/2010/main" val="29732442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Slide Background Fill">
            <a:extLst>
              <a:ext uri="{FF2B5EF4-FFF2-40B4-BE49-F238E27FC236}">
                <a16:creationId xmlns:a16="http://schemas.microsoft.com/office/drawing/2014/main" id="{C7D023E4-8DE1-436E-9847-ED6A4B4B04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1"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Color Cover">
            <a:extLst>
              <a:ext uri="{FF2B5EF4-FFF2-40B4-BE49-F238E27FC236}">
                <a16:creationId xmlns:a16="http://schemas.microsoft.com/office/drawing/2014/main" id="{8B2B1708-8CE4-4A20-94F5-55118AE2CB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1" y="0"/>
            <a:ext cx="12188949"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 name="Group 17">
            <a:extLst>
              <a:ext uri="{FF2B5EF4-FFF2-40B4-BE49-F238E27FC236}">
                <a16:creationId xmlns:a16="http://schemas.microsoft.com/office/drawing/2014/main" id="{1F9866A9-B167-4D75-8F7F-360025AD6B4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7167"/>
            <a:ext cx="12188952" cy="2469184"/>
            <a:chOff x="651279" y="598259"/>
            <a:chExt cx="10889442" cy="4018039"/>
          </a:xfrm>
        </p:grpSpPr>
        <p:sp>
          <p:nvSpPr>
            <p:cNvPr id="19" name="Color">
              <a:extLst>
                <a:ext uri="{FF2B5EF4-FFF2-40B4-BE49-F238E27FC236}">
                  <a16:creationId xmlns:a16="http://schemas.microsoft.com/office/drawing/2014/main" id="{C2DD07C1-6CFB-48E5-AD0E-AC091042BB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3980464"/>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Color">
              <a:extLst>
                <a:ext uri="{FF2B5EF4-FFF2-40B4-BE49-F238E27FC236}">
                  <a16:creationId xmlns:a16="http://schemas.microsoft.com/office/drawing/2014/main" id="{F9A8FC0F-BD29-4D9A-ABF1-D75E3A2691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4018039"/>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4" name="Content Placeholder 3">
            <a:extLst>
              <a:ext uri="{FF2B5EF4-FFF2-40B4-BE49-F238E27FC236}">
                <a16:creationId xmlns:a16="http://schemas.microsoft.com/office/drawing/2014/main" id="{514C81AC-0D0A-6F04-301A-86FB85CD49D7}"/>
              </a:ext>
              <a:ext uri="{C183D7F6-B498-43B3-948B-1728B52AA6E4}">
                <adec:decorative xmlns:adec="http://schemas.microsoft.com/office/drawing/2017/decorative" val="1"/>
              </a:ext>
            </a:extLst>
          </p:cNvPr>
          <p:cNvPicPr>
            <a:picLocks noChangeAspect="1"/>
          </p:cNvPicPr>
          <p:nvPr/>
        </p:nvPicPr>
        <p:blipFill>
          <a:blip r:embed="rId2"/>
          <a:srcRect b="11166"/>
          <a:stretch>
            <a:fillRect/>
          </a:stretch>
        </p:blipFill>
        <p:spPr>
          <a:xfrm>
            <a:off x="1007829" y="2456709"/>
            <a:ext cx="9723622" cy="4265218"/>
          </a:xfrm>
          <a:prstGeom prst="rect">
            <a:avLst/>
          </a:prstGeom>
        </p:spPr>
      </p:pic>
      <p:grpSp>
        <p:nvGrpSpPr>
          <p:cNvPr id="22" name="Group 21">
            <a:extLst>
              <a:ext uri="{FF2B5EF4-FFF2-40B4-BE49-F238E27FC236}">
                <a16:creationId xmlns:a16="http://schemas.microsoft.com/office/drawing/2014/main" id="{E27AF472-EAE3-4572-AB69-B92BD10DBC6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23" name="Freeform: Shape 22">
              <a:extLst>
                <a:ext uri="{FF2B5EF4-FFF2-40B4-BE49-F238E27FC236}">
                  <a16:creationId xmlns:a16="http://schemas.microsoft.com/office/drawing/2014/main" id="{BF4DB9D2-6215-420C-874C-82EADF8C6C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4" name="Freeform: Shape 23">
              <a:extLst>
                <a:ext uri="{FF2B5EF4-FFF2-40B4-BE49-F238E27FC236}">
                  <a16:creationId xmlns:a16="http://schemas.microsoft.com/office/drawing/2014/main" id="{1F003139-C97C-44FA-B139-32E4DFDCE9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5" name="Freeform: Shape 24">
              <a:extLst>
                <a:ext uri="{FF2B5EF4-FFF2-40B4-BE49-F238E27FC236}">
                  <a16:creationId xmlns:a16="http://schemas.microsoft.com/office/drawing/2014/main" id="{5CE4DD6E-8CEA-45EE-B630-DBC22144D8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6" name="Freeform: Shape 25">
              <a:extLst>
                <a:ext uri="{FF2B5EF4-FFF2-40B4-BE49-F238E27FC236}">
                  <a16:creationId xmlns:a16="http://schemas.microsoft.com/office/drawing/2014/main" id="{A4372F7F-AA3C-470B-AA61-7C35B7722C9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7" name="Freeform: Shape 26">
              <a:extLst>
                <a:ext uri="{FF2B5EF4-FFF2-40B4-BE49-F238E27FC236}">
                  <a16:creationId xmlns:a16="http://schemas.microsoft.com/office/drawing/2014/main" id="{34B605BF-D199-43DD-9328-E99F2ADFC6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8" name="Freeform: Shape 27">
              <a:extLst>
                <a:ext uri="{FF2B5EF4-FFF2-40B4-BE49-F238E27FC236}">
                  <a16:creationId xmlns:a16="http://schemas.microsoft.com/office/drawing/2014/main" id="{E5D42A77-7336-4A35-8922-8098A16AA27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9" name="Freeform: Shape 28">
              <a:extLst>
                <a:ext uri="{FF2B5EF4-FFF2-40B4-BE49-F238E27FC236}">
                  <a16:creationId xmlns:a16="http://schemas.microsoft.com/office/drawing/2014/main" id="{7401EE7D-B85D-4C10-AB8C-71884EFB11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itle 1">
            <a:extLst>
              <a:ext uri="{FF2B5EF4-FFF2-40B4-BE49-F238E27FC236}">
                <a16:creationId xmlns:a16="http://schemas.microsoft.com/office/drawing/2014/main" id="{2B862ED3-17C4-55EC-D135-C4D91E30AC99}"/>
              </a:ext>
            </a:extLst>
          </p:cNvPr>
          <p:cNvSpPr>
            <a:spLocks noGrp="1"/>
          </p:cNvSpPr>
          <p:nvPr>
            <p:ph type="title"/>
          </p:nvPr>
        </p:nvSpPr>
        <p:spPr>
          <a:xfrm>
            <a:off x="789708" y="339165"/>
            <a:ext cx="5633531" cy="2226769"/>
          </a:xfrm>
        </p:spPr>
        <p:txBody>
          <a:bodyPr vert="horz" lIns="91440" tIns="45720" rIns="91440" bIns="45720" rtlCol="0" anchor="ctr">
            <a:normAutofit/>
          </a:bodyPr>
          <a:lstStyle/>
          <a:p>
            <a:r>
              <a:rPr lang="en-US" sz="4800" kern="1200">
                <a:solidFill>
                  <a:schemeClr val="bg1"/>
                </a:solidFill>
                <a:latin typeface="+mj-lt"/>
                <a:ea typeface="+mj-ea"/>
                <a:cs typeface="+mj-cs"/>
              </a:rPr>
              <a:t>Gantt Chart</a:t>
            </a:r>
          </a:p>
        </p:txBody>
      </p:sp>
    </p:spTree>
    <p:extLst>
      <p:ext uri="{BB962C8B-B14F-4D97-AF65-F5344CB8AC3E}">
        <p14:creationId xmlns:p14="http://schemas.microsoft.com/office/powerpoint/2010/main" val="143599985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60C07A3-0361-52C0-FF89-FE53253FC367}"/>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a:solidFill>
                  <a:schemeClr val="tx1"/>
                </a:solidFill>
                <a:latin typeface="+mj-lt"/>
                <a:ea typeface="+mj-ea"/>
                <a:cs typeface="+mj-cs"/>
              </a:rPr>
              <a:t>Alpha Testing</a:t>
            </a:r>
          </a:p>
        </p:txBody>
      </p:sp>
      <p:sp>
        <p:nvSpPr>
          <p:cNvPr id="12"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4" name="Content Placeholder 3">
            <a:extLst>
              <a:ext uri="{FF2B5EF4-FFF2-40B4-BE49-F238E27FC236}">
                <a16:creationId xmlns:a16="http://schemas.microsoft.com/office/drawing/2014/main" id="{6955F883-FA0F-A64C-4AB0-6B28D02855B6}"/>
              </a:ext>
            </a:extLst>
          </p:cNvPr>
          <p:cNvGraphicFramePr>
            <a:graphicFrameLocks noGrp="1"/>
          </p:cNvGraphicFramePr>
          <p:nvPr>
            <p:ph idx="1"/>
            <p:extLst>
              <p:ext uri="{D42A27DB-BD31-4B8C-83A1-F6EECF244321}">
                <p14:modId xmlns:p14="http://schemas.microsoft.com/office/powerpoint/2010/main" val="112042818"/>
              </p:ext>
            </p:extLst>
          </p:nvPr>
        </p:nvGraphicFramePr>
        <p:xfrm>
          <a:off x="732237" y="2633472"/>
          <a:ext cx="10724482" cy="2239944"/>
        </p:xfrm>
        <a:graphic>
          <a:graphicData uri="http://schemas.openxmlformats.org/drawingml/2006/table">
            <a:tbl>
              <a:tblPr firstRow="1" bandRow="1">
                <a:tableStyleId>{7DF18680-E054-41AD-8BC1-D1AEF772440D}</a:tableStyleId>
              </a:tblPr>
              <a:tblGrid>
                <a:gridCol w="1586797">
                  <a:extLst>
                    <a:ext uri="{9D8B030D-6E8A-4147-A177-3AD203B41FA5}">
                      <a16:colId xmlns:a16="http://schemas.microsoft.com/office/drawing/2014/main" val="2245322903"/>
                    </a:ext>
                  </a:extLst>
                </a:gridCol>
                <a:gridCol w="1586797">
                  <a:extLst>
                    <a:ext uri="{9D8B030D-6E8A-4147-A177-3AD203B41FA5}">
                      <a16:colId xmlns:a16="http://schemas.microsoft.com/office/drawing/2014/main" val="503308077"/>
                    </a:ext>
                  </a:extLst>
                </a:gridCol>
                <a:gridCol w="1851323">
                  <a:extLst>
                    <a:ext uri="{9D8B030D-6E8A-4147-A177-3AD203B41FA5}">
                      <a16:colId xmlns:a16="http://schemas.microsoft.com/office/drawing/2014/main" val="3927458890"/>
                    </a:ext>
                  </a:extLst>
                </a:gridCol>
                <a:gridCol w="2076543">
                  <a:extLst>
                    <a:ext uri="{9D8B030D-6E8A-4147-A177-3AD203B41FA5}">
                      <a16:colId xmlns:a16="http://schemas.microsoft.com/office/drawing/2014/main" val="3897131024"/>
                    </a:ext>
                  </a:extLst>
                </a:gridCol>
                <a:gridCol w="2161674">
                  <a:extLst>
                    <a:ext uri="{9D8B030D-6E8A-4147-A177-3AD203B41FA5}">
                      <a16:colId xmlns:a16="http://schemas.microsoft.com/office/drawing/2014/main" val="4292947188"/>
                    </a:ext>
                  </a:extLst>
                </a:gridCol>
                <a:gridCol w="1461348">
                  <a:extLst>
                    <a:ext uri="{9D8B030D-6E8A-4147-A177-3AD203B41FA5}">
                      <a16:colId xmlns:a16="http://schemas.microsoft.com/office/drawing/2014/main" val="2530470117"/>
                    </a:ext>
                  </a:extLst>
                </a:gridCol>
              </a:tblGrid>
              <a:tr h="218708">
                <a:tc>
                  <a:txBody>
                    <a:bodyPr/>
                    <a:lstStyle/>
                    <a:p>
                      <a:r>
                        <a:rPr lang="en-AU" sz="1300"/>
                        <a:t>Feature</a:t>
                      </a:r>
                    </a:p>
                  </a:txBody>
                  <a:tcPr marL="64685" marR="64685" marT="32343" marB="32343"/>
                </a:tc>
                <a:tc>
                  <a:txBody>
                    <a:bodyPr/>
                    <a:lstStyle/>
                    <a:p>
                      <a:r>
                        <a:rPr lang="en-AU" sz="1300"/>
                        <a:t>Method</a:t>
                      </a:r>
                    </a:p>
                  </a:txBody>
                  <a:tcPr marL="64685" marR="64685" marT="32343" marB="32343"/>
                </a:tc>
                <a:tc>
                  <a:txBody>
                    <a:bodyPr/>
                    <a:lstStyle/>
                    <a:p>
                      <a:r>
                        <a:rPr lang="en-AU" sz="1300"/>
                        <a:t>Test Data</a:t>
                      </a:r>
                    </a:p>
                  </a:txBody>
                  <a:tcPr marL="64685" marR="64685" marT="32343" marB="32343"/>
                </a:tc>
                <a:tc>
                  <a:txBody>
                    <a:bodyPr/>
                    <a:lstStyle/>
                    <a:p>
                      <a:r>
                        <a:rPr lang="en-AU" sz="1300"/>
                        <a:t>Expected Result</a:t>
                      </a:r>
                    </a:p>
                  </a:txBody>
                  <a:tcPr marL="64685" marR="64685" marT="32343" marB="32343"/>
                </a:tc>
                <a:tc>
                  <a:txBody>
                    <a:bodyPr/>
                    <a:lstStyle/>
                    <a:p>
                      <a:r>
                        <a:rPr lang="en-AU" sz="1300"/>
                        <a:t>Actual Result</a:t>
                      </a:r>
                    </a:p>
                  </a:txBody>
                  <a:tcPr marL="64685" marR="64685" marT="32343" marB="32343"/>
                </a:tc>
                <a:tc>
                  <a:txBody>
                    <a:bodyPr/>
                    <a:lstStyle/>
                    <a:p>
                      <a:r>
                        <a:rPr lang="en-AU" sz="1300"/>
                        <a:t>Passed Testing?</a:t>
                      </a:r>
                    </a:p>
                  </a:txBody>
                  <a:tcPr marL="64685" marR="64685" marT="32343" marB="32343"/>
                </a:tc>
                <a:extLst>
                  <a:ext uri="{0D108BD9-81ED-4DB2-BD59-A6C34878D82A}">
                    <a16:rowId xmlns:a16="http://schemas.microsoft.com/office/drawing/2014/main" val="3079093291"/>
                  </a:ext>
                </a:extLst>
              </a:tr>
              <a:tr h="505841">
                <a:tc>
                  <a:txBody>
                    <a:bodyPr/>
                    <a:lstStyle/>
                    <a:p>
                      <a:r>
                        <a:rPr lang="en-AU" sz="1300"/>
                        <a:t>Analysis tool</a:t>
                      </a:r>
                    </a:p>
                  </a:txBody>
                  <a:tcPr marL="64685" marR="64685" marT="32343" marB="32343"/>
                </a:tc>
                <a:tc>
                  <a:txBody>
                    <a:bodyPr/>
                    <a:lstStyle/>
                    <a:p>
                      <a:r>
                        <a:rPr lang="en-AU" sz="1300"/>
                        <a:t>Upload a .csv file to the tool</a:t>
                      </a:r>
                    </a:p>
                  </a:txBody>
                  <a:tcPr marL="64685" marR="64685" marT="32343" marB="32343"/>
                </a:tc>
                <a:tc>
                  <a:txBody>
                    <a:bodyPr/>
                    <a:lstStyle/>
                    <a:p>
                      <a:r>
                        <a:rPr lang="en-AU" sz="1300"/>
                        <a:t>A data sample that should return an unsafe reading</a:t>
                      </a:r>
                    </a:p>
                  </a:txBody>
                  <a:tcPr marL="64685" marR="64685" marT="32343" marB="32343"/>
                </a:tc>
                <a:tc>
                  <a:txBody>
                    <a:bodyPr/>
                    <a:lstStyle/>
                    <a:p>
                      <a:r>
                        <a:rPr lang="en-AU" sz="1300"/>
                        <a:t>A display telling the user that the water is not safe to drink in its current state.</a:t>
                      </a:r>
                    </a:p>
                  </a:txBody>
                  <a:tcPr marL="64685" marR="64685" marT="32343" marB="32343"/>
                </a:tc>
                <a:tc>
                  <a:txBody>
                    <a:bodyPr/>
                    <a:lstStyle/>
                    <a:p>
                      <a:r>
                        <a:rPr lang="en-AU" sz="1300"/>
                        <a:t>Told the user that it was safe to drink the water.</a:t>
                      </a:r>
                    </a:p>
                  </a:txBody>
                  <a:tcPr marL="64685" marR="64685" marT="32343" marB="32343"/>
                </a:tc>
                <a:tc>
                  <a:txBody>
                    <a:bodyPr/>
                    <a:lstStyle/>
                    <a:p>
                      <a:r>
                        <a:rPr lang="en-AU" sz="1300"/>
                        <a:t>FAIL</a:t>
                      </a:r>
                    </a:p>
                  </a:txBody>
                  <a:tcPr marL="64685" marR="64685" marT="32343" marB="32343"/>
                </a:tc>
                <a:extLst>
                  <a:ext uri="{0D108BD9-81ED-4DB2-BD59-A6C34878D82A}">
                    <a16:rowId xmlns:a16="http://schemas.microsoft.com/office/drawing/2014/main" val="3162842260"/>
                  </a:ext>
                </a:extLst>
              </a:tr>
              <a:tr h="505841">
                <a:tc>
                  <a:txBody>
                    <a:bodyPr/>
                    <a:lstStyle/>
                    <a:p>
                      <a:r>
                        <a:rPr lang="en-AU" sz="1300"/>
                        <a:t>Analysis tool</a:t>
                      </a:r>
                    </a:p>
                  </a:txBody>
                  <a:tcPr marL="64685" marR="64685" marT="32343" marB="32343"/>
                </a:tc>
                <a:tc>
                  <a:txBody>
                    <a:bodyPr/>
                    <a:lstStyle/>
                    <a:p>
                      <a:r>
                        <a:rPr lang="en-AU" sz="1300"/>
                        <a:t>Upload a .csv file to the tool</a:t>
                      </a:r>
                    </a:p>
                  </a:txBody>
                  <a:tcPr marL="64685" marR="64685" marT="32343" marB="32343"/>
                </a:tc>
                <a:tc>
                  <a:txBody>
                    <a:bodyPr/>
                    <a:lstStyle/>
                    <a:p>
                      <a:r>
                        <a:rPr lang="en-AU" sz="1300"/>
                        <a:t>A data sample that should return a safe reading</a:t>
                      </a:r>
                    </a:p>
                  </a:txBody>
                  <a:tcPr marL="64685" marR="64685" marT="32343" marB="32343"/>
                </a:tc>
                <a:tc>
                  <a:txBody>
                    <a:bodyPr/>
                    <a:lstStyle/>
                    <a:p>
                      <a:r>
                        <a:rPr lang="en-AU" sz="1300"/>
                        <a:t>A display telling the user that the water is safe to drink in its current state.</a:t>
                      </a:r>
                    </a:p>
                  </a:txBody>
                  <a:tcPr marL="64685" marR="64685" marT="32343" marB="32343"/>
                </a:tc>
                <a:tc>
                  <a:txBody>
                    <a:bodyPr/>
                    <a:lstStyle/>
                    <a:p>
                      <a:r>
                        <a:rPr lang="en-AU" sz="1300"/>
                        <a:t>Told the user that it was safe to drink the water.</a:t>
                      </a:r>
                    </a:p>
                  </a:txBody>
                  <a:tcPr marL="64685" marR="64685" marT="32343" marB="32343"/>
                </a:tc>
                <a:tc>
                  <a:txBody>
                    <a:bodyPr/>
                    <a:lstStyle/>
                    <a:p>
                      <a:r>
                        <a:rPr lang="en-AU" sz="1300"/>
                        <a:t>PASS</a:t>
                      </a:r>
                    </a:p>
                  </a:txBody>
                  <a:tcPr marL="64685" marR="64685" marT="32343" marB="32343"/>
                </a:tc>
                <a:extLst>
                  <a:ext uri="{0D108BD9-81ED-4DB2-BD59-A6C34878D82A}">
                    <a16:rowId xmlns:a16="http://schemas.microsoft.com/office/drawing/2014/main" val="937070395"/>
                  </a:ext>
                </a:extLst>
              </a:tr>
              <a:tr h="505841">
                <a:tc>
                  <a:txBody>
                    <a:bodyPr/>
                    <a:lstStyle/>
                    <a:p>
                      <a:r>
                        <a:rPr lang="en-AU" sz="1300"/>
                        <a:t>Click on logo</a:t>
                      </a:r>
                    </a:p>
                  </a:txBody>
                  <a:tcPr marL="64685" marR="64685" marT="32343" marB="32343"/>
                </a:tc>
                <a:tc>
                  <a:txBody>
                    <a:bodyPr/>
                    <a:lstStyle/>
                    <a:p>
                      <a:r>
                        <a:rPr lang="en-AU" sz="1300"/>
                        <a:t>Click on the logo when not on the main page</a:t>
                      </a:r>
                    </a:p>
                  </a:txBody>
                  <a:tcPr marL="64685" marR="64685" marT="32343" marB="32343"/>
                </a:tc>
                <a:tc>
                  <a:txBody>
                    <a:bodyPr/>
                    <a:lstStyle/>
                    <a:p>
                      <a:r>
                        <a:rPr lang="en-AU" sz="1300"/>
                        <a:t>N/A</a:t>
                      </a:r>
                    </a:p>
                  </a:txBody>
                  <a:tcPr marL="64685" marR="64685" marT="32343" marB="32343"/>
                </a:tc>
                <a:tc>
                  <a:txBody>
                    <a:bodyPr/>
                    <a:lstStyle/>
                    <a:p>
                      <a:r>
                        <a:rPr lang="en-AU" sz="1300"/>
                        <a:t>Return to the top of the home page</a:t>
                      </a:r>
                    </a:p>
                  </a:txBody>
                  <a:tcPr marL="64685" marR="64685" marT="32343" marB="32343"/>
                </a:tc>
                <a:tc>
                  <a:txBody>
                    <a:bodyPr/>
                    <a:lstStyle/>
                    <a:p>
                      <a:r>
                        <a:rPr lang="en-AU" sz="1300"/>
                        <a:t>Returned the user to the top of the home page.</a:t>
                      </a:r>
                    </a:p>
                  </a:txBody>
                  <a:tcPr marL="64685" marR="64685" marT="32343" marB="32343"/>
                </a:tc>
                <a:tc>
                  <a:txBody>
                    <a:bodyPr/>
                    <a:lstStyle/>
                    <a:p>
                      <a:r>
                        <a:rPr lang="en-AU" sz="1300"/>
                        <a:t>PASS</a:t>
                      </a:r>
                    </a:p>
                  </a:txBody>
                  <a:tcPr marL="64685" marR="64685" marT="32343" marB="32343"/>
                </a:tc>
                <a:extLst>
                  <a:ext uri="{0D108BD9-81ED-4DB2-BD59-A6C34878D82A}">
                    <a16:rowId xmlns:a16="http://schemas.microsoft.com/office/drawing/2014/main" val="3784089063"/>
                  </a:ext>
                </a:extLst>
              </a:tr>
            </a:tbl>
          </a:graphicData>
        </a:graphic>
      </p:graphicFrame>
    </p:spTree>
    <p:extLst>
      <p:ext uri="{BB962C8B-B14F-4D97-AF65-F5344CB8AC3E}">
        <p14:creationId xmlns:p14="http://schemas.microsoft.com/office/powerpoint/2010/main" val="379321949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1B41B4C-9F21-0820-8202-089BF5612540}"/>
            </a:ext>
          </a:extLst>
        </p:cNvPr>
        <p:cNvGrpSpPr/>
        <p:nvPr/>
      </p:nvGrpSpPr>
      <p:grpSpPr>
        <a:xfrm>
          <a:off x="0" y="0"/>
          <a:ext cx="0" cy="0"/>
          <a:chOff x="0" y="0"/>
          <a:chExt cx="0" cy="0"/>
        </a:xfrm>
      </p:grpSpPr>
      <p:sp useBgFill="1">
        <p:nvSpPr>
          <p:cNvPr id="9" name="Slide Background Fill">
            <a:extLst>
              <a:ext uri="{FF2B5EF4-FFF2-40B4-BE49-F238E27FC236}">
                <a16:creationId xmlns:a16="http://schemas.microsoft.com/office/drawing/2014/main" id="{39164D4F-DF18-9E49-35D4-C2172AE041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5E151608-F49A-A0AA-2B5B-EAA4770895D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12188952" cy="6858000"/>
            <a:chOff x="651279" y="598259"/>
            <a:chExt cx="10889442" cy="5680742"/>
          </a:xfrm>
        </p:grpSpPr>
        <p:sp>
          <p:nvSpPr>
            <p:cNvPr id="12" name="Color">
              <a:extLst>
                <a:ext uri="{FF2B5EF4-FFF2-40B4-BE49-F238E27FC236}">
                  <a16:creationId xmlns:a16="http://schemas.microsoft.com/office/drawing/2014/main" id="{A3D16585-9B0F-2032-8B0E-7E3C40178F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olor">
              <a:extLst>
                <a:ext uri="{FF2B5EF4-FFF2-40B4-BE49-F238E27FC236}">
                  <a16:creationId xmlns:a16="http://schemas.microsoft.com/office/drawing/2014/main" id="{7C4BBD7A-E90C-20BB-CED0-EF517513F2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5" name="Group 14">
            <a:extLst>
              <a:ext uri="{FF2B5EF4-FFF2-40B4-BE49-F238E27FC236}">
                <a16:creationId xmlns:a16="http://schemas.microsoft.com/office/drawing/2014/main" id="{6C6B23B8-ED73-7259-574A-CF6DE2061B3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16" name="Freeform: Shape 15">
              <a:extLst>
                <a:ext uri="{FF2B5EF4-FFF2-40B4-BE49-F238E27FC236}">
                  <a16:creationId xmlns:a16="http://schemas.microsoft.com/office/drawing/2014/main" id="{991F7AA5-5C52-160D-5B85-56BB7591F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7" name="Freeform: Shape 16">
              <a:extLst>
                <a:ext uri="{FF2B5EF4-FFF2-40B4-BE49-F238E27FC236}">
                  <a16:creationId xmlns:a16="http://schemas.microsoft.com/office/drawing/2014/main" id="{E77DF8F3-BD2B-B628-D60A-39B4DF23B10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8" name="Freeform: Shape 17">
              <a:extLst>
                <a:ext uri="{FF2B5EF4-FFF2-40B4-BE49-F238E27FC236}">
                  <a16:creationId xmlns:a16="http://schemas.microsoft.com/office/drawing/2014/main" id="{E01FF5CC-9896-8B08-9B6F-CE6CED053D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9" name="Freeform: Shape 18">
              <a:extLst>
                <a:ext uri="{FF2B5EF4-FFF2-40B4-BE49-F238E27FC236}">
                  <a16:creationId xmlns:a16="http://schemas.microsoft.com/office/drawing/2014/main" id="{4929E91E-7EFD-B956-ACAC-FF47890402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0" name="Freeform: Shape 19">
              <a:extLst>
                <a:ext uri="{FF2B5EF4-FFF2-40B4-BE49-F238E27FC236}">
                  <a16:creationId xmlns:a16="http://schemas.microsoft.com/office/drawing/2014/main" id="{C6E19252-F802-6EF6-14AF-0D84F51F53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1" name="Freeform: Shape 20">
              <a:extLst>
                <a:ext uri="{FF2B5EF4-FFF2-40B4-BE49-F238E27FC236}">
                  <a16:creationId xmlns:a16="http://schemas.microsoft.com/office/drawing/2014/main" id="{B19F06F5-80FA-AFA6-08BB-846AEACC7D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2" name="Freeform: Shape 21">
              <a:extLst>
                <a:ext uri="{FF2B5EF4-FFF2-40B4-BE49-F238E27FC236}">
                  <a16:creationId xmlns:a16="http://schemas.microsoft.com/office/drawing/2014/main" id="{6C375ED5-D43B-3D7D-309A-F81CE493C6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itle 1">
            <a:extLst>
              <a:ext uri="{FF2B5EF4-FFF2-40B4-BE49-F238E27FC236}">
                <a16:creationId xmlns:a16="http://schemas.microsoft.com/office/drawing/2014/main" id="{8DBC5D76-BCA6-03C1-7417-C300EB486720}"/>
              </a:ext>
            </a:extLst>
          </p:cNvPr>
          <p:cNvSpPr>
            <a:spLocks noGrp="1"/>
          </p:cNvSpPr>
          <p:nvPr>
            <p:ph type="title"/>
          </p:nvPr>
        </p:nvSpPr>
        <p:spPr>
          <a:xfrm>
            <a:off x="790418" y="447104"/>
            <a:ext cx="10545713" cy="1114331"/>
          </a:xfrm>
        </p:spPr>
        <p:txBody>
          <a:bodyPr anchor="b">
            <a:normAutofit/>
          </a:bodyPr>
          <a:lstStyle/>
          <a:p>
            <a:pPr algn="ctr"/>
            <a:r>
              <a:rPr lang="en-AU" sz="4800">
                <a:solidFill>
                  <a:schemeClr val="bg1"/>
                </a:solidFill>
              </a:rPr>
              <a:t>Beta Testing</a:t>
            </a:r>
          </a:p>
        </p:txBody>
      </p:sp>
      <p:sp>
        <p:nvSpPr>
          <p:cNvPr id="24" name="Rectangle 23">
            <a:extLst>
              <a:ext uri="{FF2B5EF4-FFF2-40B4-BE49-F238E27FC236}">
                <a16:creationId xmlns:a16="http://schemas.microsoft.com/office/drawing/2014/main" id="{7630C5F3-EEB3-8217-E32C-AC8C443C21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6757" y="3245529"/>
            <a:ext cx="10911259" cy="325106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4" name="Content Placeholder 3">
            <a:extLst>
              <a:ext uri="{FF2B5EF4-FFF2-40B4-BE49-F238E27FC236}">
                <a16:creationId xmlns:a16="http://schemas.microsoft.com/office/drawing/2014/main" id="{1811C758-7E39-8188-744E-129292BAA1A3}"/>
              </a:ext>
            </a:extLst>
          </p:cNvPr>
          <p:cNvGraphicFramePr>
            <a:graphicFrameLocks noGrp="1"/>
          </p:cNvGraphicFramePr>
          <p:nvPr>
            <p:ph idx="1"/>
            <p:extLst>
              <p:ext uri="{D42A27DB-BD31-4B8C-83A1-F6EECF244321}">
                <p14:modId xmlns:p14="http://schemas.microsoft.com/office/powerpoint/2010/main" val="3736734888"/>
              </p:ext>
            </p:extLst>
          </p:nvPr>
        </p:nvGraphicFramePr>
        <p:xfrm>
          <a:off x="633984" y="1778749"/>
          <a:ext cx="10924032" cy="4717848"/>
        </p:xfrm>
        <a:graphic>
          <a:graphicData uri="http://schemas.openxmlformats.org/drawingml/2006/table">
            <a:tbl>
              <a:tblPr firstRow="1" bandRow="1">
                <a:tableStyleId>{7DF18680-E054-41AD-8BC1-D1AEF772440D}</a:tableStyleId>
              </a:tblPr>
              <a:tblGrid>
                <a:gridCol w="3294829">
                  <a:extLst>
                    <a:ext uri="{9D8B030D-6E8A-4147-A177-3AD203B41FA5}">
                      <a16:colId xmlns:a16="http://schemas.microsoft.com/office/drawing/2014/main" val="503308077"/>
                    </a:ext>
                  </a:extLst>
                </a:gridCol>
                <a:gridCol w="3753147">
                  <a:extLst>
                    <a:ext uri="{9D8B030D-6E8A-4147-A177-3AD203B41FA5}">
                      <a16:colId xmlns:a16="http://schemas.microsoft.com/office/drawing/2014/main" val="3927458890"/>
                    </a:ext>
                  </a:extLst>
                </a:gridCol>
                <a:gridCol w="3876056">
                  <a:extLst>
                    <a:ext uri="{9D8B030D-6E8A-4147-A177-3AD203B41FA5}">
                      <a16:colId xmlns:a16="http://schemas.microsoft.com/office/drawing/2014/main" val="3897131024"/>
                    </a:ext>
                  </a:extLst>
                </a:gridCol>
              </a:tblGrid>
              <a:tr h="580269">
                <a:tc>
                  <a:txBody>
                    <a:bodyPr/>
                    <a:lstStyle/>
                    <a:p>
                      <a:r>
                        <a:rPr lang="en-AU" sz="1300"/>
                        <a:t>Test</a:t>
                      </a:r>
                    </a:p>
                  </a:txBody>
                  <a:tcPr marL="67115" marR="67115" marT="33558" marB="33558"/>
                </a:tc>
                <a:tc>
                  <a:txBody>
                    <a:bodyPr/>
                    <a:lstStyle/>
                    <a:p>
                      <a:r>
                        <a:rPr lang="en-AU" sz="1300"/>
                        <a:t>Developer time (on phone version)</a:t>
                      </a:r>
                    </a:p>
                  </a:txBody>
                  <a:tcPr marL="67115" marR="67115" marT="33558" marB="33558"/>
                </a:tc>
                <a:tc>
                  <a:txBody>
                    <a:bodyPr/>
                    <a:lstStyle/>
                    <a:p>
                      <a:r>
                        <a:rPr lang="en-AU" sz="1300"/>
                        <a:t>End user time</a:t>
                      </a:r>
                    </a:p>
                  </a:txBody>
                  <a:tcPr marL="67115" marR="67115" marT="33558" marB="33558"/>
                </a:tc>
                <a:extLst>
                  <a:ext uri="{0D108BD9-81ED-4DB2-BD59-A6C34878D82A}">
                    <a16:rowId xmlns:a16="http://schemas.microsoft.com/office/drawing/2014/main" val="3079093291"/>
                  </a:ext>
                </a:extLst>
              </a:tr>
              <a:tr h="1199627">
                <a:tc>
                  <a:txBody>
                    <a:bodyPr/>
                    <a:lstStyle/>
                    <a:p>
                      <a:r>
                        <a:rPr lang="en-US" sz="1300"/>
                        <a:t>How quickly, on average, can a user find the analyze page, and upload a reading – Starting on landing page</a:t>
                      </a:r>
                    </a:p>
                  </a:txBody>
                  <a:tcPr marL="67115" marR="67115" marT="33558" marB="33558"/>
                </a:tc>
                <a:tc>
                  <a:txBody>
                    <a:bodyPr/>
                    <a:lstStyle/>
                    <a:p>
                      <a:r>
                        <a:rPr lang="en-AU" sz="1300"/>
                        <a:t>7 seconds</a:t>
                      </a:r>
                    </a:p>
                  </a:txBody>
                  <a:tcPr marL="67115" marR="67115" marT="33558" marB="33558"/>
                </a:tc>
                <a:tc>
                  <a:txBody>
                    <a:bodyPr/>
                    <a:lstStyle/>
                    <a:p>
                      <a:endParaRPr lang="en-AU" sz="1300"/>
                    </a:p>
                  </a:txBody>
                  <a:tcPr marL="67115" marR="67115" marT="33558" marB="33558"/>
                </a:tc>
                <a:extLst>
                  <a:ext uri="{0D108BD9-81ED-4DB2-BD59-A6C34878D82A}">
                    <a16:rowId xmlns:a16="http://schemas.microsoft.com/office/drawing/2014/main" val="3162842260"/>
                  </a:ext>
                </a:extLst>
              </a:tr>
              <a:tr h="1178465">
                <a:tc>
                  <a:txBody>
                    <a:bodyPr/>
                    <a:lstStyle/>
                    <a:p>
                      <a:r>
                        <a:rPr lang="en-US" sz="1300"/>
                        <a:t>How quickly, on average, can a user find the community page and upload a personal reading – Starting on landing page</a:t>
                      </a:r>
                    </a:p>
                  </a:txBody>
                  <a:tcPr marL="67115" marR="67115" marT="33558" marB="33558"/>
                </a:tc>
                <a:tc>
                  <a:txBody>
                    <a:bodyPr/>
                    <a:lstStyle/>
                    <a:p>
                      <a:r>
                        <a:rPr lang="en-AU" sz="1300"/>
                        <a:t>5 seconds</a:t>
                      </a:r>
                    </a:p>
                  </a:txBody>
                  <a:tcPr marL="67115" marR="67115" marT="33558" marB="33558"/>
                </a:tc>
                <a:tc>
                  <a:txBody>
                    <a:bodyPr/>
                    <a:lstStyle/>
                    <a:p>
                      <a:endParaRPr lang="en-AU" sz="1300"/>
                    </a:p>
                  </a:txBody>
                  <a:tcPr marL="67115" marR="67115" marT="33558" marB="33558"/>
                </a:tc>
                <a:extLst>
                  <a:ext uri="{0D108BD9-81ED-4DB2-BD59-A6C34878D82A}">
                    <a16:rowId xmlns:a16="http://schemas.microsoft.com/office/drawing/2014/main" val="937070395"/>
                  </a:ext>
                </a:extLst>
              </a:tr>
              <a:tr h="919163">
                <a:tc>
                  <a:txBody>
                    <a:bodyPr/>
                    <a:lstStyle/>
                    <a:p>
                      <a:r>
                        <a:rPr lang="en-US" sz="1300"/>
                        <a:t>How quickly, on average, can users interpret the data in a reading</a:t>
                      </a:r>
                    </a:p>
                  </a:txBody>
                  <a:tcPr marL="67115" marR="67115" marT="33558" marB="33558"/>
                </a:tc>
                <a:tc>
                  <a:txBody>
                    <a:bodyPr/>
                    <a:lstStyle/>
                    <a:p>
                      <a:r>
                        <a:rPr lang="en-AU" sz="1300"/>
                        <a:t>23 seconds</a:t>
                      </a:r>
                    </a:p>
                  </a:txBody>
                  <a:tcPr marL="67115" marR="67115" marT="33558" marB="33558"/>
                </a:tc>
                <a:tc>
                  <a:txBody>
                    <a:bodyPr/>
                    <a:lstStyle/>
                    <a:p>
                      <a:endParaRPr lang="en-AU" sz="1300"/>
                    </a:p>
                  </a:txBody>
                  <a:tcPr marL="67115" marR="67115" marT="33558" marB="33558"/>
                </a:tc>
                <a:extLst>
                  <a:ext uri="{0D108BD9-81ED-4DB2-BD59-A6C34878D82A}">
                    <a16:rowId xmlns:a16="http://schemas.microsoft.com/office/drawing/2014/main" val="3784089063"/>
                  </a:ext>
                </a:extLst>
              </a:tr>
              <a:tr h="840324">
                <a:tc gridSpan="3">
                  <a:txBody>
                    <a:bodyPr/>
                    <a:lstStyle/>
                    <a:p>
                      <a:r>
                        <a:rPr lang="en-US" sz="1300"/>
                        <a:t>GENERAL FEEDBACK: </a:t>
                      </a:r>
                    </a:p>
                  </a:txBody>
                  <a:tcPr marL="67115" marR="67115" marT="33558" marB="33558"/>
                </a:tc>
                <a:tc hMerge="1">
                  <a:txBody>
                    <a:bodyPr/>
                    <a:lstStyle/>
                    <a:p>
                      <a:endParaRPr lang="en-AU" sz="1300"/>
                    </a:p>
                  </a:txBody>
                  <a:tcPr marL="67115" marR="67115" marT="33558" marB="33558"/>
                </a:tc>
                <a:tc hMerge="1">
                  <a:txBody>
                    <a:bodyPr/>
                    <a:lstStyle/>
                    <a:p>
                      <a:endParaRPr lang="en-AU" sz="1300"/>
                    </a:p>
                  </a:txBody>
                  <a:tcPr marL="67115" marR="67115" marT="33558" marB="33558"/>
                </a:tc>
                <a:extLst>
                  <a:ext uri="{0D108BD9-81ED-4DB2-BD59-A6C34878D82A}">
                    <a16:rowId xmlns:a16="http://schemas.microsoft.com/office/drawing/2014/main" val="3337377998"/>
                  </a:ext>
                </a:extLst>
              </a:tr>
            </a:tbl>
          </a:graphicData>
        </a:graphic>
      </p:graphicFrame>
      <p:graphicFrame>
        <p:nvGraphicFramePr>
          <p:cNvPr id="6" name="Content Placeholder 3">
            <a:extLst>
              <a:ext uri="{FF2B5EF4-FFF2-40B4-BE49-F238E27FC236}">
                <a16:creationId xmlns:a16="http://schemas.microsoft.com/office/drawing/2014/main" id="{2059B759-BB01-6604-F50D-B5CC19523034}"/>
              </a:ext>
            </a:extLst>
          </p:cNvPr>
          <p:cNvGraphicFramePr>
            <a:graphicFrameLocks/>
          </p:cNvGraphicFramePr>
          <p:nvPr>
            <p:extLst>
              <p:ext uri="{D42A27DB-BD31-4B8C-83A1-F6EECF244321}">
                <p14:modId xmlns:p14="http://schemas.microsoft.com/office/powerpoint/2010/main" val="2571263263"/>
              </p:ext>
            </p:extLst>
          </p:nvPr>
        </p:nvGraphicFramePr>
        <p:xfrm>
          <a:off x="640661" y="1790871"/>
          <a:ext cx="10924032" cy="4717848"/>
        </p:xfrm>
        <a:graphic>
          <a:graphicData uri="http://schemas.openxmlformats.org/drawingml/2006/table">
            <a:tbl>
              <a:tblPr firstRow="1" bandRow="1">
                <a:tableStyleId>{7DF18680-E054-41AD-8BC1-D1AEF772440D}</a:tableStyleId>
              </a:tblPr>
              <a:tblGrid>
                <a:gridCol w="3294829">
                  <a:extLst>
                    <a:ext uri="{9D8B030D-6E8A-4147-A177-3AD203B41FA5}">
                      <a16:colId xmlns:a16="http://schemas.microsoft.com/office/drawing/2014/main" val="503308077"/>
                    </a:ext>
                  </a:extLst>
                </a:gridCol>
                <a:gridCol w="3753147">
                  <a:extLst>
                    <a:ext uri="{9D8B030D-6E8A-4147-A177-3AD203B41FA5}">
                      <a16:colId xmlns:a16="http://schemas.microsoft.com/office/drawing/2014/main" val="3927458890"/>
                    </a:ext>
                  </a:extLst>
                </a:gridCol>
                <a:gridCol w="3876056">
                  <a:extLst>
                    <a:ext uri="{9D8B030D-6E8A-4147-A177-3AD203B41FA5}">
                      <a16:colId xmlns:a16="http://schemas.microsoft.com/office/drawing/2014/main" val="3897131024"/>
                    </a:ext>
                  </a:extLst>
                </a:gridCol>
              </a:tblGrid>
              <a:tr h="580269">
                <a:tc>
                  <a:txBody>
                    <a:bodyPr/>
                    <a:lstStyle/>
                    <a:p>
                      <a:r>
                        <a:rPr lang="en-AU" sz="1300"/>
                        <a:t>Test</a:t>
                      </a:r>
                    </a:p>
                  </a:txBody>
                  <a:tcPr marL="67115" marR="67115" marT="33558" marB="33558"/>
                </a:tc>
                <a:tc>
                  <a:txBody>
                    <a:bodyPr/>
                    <a:lstStyle/>
                    <a:p>
                      <a:r>
                        <a:rPr lang="en-AU" sz="1300"/>
                        <a:t>Developer time (on phone version)</a:t>
                      </a:r>
                    </a:p>
                  </a:txBody>
                  <a:tcPr marL="67115" marR="67115" marT="33558" marB="33558"/>
                </a:tc>
                <a:tc>
                  <a:txBody>
                    <a:bodyPr/>
                    <a:lstStyle/>
                    <a:p>
                      <a:r>
                        <a:rPr lang="en-AU" sz="1300"/>
                        <a:t>End user time</a:t>
                      </a:r>
                    </a:p>
                  </a:txBody>
                  <a:tcPr marL="67115" marR="67115" marT="33558" marB="33558"/>
                </a:tc>
                <a:extLst>
                  <a:ext uri="{0D108BD9-81ED-4DB2-BD59-A6C34878D82A}">
                    <a16:rowId xmlns:a16="http://schemas.microsoft.com/office/drawing/2014/main" val="3079093291"/>
                  </a:ext>
                </a:extLst>
              </a:tr>
              <a:tr h="1199627">
                <a:tc>
                  <a:txBody>
                    <a:bodyPr/>
                    <a:lstStyle/>
                    <a:p>
                      <a:r>
                        <a:rPr lang="en-US" sz="1300"/>
                        <a:t>How quickly, on average, can a user find the analyze page, and upload a reading – Starting on landing page</a:t>
                      </a:r>
                    </a:p>
                  </a:txBody>
                  <a:tcPr marL="67115" marR="67115" marT="33558" marB="33558"/>
                </a:tc>
                <a:tc>
                  <a:txBody>
                    <a:bodyPr/>
                    <a:lstStyle/>
                    <a:p>
                      <a:r>
                        <a:rPr lang="en-AU" sz="1300"/>
                        <a:t>7 seconds</a:t>
                      </a:r>
                    </a:p>
                  </a:txBody>
                  <a:tcPr marL="67115" marR="67115" marT="33558" marB="33558"/>
                </a:tc>
                <a:tc>
                  <a:txBody>
                    <a:bodyPr/>
                    <a:lstStyle/>
                    <a:p>
                      <a:r>
                        <a:rPr lang="en-AU" sz="1300"/>
                        <a:t>22 seconds on average</a:t>
                      </a:r>
                    </a:p>
                  </a:txBody>
                  <a:tcPr marL="67115" marR="67115" marT="33558" marB="33558"/>
                </a:tc>
                <a:extLst>
                  <a:ext uri="{0D108BD9-81ED-4DB2-BD59-A6C34878D82A}">
                    <a16:rowId xmlns:a16="http://schemas.microsoft.com/office/drawing/2014/main" val="3162842260"/>
                  </a:ext>
                </a:extLst>
              </a:tr>
              <a:tr h="1178465">
                <a:tc>
                  <a:txBody>
                    <a:bodyPr/>
                    <a:lstStyle/>
                    <a:p>
                      <a:r>
                        <a:rPr lang="en-US" sz="1300"/>
                        <a:t>How quickly, on average, can a user find the community page and upload a personal reading – Starting on landing page</a:t>
                      </a:r>
                    </a:p>
                  </a:txBody>
                  <a:tcPr marL="67115" marR="67115" marT="33558" marB="33558"/>
                </a:tc>
                <a:tc>
                  <a:txBody>
                    <a:bodyPr/>
                    <a:lstStyle/>
                    <a:p>
                      <a:r>
                        <a:rPr lang="en-AU" sz="1300"/>
                        <a:t>5 seconds</a:t>
                      </a:r>
                    </a:p>
                  </a:txBody>
                  <a:tcPr marL="67115" marR="67115" marT="33558" marB="33558"/>
                </a:tc>
                <a:tc>
                  <a:txBody>
                    <a:bodyPr/>
                    <a:lstStyle/>
                    <a:p>
                      <a:r>
                        <a:rPr lang="en-AU" sz="1300"/>
                        <a:t>22.25 seconds on average</a:t>
                      </a:r>
                    </a:p>
                  </a:txBody>
                  <a:tcPr marL="67115" marR="67115" marT="33558" marB="33558"/>
                </a:tc>
                <a:extLst>
                  <a:ext uri="{0D108BD9-81ED-4DB2-BD59-A6C34878D82A}">
                    <a16:rowId xmlns:a16="http://schemas.microsoft.com/office/drawing/2014/main" val="937070395"/>
                  </a:ext>
                </a:extLst>
              </a:tr>
              <a:tr h="919163">
                <a:tc>
                  <a:txBody>
                    <a:bodyPr/>
                    <a:lstStyle/>
                    <a:p>
                      <a:r>
                        <a:rPr lang="en-US" sz="1300"/>
                        <a:t>How quickly, on average, can users interpret the data in a reading</a:t>
                      </a:r>
                    </a:p>
                  </a:txBody>
                  <a:tcPr marL="67115" marR="67115" marT="33558" marB="33558"/>
                </a:tc>
                <a:tc>
                  <a:txBody>
                    <a:bodyPr/>
                    <a:lstStyle/>
                    <a:p>
                      <a:r>
                        <a:rPr lang="en-AU" sz="1300"/>
                        <a:t>23 seconds</a:t>
                      </a:r>
                    </a:p>
                  </a:txBody>
                  <a:tcPr marL="67115" marR="67115" marT="33558" marB="33558"/>
                </a:tc>
                <a:tc>
                  <a:txBody>
                    <a:bodyPr/>
                    <a:lstStyle/>
                    <a:p>
                      <a:r>
                        <a:rPr lang="en-AU" sz="1300"/>
                        <a:t>37.25 seconds on average</a:t>
                      </a:r>
                    </a:p>
                  </a:txBody>
                  <a:tcPr marL="67115" marR="67115" marT="33558" marB="33558"/>
                </a:tc>
                <a:extLst>
                  <a:ext uri="{0D108BD9-81ED-4DB2-BD59-A6C34878D82A}">
                    <a16:rowId xmlns:a16="http://schemas.microsoft.com/office/drawing/2014/main" val="3784089063"/>
                  </a:ext>
                </a:extLst>
              </a:tr>
              <a:tr h="840324">
                <a:tc gridSpan="3">
                  <a:txBody>
                    <a:bodyPr/>
                    <a:lstStyle/>
                    <a:p>
                      <a:r>
                        <a:rPr lang="en-US" sz="1300"/>
                        <a:t>GENERAL FEEDBACK: Good UI, landing page should have buttons for the boxes</a:t>
                      </a:r>
                    </a:p>
                  </a:txBody>
                  <a:tcPr marL="67115" marR="67115" marT="33558" marB="33558"/>
                </a:tc>
                <a:tc hMerge="1">
                  <a:txBody>
                    <a:bodyPr/>
                    <a:lstStyle/>
                    <a:p>
                      <a:endParaRPr lang="en-AU" sz="1300"/>
                    </a:p>
                  </a:txBody>
                  <a:tcPr marL="67115" marR="67115" marT="33558" marB="33558"/>
                </a:tc>
                <a:tc hMerge="1">
                  <a:txBody>
                    <a:bodyPr/>
                    <a:lstStyle/>
                    <a:p>
                      <a:endParaRPr lang="en-AU" sz="1300"/>
                    </a:p>
                  </a:txBody>
                  <a:tcPr marL="67115" marR="67115" marT="33558" marB="33558"/>
                </a:tc>
                <a:extLst>
                  <a:ext uri="{0D108BD9-81ED-4DB2-BD59-A6C34878D82A}">
                    <a16:rowId xmlns:a16="http://schemas.microsoft.com/office/drawing/2014/main" val="3337377998"/>
                  </a:ext>
                </a:extLst>
              </a:tr>
            </a:tbl>
          </a:graphicData>
        </a:graphic>
      </p:graphicFrame>
    </p:spTree>
    <p:extLst>
      <p:ext uri="{BB962C8B-B14F-4D97-AF65-F5344CB8AC3E}">
        <p14:creationId xmlns:p14="http://schemas.microsoft.com/office/powerpoint/2010/main" val="272073924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086EF9-CB4D-8BAE-D468-F97150F12CA7}"/>
              </a:ext>
            </a:extLst>
          </p:cNvPr>
          <p:cNvSpPr>
            <a:spLocks noGrp="1"/>
          </p:cNvSpPr>
          <p:nvPr>
            <p:ph type="title"/>
          </p:nvPr>
        </p:nvSpPr>
        <p:spPr/>
        <p:txBody>
          <a:bodyPr/>
          <a:lstStyle/>
          <a:p>
            <a:r>
              <a:rPr lang="en-AU"/>
              <a:t>Our understanding from Beta testing</a:t>
            </a:r>
          </a:p>
        </p:txBody>
      </p:sp>
      <p:sp>
        <p:nvSpPr>
          <p:cNvPr id="3" name="Content Placeholder 2">
            <a:extLst>
              <a:ext uri="{FF2B5EF4-FFF2-40B4-BE49-F238E27FC236}">
                <a16:creationId xmlns:a16="http://schemas.microsoft.com/office/drawing/2014/main" id="{6AEBA632-418A-8A7F-535B-E916DD7EE7D7}"/>
              </a:ext>
            </a:extLst>
          </p:cNvPr>
          <p:cNvSpPr>
            <a:spLocks noGrp="1"/>
          </p:cNvSpPr>
          <p:nvPr>
            <p:ph idx="1"/>
          </p:nvPr>
        </p:nvSpPr>
        <p:spPr/>
        <p:txBody>
          <a:bodyPr>
            <a:normAutofit fontScale="92500" lnSpcReduction="10000"/>
          </a:bodyPr>
          <a:lstStyle/>
          <a:p>
            <a:pPr marL="0" indent="0">
              <a:buNone/>
            </a:pPr>
            <a:r>
              <a:rPr lang="en-US"/>
              <a:t>Beta tests had varying results: Mac users had more struggle</a:t>
            </a:r>
          </a:p>
          <a:p>
            <a:pPr marL="0" indent="0">
              <a:buNone/>
            </a:pPr>
            <a:r>
              <a:rPr lang="en-US"/>
              <a:t>The UI appears different across operating systems</a:t>
            </a:r>
          </a:p>
          <a:p>
            <a:pPr marL="0" indent="0">
              <a:buNone/>
            </a:pPr>
            <a:r>
              <a:rPr lang="en-US"/>
              <a:t>A user struggled to find how to auto upload a community reading</a:t>
            </a:r>
          </a:p>
          <a:p>
            <a:pPr marL="0" indent="0">
              <a:buNone/>
            </a:pPr>
            <a:endParaRPr lang="en-US"/>
          </a:p>
          <a:p>
            <a:pPr marL="0" indent="0">
              <a:buNone/>
            </a:pPr>
            <a:r>
              <a:rPr lang="en-US"/>
              <a:t>The analyser tool refused to upload the given .csv file on one case</a:t>
            </a:r>
          </a:p>
          <a:p>
            <a:pPr marL="0" indent="0">
              <a:buNone/>
            </a:pPr>
            <a:r>
              <a:rPr lang="en-US"/>
              <a:t>One user couldn’t open the website to do the test because a parental control system was in place</a:t>
            </a:r>
          </a:p>
          <a:p>
            <a:pPr marL="0" indent="0">
              <a:buNone/>
            </a:pPr>
            <a:r>
              <a:rPr lang="en-US"/>
              <a:t>On a user’s laptop it the website refused to accept the .csv file that was used for the test with all other testers.</a:t>
            </a:r>
          </a:p>
          <a:p>
            <a:pPr marL="0" indent="0">
              <a:buNone/>
            </a:pPr>
            <a:r>
              <a:rPr lang="en-US"/>
              <a:t>The platform is tested to work on at least 5 different operating systems.</a:t>
            </a:r>
          </a:p>
          <a:p>
            <a:pPr marL="0" indent="0">
              <a:buNone/>
            </a:pPr>
            <a:endParaRPr lang="en-US"/>
          </a:p>
          <a:p>
            <a:pPr marL="0" indent="0">
              <a:buNone/>
            </a:pPr>
            <a:endParaRPr lang="en-AU"/>
          </a:p>
        </p:txBody>
      </p:sp>
    </p:spTree>
    <p:extLst>
      <p:ext uri="{BB962C8B-B14F-4D97-AF65-F5344CB8AC3E}">
        <p14:creationId xmlns:p14="http://schemas.microsoft.com/office/powerpoint/2010/main" val="336141861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9575D4-3A38-6080-8F25-C780E83C536C}"/>
              </a:ext>
            </a:extLst>
          </p:cNvPr>
          <p:cNvSpPr>
            <a:spLocks noGrp="1"/>
          </p:cNvSpPr>
          <p:nvPr>
            <p:ph type="title"/>
          </p:nvPr>
        </p:nvSpPr>
        <p:spPr/>
        <p:txBody>
          <a:bodyPr/>
          <a:lstStyle/>
          <a:p>
            <a:r>
              <a:rPr lang="en-AU"/>
              <a:t>Ethical use of Artificial Intelligence</a:t>
            </a:r>
          </a:p>
        </p:txBody>
      </p:sp>
      <p:sp>
        <p:nvSpPr>
          <p:cNvPr id="3" name="Content Placeholder 2">
            <a:extLst>
              <a:ext uri="{FF2B5EF4-FFF2-40B4-BE49-F238E27FC236}">
                <a16:creationId xmlns:a16="http://schemas.microsoft.com/office/drawing/2014/main" id="{4A917AD0-3DCB-3347-F8F2-44C4E8696097}"/>
              </a:ext>
            </a:extLst>
          </p:cNvPr>
          <p:cNvSpPr>
            <a:spLocks noGrp="1"/>
          </p:cNvSpPr>
          <p:nvPr>
            <p:ph idx="1"/>
          </p:nvPr>
        </p:nvSpPr>
        <p:spPr>
          <a:xfrm>
            <a:off x="838200" y="1825625"/>
            <a:ext cx="10515600" cy="5091642"/>
          </a:xfrm>
        </p:spPr>
        <p:txBody>
          <a:bodyPr>
            <a:normAutofit fontScale="92500"/>
          </a:bodyPr>
          <a:lstStyle/>
          <a:p>
            <a:pPr marL="0" indent="0">
              <a:buNone/>
            </a:pPr>
            <a:r>
              <a:rPr lang="en-AU"/>
              <a:t>In our project we used two artificial intelligence tools, Claude AI and Bolt AI. Claude AI was used to generate sample data for testing the website’s features and capabilities. Bolt.AI was used to create the website functions and features. All the information about the project on the website was written by a person and all design choices and colour elements were chosen by a person.</a:t>
            </a:r>
          </a:p>
          <a:p>
            <a:pPr marL="0" indent="0">
              <a:buNone/>
            </a:pPr>
            <a:r>
              <a:rPr lang="en-AU"/>
              <a:t>Neither AI tool had or has access to any personal information of any user at anytime unless a name is submitted on the community upload page of the website. AI was not used to generate any ideas or content that could be easily created by a person.</a:t>
            </a:r>
          </a:p>
          <a:p>
            <a:pPr marL="0" indent="0">
              <a:buNone/>
            </a:pPr>
            <a:r>
              <a:rPr lang="en-AU"/>
              <a:t>All the code for the probe was in written in C++ by Oscar compiled from code examples from GitHub pages, YouTube videos, and libraries on Arduino forums. Also some of it came from within his head.</a:t>
            </a:r>
          </a:p>
        </p:txBody>
      </p:sp>
    </p:spTree>
    <p:extLst>
      <p:ext uri="{BB962C8B-B14F-4D97-AF65-F5344CB8AC3E}">
        <p14:creationId xmlns:p14="http://schemas.microsoft.com/office/powerpoint/2010/main" val="222092777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E88DA0-F124-68EE-E74B-501527A0443C}"/>
              </a:ext>
            </a:extLst>
          </p:cNvPr>
          <p:cNvSpPr>
            <a:spLocks noGrp="1"/>
          </p:cNvSpPr>
          <p:nvPr>
            <p:ph type="title"/>
          </p:nvPr>
        </p:nvSpPr>
        <p:spPr/>
        <p:txBody>
          <a:bodyPr/>
          <a:lstStyle/>
          <a:p>
            <a:r>
              <a:rPr lang="en-AU"/>
              <a:t>Was scope achieved?</a:t>
            </a:r>
          </a:p>
        </p:txBody>
      </p:sp>
      <p:sp>
        <p:nvSpPr>
          <p:cNvPr id="3" name="Content Placeholder 2">
            <a:extLst>
              <a:ext uri="{FF2B5EF4-FFF2-40B4-BE49-F238E27FC236}">
                <a16:creationId xmlns:a16="http://schemas.microsoft.com/office/drawing/2014/main" id="{7CCAE051-567F-B78B-10DC-3FC2CD9D576A}"/>
              </a:ext>
            </a:extLst>
          </p:cNvPr>
          <p:cNvSpPr>
            <a:spLocks noGrp="1"/>
          </p:cNvSpPr>
          <p:nvPr>
            <p:ph idx="1"/>
          </p:nvPr>
        </p:nvSpPr>
        <p:spPr/>
        <p:txBody>
          <a:bodyPr>
            <a:normAutofit lnSpcReduction="10000"/>
          </a:bodyPr>
          <a:lstStyle/>
          <a:p>
            <a:pPr marL="0" indent="0">
              <a:buNone/>
            </a:pPr>
            <a:r>
              <a:rPr lang="en-AU"/>
              <a:t>The full scope of having a functional website with an analysis tool and a community readings tab alongside a fully functioning submersible water quality surveyance probe was not met. The website is fully functional with an about page and analysis function with a community upload page does meet the scope of the project, but the probe was not able to become fully functional by the deadline of September 14 because with a hardware element the constraints and timeline blew out past the expected development time. The probe and developer also fell into the trap of integration hell where systems can be made functional when isolated but then when systems are brought together, they impede with each other or don’t work properly when integrated into a larger system.</a:t>
            </a:r>
          </a:p>
        </p:txBody>
      </p:sp>
    </p:spTree>
    <p:extLst>
      <p:ext uri="{BB962C8B-B14F-4D97-AF65-F5344CB8AC3E}">
        <p14:creationId xmlns:p14="http://schemas.microsoft.com/office/powerpoint/2010/main" val="307096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92D016-C226-FA79-E450-F21EFABF252A}"/>
              </a:ext>
            </a:extLst>
          </p:cNvPr>
          <p:cNvSpPr>
            <a:spLocks noGrp="1"/>
          </p:cNvSpPr>
          <p:nvPr>
            <p:ph type="title"/>
          </p:nvPr>
        </p:nvSpPr>
        <p:spPr/>
        <p:txBody>
          <a:bodyPr/>
          <a:lstStyle/>
          <a:p>
            <a:r>
              <a:rPr lang="en-AU"/>
              <a:t>Constraints</a:t>
            </a:r>
          </a:p>
        </p:txBody>
      </p:sp>
      <p:sp>
        <p:nvSpPr>
          <p:cNvPr id="3" name="Content Placeholder 2">
            <a:extLst>
              <a:ext uri="{FF2B5EF4-FFF2-40B4-BE49-F238E27FC236}">
                <a16:creationId xmlns:a16="http://schemas.microsoft.com/office/drawing/2014/main" id="{102D829E-4243-A1EA-C31E-781F0A80FDA7}"/>
              </a:ext>
            </a:extLst>
          </p:cNvPr>
          <p:cNvSpPr>
            <a:spLocks noGrp="1"/>
          </p:cNvSpPr>
          <p:nvPr>
            <p:ph idx="1"/>
          </p:nvPr>
        </p:nvSpPr>
        <p:spPr/>
        <p:txBody>
          <a:bodyPr>
            <a:normAutofit lnSpcReduction="10000"/>
          </a:bodyPr>
          <a:lstStyle/>
          <a:p>
            <a:r>
              <a:rPr lang="en-AU"/>
              <a:t>Legal – Software libraries usage had to be carefully chosen to make sure the code was not in breach of any of the licensing required.</a:t>
            </a:r>
          </a:p>
          <a:p>
            <a:r>
              <a:rPr lang="en-AU"/>
              <a:t>AI Ethical – The usage of AI had to be regulated and only used where deemed necessary</a:t>
            </a:r>
          </a:p>
          <a:p>
            <a:r>
              <a:rPr lang="en-AU"/>
              <a:t>Time – A deadline of ten weeks from analysis to presentation is a short period of time to analyse a problem, design a solution, develop said solution, and evaluate the solution.</a:t>
            </a:r>
          </a:p>
          <a:p>
            <a:r>
              <a:rPr lang="en-AU"/>
              <a:t>Money – Developing the project with very minimal funds proved difficult resulting in some days work had to be cut short because we ran out of tokens with Bolt.AI </a:t>
            </a:r>
          </a:p>
          <a:p>
            <a:endParaRPr lang="en-AU"/>
          </a:p>
        </p:txBody>
      </p:sp>
    </p:spTree>
    <p:extLst>
      <p:ext uri="{BB962C8B-B14F-4D97-AF65-F5344CB8AC3E}">
        <p14:creationId xmlns:p14="http://schemas.microsoft.com/office/powerpoint/2010/main" val="95182637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EEA682-B5A6-794D-D881-31541374F850}"/>
              </a:ext>
            </a:extLst>
          </p:cNvPr>
          <p:cNvSpPr>
            <a:spLocks noGrp="1"/>
          </p:cNvSpPr>
          <p:nvPr>
            <p:ph type="title"/>
          </p:nvPr>
        </p:nvSpPr>
        <p:spPr/>
        <p:txBody>
          <a:bodyPr/>
          <a:lstStyle/>
          <a:p>
            <a:r>
              <a:rPr lang="en-AU"/>
              <a:t>Future upgrades</a:t>
            </a:r>
          </a:p>
        </p:txBody>
      </p:sp>
      <p:sp>
        <p:nvSpPr>
          <p:cNvPr id="3" name="Content Placeholder 2">
            <a:extLst>
              <a:ext uri="{FF2B5EF4-FFF2-40B4-BE49-F238E27FC236}">
                <a16:creationId xmlns:a16="http://schemas.microsoft.com/office/drawing/2014/main" id="{E5E8D75A-7452-957C-337D-675D0D558B7F}"/>
              </a:ext>
            </a:extLst>
          </p:cNvPr>
          <p:cNvSpPr>
            <a:spLocks noGrp="1"/>
          </p:cNvSpPr>
          <p:nvPr>
            <p:ph idx="1"/>
          </p:nvPr>
        </p:nvSpPr>
        <p:spPr>
          <a:xfrm>
            <a:off x="770466" y="2003425"/>
            <a:ext cx="10515600" cy="4351338"/>
          </a:xfrm>
        </p:spPr>
        <p:txBody>
          <a:bodyPr>
            <a:normAutofit lnSpcReduction="10000"/>
          </a:bodyPr>
          <a:lstStyle/>
          <a:p>
            <a:r>
              <a:rPr lang="en-AU"/>
              <a:t>Fully operational probe</a:t>
            </a:r>
          </a:p>
          <a:p>
            <a:r>
              <a:rPr lang="en-AU"/>
              <a:t>PH detection &amp; evaluation</a:t>
            </a:r>
          </a:p>
          <a:p>
            <a:r>
              <a:rPr lang="en-AU"/>
              <a:t>Being able to detect PFAS or “Forever Chemicals”</a:t>
            </a:r>
          </a:p>
          <a:p>
            <a:r>
              <a:rPr lang="en-AU"/>
              <a:t>Use a cheaper board that can take less power and space meaning the probe can be smaller.</a:t>
            </a:r>
          </a:p>
          <a:p>
            <a:r>
              <a:rPr lang="en-AU"/>
              <a:t>A proper PCB or Arduino shield developed to decrease building time of the probe for end users if they choose to build it our way.</a:t>
            </a:r>
          </a:p>
          <a:p>
            <a:pPr marL="0" indent="0">
              <a:buNone/>
            </a:pPr>
            <a:endParaRPr lang="en-AU"/>
          </a:p>
          <a:p>
            <a:pPr marL="0" indent="0">
              <a:buNone/>
            </a:pPr>
            <a:r>
              <a:rPr lang="en-AU"/>
              <a:t>This project will be a continued effort for a minimum of until the first operational probe is built and tested as working.</a:t>
            </a:r>
          </a:p>
        </p:txBody>
      </p:sp>
    </p:spTree>
    <p:extLst>
      <p:ext uri="{BB962C8B-B14F-4D97-AF65-F5344CB8AC3E}">
        <p14:creationId xmlns:p14="http://schemas.microsoft.com/office/powerpoint/2010/main" val="387672630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0</TotalTime>
  <Words>2947</Words>
  <Application>Microsoft Office PowerPoint</Application>
  <PresentationFormat>Widescreen</PresentationFormat>
  <Paragraphs>296</Paragraphs>
  <Slides>34</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34</vt:i4>
      </vt:variant>
    </vt:vector>
  </HeadingPairs>
  <TitlesOfParts>
    <vt:vector size="40" baseType="lpstr">
      <vt:lpstr>Aptos</vt:lpstr>
      <vt:lpstr>Aptos Display</vt:lpstr>
      <vt:lpstr>Arial</vt:lpstr>
      <vt:lpstr>Arial,Sans-Serif</vt:lpstr>
      <vt:lpstr>Calibri</vt:lpstr>
      <vt:lpstr>Office Theme</vt:lpstr>
      <vt:lpstr>S.W.Q.S.</vt:lpstr>
      <vt:lpstr>Introduction</vt:lpstr>
      <vt:lpstr>Analysis stage</vt:lpstr>
      <vt:lpstr>PowerPoint Presentation</vt:lpstr>
      <vt:lpstr>Empathy map</vt:lpstr>
      <vt:lpstr>Ideate</vt:lpstr>
      <vt:lpstr>Filter </vt:lpstr>
      <vt:lpstr>Final decision </vt:lpstr>
      <vt:lpstr>Design Stage</vt:lpstr>
      <vt:lpstr>Oscar's 3d Mockup</vt:lpstr>
      <vt:lpstr>Zef's 3D mockup</vt:lpstr>
      <vt:lpstr>Taliahs 3d Mockup</vt:lpstr>
      <vt:lpstr>Zef's Website Mockup</vt:lpstr>
      <vt:lpstr>Oscar's Website Mockup</vt:lpstr>
      <vt:lpstr>Taliahs Website Mockup</vt:lpstr>
      <vt:lpstr>Zef's Logo Mockup</vt:lpstr>
      <vt:lpstr>Oscar's Logo Mockup</vt:lpstr>
      <vt:lpstr>Taliah's logo Mockup</vt:lpstr>
      <vt:lpstr>Pseudocode for the probe</vt:lpstr>
      <vt:lpstr>Design Overview</vt:lpstr>
      <vt:lpstr>Development Stage</vt:lpstr>
      <vt:lpstr>Evaluation Criteria</vt:lpstr>
      <vt:lpstr>Dev photos</vt:lpstr>
      <vt:lpstr>Probe parts used (Prototype)</vt:lpstr>
      <vt:lpstr>Evaluation Criteria</vt:lpstr>
      <vt:lpstr>Version Control</vt:lpstr>
      <vt:lpstr>Gantt Chart</vt:lpstr>
      <vt:lpstr>Alpha Testing</vt:lpstr>
      <vt:lpstr>Beta Testing</vt:lpstr>
      <vt:lpstr>Our understanding from Beta testing</vt:lpstr>
      <vt:lpstr>Ethical use of Artificial Intelligence</vt:lpstr>
      <vt:lpstr>Was scope achieved?</vt:lpstr>
      <vt:lpstr>Constraints</vt:lpstr>
      <vt:lpstr>Future upgrades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Oscar GLAISTER</dc:creator>
  <cp:lastModifiedBy>Oscar GLAISTER</cp:lastModifiedBy>
  <cp:revision>1</cp:revision>
  <dcterms:created xsi:type="dcterms:W3CDTF">2026-08-11T02:43:56Z</dcterms:created>
  <dcterms:modified xsi:type="dcterms:W3CDTF">2026-09-15T02:08:00Z</dcterms:modified>
</cp:coreProperties>
</file>